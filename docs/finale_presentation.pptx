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8.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9.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dcfda55-14d7-63ba-1af5-beee212de80d}">
          <p14:sldIdLst>
            <p14:sldId id="256"/>
          </p14:sldIdLst>
        </p14:section>
        <p14:section name="Methodology" id="{f84c9798-e807-b083-bf10-acbd14d3a76e}">
          <p14:sldIdLst>
            <p14:sldId id="257"/>
            <p14:sldId id="258"/>
            <p14:sldId id="259"/>
            <p14:sldId id="260"/>
            <p14:sldId id="261"/>
          </p14:sldIdLst>
        </p14:section>
        <p14:section name="Flash crash" id="{c81b6967-6ec5-d0bf-c871-39bf1b51d903}">
          <p14:sldIdLst>
            <p14:sldId id="262"/>
            <p14:sldId id="263"/>
          </p14:sldIdLst>
        </p14:section>
        <p14:section name="Results" id="{424086d5-4607-4bd7-6f3e-1ff7e1d91a45}">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Price with 10- and 30-day moving averages, days 1–850</a:t>
            </a:r>
          </a:p>
        </c:rich>
      </c:tx>
      <c:layout/>
      <c:overlay val="0"/>
    </c:title>
    <c:autoTitleDeleted val="0"/>
    <c:plotArea>
      <c:layout>
        <c:manualLayout>
          <c:layoutTarget val="inner"/>
          <c:xMode val="edge"/>
          <c:yMode val="edge"/>
          <c:x val="0.055"/>
          <c:y val="0.13"/>
          <c:w val="0.93"/>
          <c:h val="0.68"/>
        </c:manualLayout>
      </c:layout>
      <c:lineChart>
        <c:varyColors val="0"/>
        <c:ser>
          <c:idx val="0"/>
          <c:order val="0"/>
          <c:tx>
            <c:strRef>
              <c:f>Sheet1!$B$1</c:f>
              <c:strCache>
                <c:ptCount val="1"/>
                <c:pt idx="0">
                  <c:v>Close</c:v>
                </c:pt>
              </c:strCache>
            </c:strRef>
          </c:tx>
          <c:spPr>
            <a:solidFill>
              <a:srgbClr val="E8EEF5"/>
            </a:solidFill>
            <a:ln w="19050" cap="flat">
              <a:solidFill>
                <a:srgbClr val="E8EEF5"/>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E8EEF5"/>
              </a:solidFill>
              <a:ln w="9525" cap="flat">
                <a:solidFill>
                  <a:srgbClr val="E8EEF5"/>
                </a:solidFill>
                <a:prstDash val="solid"/>
                <a:round/>
              </a:ln>
              <a:effectLst/>
            </c:spPr>
          </c:marker>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Sheet1!$B$2:$B$851</c:f>
              <c:numCache>
                <c:formatCode>General</c:formatCode>
                <c:ptCount val="850"/>
                <c:pt idx="0">
                  <c:v>76.54</c:v>
                </c:pt>
                <c:pt idx="1">
                  <c:v>77.9</c:v>
                </c:pt>
                <c:pt idx="2">
                  <c:v>78.27</c:v>
                </c:pt>
                <c:pt idx="3">
                  <c:v>78.47</c:v>
                </c:pt>
                <c:pt idx="4">
                  <c:v>79.1</c:v>
                </c:pt>
                <c:pt idx="5">
                  <c:v>79.77</c:v>
                </c:pt>
                <c:pt idx="6">
                  <c:v>79.45</c:v>
                </c:pt>
                <c:pt idx="7">
                  <c:v>78.93</c:v>
                </c:pt>
                <c:pt idx="8">
                  <c:v>81.67</c:v>
                </c:pt>
                <c:pt idx="9">
                  <c:v>81.52</c:v>
                </c:pt>
                <c:pt idx="10">
                  <c:v>82.93</c:v>
                </c:pt>
                <c:pt idx="11">
                  <c:v>82.83</c:v>
                </c:pt>
                <c:pt idx="12">
                  <c:v>83.91</c:v>
                </c:pt>
                <c:pt idx="13">
                  <c:v>84.11</c:v>
                </c:pt>
                <c:pt idx="14">
                  <c:v>88.2</c:v>
                </c:pt>
                <c:pt idx="15">
                  <c:v>88.28</c:v>
                </c:pt>
                <c:pt idx="16">
                  <c:v>88.25</c:v>
                </c:pt>
                <c:pt idx="17">
                  <c:v>87.68</c:v>
                </c:pt>
                <c:pt idx="18">
                  <c:v>86.82</c:v>
                </c:pt>
                <c:pt idx="19">
                  <c:v>88.03</c:v>
                </c:pt>
                <c:pt idx="20">
                  <c:v>87.29</c:v>
                </c:pt>
                <c:pt idx="21">
                  <c:v>88.2</c:v>
                </c:pt>
                <c:pt idx="22">
                  <c:v>87.42</c:v>
                </c:pt>
                <c:pt idx="23">
                  <c:v>87.46</c:v>
                </c:pt>
                <c:pt idx="24">
                  <c:v>86.4</c:v>
                </c:pt>
                <c:pt idx="25">
                  <c:v>85.5</c:v>
                </c:pt>
                <c:pt idx="26">
                  <c:v>86.56</c:v>
                </c:pt>
                <c:pt idx="27">
                  <c:v>86.14</c:v>
                </c:pt>
                <c:pt idx="28">
                  <c:v>86.32</c:v>
                </c:pt>
                <c:pt idx="29">
                  <c:v>87</c:v>
                </c:pt>
                <c:pt idx="30">
                  <c:v>88.26</c:v>
                </c:pt>
                <c:pt idx="31">
                  <c:v>86.66</c:v>
                </c:pt>
                <c:pt idx="32">
                  <c:v>87.05</c:v>
                </c:pt>
                <c:pt idx="33">
                  <c:v>89.66</c:v>
                </c:pt>
                <c:pt idx="34">
                  <c:v>90.23</c:v>
                </c:pt>
                <c:pt idx="35">
                  <c:v>91.35</c:v>
                </c:pt>
                <c:pt idx="36">
                  <c:v>90.17</c:v>
                </c:pt>
                <c:pt idx="37">
                  <c:v>89.14</c:v>
                </c:pt>
                <c:pt idx="38">
                  <c:v>88.97</c:v>
                </c:pt>
                <c:pt idx="39">
                  <c:v>85.98</c:v>
                </c:pt>
                <c:pt idx="40">
                  <c:v>85.77</c:v>
                </c:pt>
                <c:pt idx="41">
                  <c:v>85.78</c:v>
                </c:pt>
                <c:pt idx="42">
                  <c:v>84.94</c:v>
                </c:pt>
                <c:pt idx="43">
                  <c:v>85.8</c:v>
                </c:pt>
                <c:pt idx="44">
                  <c:v>86.91</c:v>
                </c:pt>
                <c:pt idx="45">
                  <c:v>89.95</c:v>
                </c:pt>
                <c:pt idx="46">
                  <c:v>90.39</c:v>
                </c:pt>
                <c:pt idx="47">
                  <c:v>90.04</c:v>
                </c:pt>
                <c:pt idx="48">
                  <c:v>89.34</c:v>
                </c:pt>
                <c:pt idx="49">
                  <c:v>90.99</c:v>
                </c:pt>
                <c:pt idx="50">
                  <c:v>89.92</c:v>
                </c:pt>
                <c:pt idx="51">
                  <c:v>89.33</c:v>
                </c:pt>
                <c:pt idx="52">
                  <c:v>88.8</c:v>
                </c:pt>
                <c:pt idx="53">
                  <c:v>93.3</c:v>
                </c:pt>
                <c:pt idx="54">
                  <c:v>95.02</c:v>
                </c:pt>
                <c:pt idx="55">
                  <c:v>95.84</c:v>
                </c:pt>
                <c:pt idx="56">
                  <c:v>96.9</c:v>
                </c:pt>
                <c:pt idx="57">
                  <c:v>96.99</c:v>
                </c:pt>
                <c:pt idx="58">
                  <c:v>92.78</c:v>
                </c:pt>
                <c:pt idx="59">
                  <c:v>96.01</c:v>
                </c:pt>
                <c:pt idx="60">
                  <c:v>96.03</c:v>
                </c:pt>
                <c:pt idx="61">
                  <c:v>100.16</c:v>
                </c:pt>
                <c:pt idx="62">
                  <c:v>100.36</c:v>
                </c:pt>
                <c:pt idx="63">
                  <c:v>99.74</c:v>
                </c:pt>
                <c:pt idx="64">
                  <c:v>98.23</c:v>
                </c:pt>
                <c:pt idx="65">
                  <c:v>95.56</c:v>
                </c:pt>
                <c:pt idx="66">
                  <c:v>94.87</c:v>
                </c:pt>
                <c:pt idx="67">
                  <c:v>94.17</c:v>
                </c:pt>
                <c:pt idx="68">
                  <c:v>94.54</c:v>
                </c:pt>
                <c:pt idx="69">
                  <c:v>94.4</c:v>
                </c:pt>
                <c:pt idx="70">
                  <c:v>94.07</c:v>
                </c:pt>
                <c:pt idx="71">
                  <c:v>94.91</c:v>
                </c:pt>
                <c:pt idx="72">
                  <c:v>94.33</c:v>
                </c:pt>
                <c:pt idx="73">
                  <c:v>94.33</c:v>
                </c:pt>
                <c:pt idx="74">
                  <c:v>95.22</c:v>
                </c:pt>
                <c:pt idx="75">
                  <c:v>94.46</c:v>
                </c:pt>
                <c:pt idx="76">
                  <c:v>96.05</c:v>
                </c:pt>
                <c:pt idx="77">
                  <c:v>96.97</c:v>
                </c:pt>
                <c:pt idx="78">
                  <c:v>97.6</c:v>
                </c:pt>
                <c:pt idx="79">
                  <c:v>100.34</c:v>
                </c:pt>
                <c:pt idx="80">
                  <c:v>100.45</c:v>
                </c:pt>
                <c:pt idx="81">
                  <c:v>102.87</c:v>
                </c:pt>
                <c:pt idx="82">
                  <c:v>101.29</c:v>
                </c:pt>
                <c:pt idx="83">
                  <c:v>102.11</c:v>
                </c:pt>
                <c:pt idx="84">
                  <c:v>100.82</c:v>
                </c:pt>
                <c:pt idx="85">
                  <c:v>101.5</c:v>
                </c:pt>
                <c:pt idx="86">
                  <c:v>102.01</c:v>
                </c:pt>
                <c:pt idx="87">
                  <c:v>102.29</c:v>
                </c:pt>
                <c:pt idx="88">
                  <c:v>100.89</c:v>
                </c:pt>
                <c:pt idx="89">
                  <c:v>102.45</c:v>
                </c:pt>
                <c:pt idx="90">
                  <c:v>102.34</c:v>
                </c:pt>
                <c:pt idx="91">
                  <c:v>102.1</c:v>
                </c:pt>
                <c:pt idx="92">
                  <c:v>100.17</c:v>
                </c:pt>
                <c:pt idx="93">
                  <c:v>102.75</c:v>
                </c:pt>
                <c:pt idx="94">
                  <c:v>103.59</c:v>
                </c:pt>
                <c:pt idx="95">
                  <c:v>102.97</c:v>
                </c:pt>
                <c:pt idx="96">
                  <c:v>102.62</c:v>
                </c:pt>
                <c:pt idx="97">
                  <c:v>103.85</c:v>
                </c:pt>
                <c:pt idx="98">
                  <c:v>102.76</c:v>
                </c:pt>
                <c:pt idx="99">
                  <c:v>103.08</c:v>
                </c:pt>
                <c:pt idx="100">
                  <c:v>102.64</c:v>
                </c:pt>
                <c:pt idx="101">
                  <c:v>101.59</c:v>
                </c:pt>
                <c:pt idx="102">
                  <c:v>101.83</c:v>
                </c:pt>
                <c:pt idx="103">
                  <c:v>98.22</c:v>
                </c:pt>
                <c:pt idx="104">
                  <c:v>97.84</c:v>
                </c:pt>
                <c:pt idx="105">
                  <c:v>97.29</c:v>
                </c:pt>
                <c:pt idx="106">
                  <c:v>96.11</c:v>
                </c:pt>
                <c:pt idx="107">
                  <c:v>95.13</c:v>
                </c:pt>
                <c:pt idx="108">
                  <c:v>92.04</c:v>
                </c:pt>
                <c:pt idx="109">
                  <c:v>92.65</c:v>
                </c:pt>
                <c:pt idx="110">
                  <c:v>91.85</c:v>
                </c:pt>
                <c:pt idx="111">
                  <c:v>91.66</c:v>
                </c:pt>
                <c:pt idx="112">
                  <c:v>91.76</c:v>
                </c:pt>
                <c:pt idx="113">
                  <c:v>92.86</c:v>
                </c:pt>
                <c:pt idx="114">
                  <c:v>92.83</c:v>
                </c:pt>
                <c:pt idx="115">
                  <c:v>91.86</c:v>
                </c:pt>
                <c:pt idx="116">
                  <c:v>92.53</c:v>
                </c:pt>
                <c:pt idx="117">
                  <c:v>92.66</c:v>
                </c:pt>
                <c:pt idx="118">
                  <c:v>93.26</c:v>
                </c:pt>
                <c:pt idx="119">
                  <c:v>93.12</c:v>
                </c:pt>
                <c:pt idx="120">
                  <c:v>92.97</c:v>
                </c:pt>
                <c:pt idx="121">
                  <c:v>93.94</c:v>
                </c:pt>
                <c:pt idx="122">
                  <c:v>94.07</c:v>
                </c:pt>
                <c:pt idx="123">
                  <c:v>93.42</c:v>
                </c:pt>
                <c:pt idx="124">
                  <c:v>94.5</c:v>
                </c:pt>
                <c:pt idx="125">
                  <c:v>94.53</c:v>
                </c:pt>
                <c:pt idx="126">
                  <c:v>95.04</c:v>
                </c:pt>
                <c:pt idx="127">
                  <c:v>95.04</c:v>
                </c:pt>
                <c:pt idx="128">
                  <c:v>95.36</c:v>
                </c:pt>
                <c:pt idx="129">
                  <c:v>94.52</c:v>
                </c:pt>
                <c:pt idx="130">
                  <c:v>94.78</c:v>
                </c:pt>
                <c:pt idx="131">
                  <c:v>91.6</c:v>
                </c:pt>
                <c:pt idx="132">
                  <c:v>92.04</c:v>
                </c:pt>
                <c:pt idx="133">
                  <c:v>92.97</c:v>
                </c:pt>
                <c:pt idx="134">
                  <c:v>92.05</c:v>
                </c:pt>
                <c:pt idx="135">
                  <c:v>89.6</c:v>
                </c:pt>
                <c:pt idx="136">
                  <c:v>89.55</c:v>
                </c:pt>
                <c:pt idx="137">
                  <c:v>88.66</c:v>
                </c:pt>
                <c:pt idx="138">
                  <c:v>89.18</c:v>
                </c:pt>
                <c:pt idx="139">
                  <c:v>88.84</c:v>
                </c:pt>
                <c:pt idx="140">
                  <c:v>88.59</c:v>
                </c:pt>
                <c:pt idx="141">
                  <c:v>90.41</c:v>
                </c:pt>
                <c:pt idx="142">
                  <c:v>88.45</c:v>
                </c:pt>
                <c:pt idx="143">
                  <c:v>88.65</c:v>
                </c:pt>
                <c:pt idx="144">
                  <c:v>87.73</c:v>
                </c:pt>
                <c:pt idx="145">
                  <c:v>87.57</c:v>
                </c:pt>
                <c:pt idx="146">
                  <c:v>86.95</c:v>
                </c:pt>
                <c:pt idx="147">
                  <c:v>87.45</c:v>
                </c:pt>
                <c:pt idx="148">
                  <c:v>86.88</c:v>
                </c:pt>
                <c:pt idx="149">
                  <c:v>87.63</c:v>
                </c:pt>
                <c:pt idx="150">
                  <c:v>87.86</c:v>
                </c:pt>
                <c:pt idx="151">
                  <c:v>89.44</c:v>
                </c:pt>
                <c:pt idx="152">
                  <c:v>89.53</c:v>
                </c:pt>
                <c:pt idx="153">
                  <c:v>88.87</c:v>
                </c:pt>
                <c:pt idx="154">
                  <c:v>87.84</c:v>
                </c:pt>
                <c:pt idx="155">
                  <c:v>88.01</c:v>
                </c:pt>
                <c:pt idx="156">
                  <c:v>86.46</c:v>
                </c:pt>
                <c:pt idx="157">
                  <c:v>88.08</c:v>
                </c:pt>
                <c:pt idx="158">
                  <c:v>86.23</c:v>
                </c:pt>
                <c:pt idx="159">
                  <c:v>86.28</c:v>
                </c:pt>
                <c:pt idx="160">
                  <c:v>83.13</c:v>
                </c:pt>
                <c:pt idx="161">
                  <c:v>84.28</c:v>
                </c:pt>
                <c:pt idx="162">
                  <c:v>84.53</c:v>
                </c:pt>
                <c:pt idx="163">
                  <c:v>83.13</c:v>
                </c:pt>
                <c:pt idx="164">
                  <c:v>84.89</c:v>
                </c:pt>
                <c:pt idx="165">
                  <c:v>84.69</c:v>
                </c:pt>
                <c:pt idx="166">
                  <c:v>85.97</c:v>
                </c:pt>
                <c:pt idx="167">
                  <c:v>85.39</c:v>
                </c:pt>
                <c:pt idx="168">
                  <c:v>86.68</c:v>
                </c:pt>
                <c:pt idx="169">
                  <c:v>84.77</c:v>
                </c:pt>
                <c:pt idx="170">
                  <c:v>83.92</c:v>
                </c:pt>
                <c:pt idx="171">
                  <c:v>84.13</c:v>
                </c:pt>
                <c:pt idx="172">
                  <c:v>83.63</c:v>
                </c:pt>
                <c:pt idx="173">
                  <c:v>83.04</c:v>
                </c:pt>
                <c:pt idx="174">
                  <c:v>83.73</c:v>
                </c:pt>
                <c:pt idx="175">
                  <c:v>83.16</c:v>
                </c:pt>
                <c:pt idx="176">
                  <c:v>82.56</c:v>
                </c:pt>
                <c:pt idx="177">
                  <c:v>82.17</c:v>
                </c:pt>
                <c:pt idx="178">
                  <c:v>81.7</c:v>
                </c:pt>
                <c:pt idx="179">
                  <c:v>80.79</c:v>
                </c:pt>
                <c:pt idx="180">
                  <c:v>81.62</c:v>
                </c:pt>
                <c:pt idx="181">
                  <c:v>81.2</c:v>
                </c:pt>
                <c:pt idx="182">
                  <c:v>82.24</c:v>
                </c:pt>
                <c:pt idx="183">
                  <c:v>82.03</c:v>
                </c:pt>
                <c:pt idx="184">
                  <c:v>81.95</c:v>
                </c:pt>
                <c:pt idx="185">
                  <c:v>81.49</c:v>
                </c:pt>
                <c:pt idx="186">
                  <c:v>80.66</c:v>
                </c:pt>
                <c:pt idx="187">
                  <c:v>80.04</c:v>
                </c:pt>
                <c:pt idx="188">
                  <c:v>80.23</c:v>
                </c:pt>
                <c:pt idx="189">
                  <c:v>79.72</c:v>
                </c:pt>
                <c:pt idx="190">
                  <c:v>79.5</c:v>
                </c:pt>
                <c:pt idx="191">
                  <c:v>79.16</c:v>
                </c:pt>
                <c:pt idx="192">
                  <c:v>78.2</c:v>
                </c:pt>
                <c:pt idx="193">
                  <c:v>78.78</c:v>
                </c:pt>
                <c:pt idx="194">
                  <c:v>78.94</c:v>
                </c:pt>
                <c:pt idx="195">
                  <c:v>77.59</c:v>
                </c:pt>
                <c:pt idx="196">
                  <c:v>76.92</c:v>
                </c:pt>
                <c:pt idx="197">
                  <c:v>78.05</c:v>
                </c:pt>
                <c:pt idx="198">
                  <c:v>76.72</c:v>
                </c:pt>
                <c:pt idx="199">
                  <c:v>77.86</c:v>
                </c:pt>
                <c:pt idx="200">
                  <c:v>79.4</c:v>
                </c:pt>
                <c:pt idx="201">
                  <c:v>78.55</c:v>
                </c:pt>
                <c:pt idx="202">
                  <c:v>80</c:v>
                </c:pt>
                <c:pt idx="203">
                  <c:v>82.32</c:v>
                </c:pt>
                <c:pt idx="204">
                  <c:v>85.54</c:v>
                </c:pt>
                <c:pt idx="205">
                  <c:v>85.01</c:v>
                </c:pt>
                <c:pt idx="206">
                  <c:v>85.14</c:v>
                </c:pt>
                <c:pt idx="207">
                  <c:v>84.14</c:v>
                </c:pt>
                <c:pt idx="208">
                  <c:v>83.53</c:v>
                </c:pt>
                <c:pt idx="209">
                  <c:v>83.51</c:v>
                </c:pt>
                <c:pt idx="210">
                  <c:v>81.82</c:v>
                </c:pt>
                <c:pt idx="211">
                  <c:v>81.79</c:v>
                </c:pt>
                <c:pt idx="212">
                  <c:v>81.26</c:v>
                </c:pt>
                <c:pt idx="213">
                  <c:v>80.59</c:v>
                </c:pt>
                <c:pt idx="214">
                  <c:v>80.26</c:v>
                </c:pt>
                <c:pt idx="215">
                  <c:v>80.42</c:v>
                </c:pt>
                <c:pt idx="216">
                  <c:v>80.96</c:v>
                </c:pt>
                <c:pt idx="217">
                  <c:v>80.56</c:v>
                </c:pt>
                <c:pt idx="218">
                  <c:v>80.37</c:v>
                </c:pt>
                <c:pt idx="219">
                  <c:v>80.28</c:v>
                </c:pt>
                <c:pt idx="220">
                  <c:v>79.97</c:v>
                </c:pt>
                <c:pt idx="221">
                  <c:v>79.84</c:v>
                </c:pt>
                <c:pt idx="222">
                  <c:v>81.81</c:v>
                </c:pt>
                <c:pt idx="223">
                  <c:v>81.95</c:v>
                </c:pt>
                <c:pt idx="224">
                  <c:v>81.59</c:v>
                </c:pt>
                <c:pt idx="225">
                  <c:v>82.63</c:v>
                </c:pt>
                <c:pt idx="226">
                  <c:v>83.93</c:v>
                </c:pt>
                <c:pt idx="227">
                  <c:v>83.48</c:v>
                </c:pt>
                <c:pt idx="228">
                  <c:v>85.51</c:v>
                </c:pt>
                <c:pt idx="229">
                  <c:v>85.88</c:v>
                </c:pt>
                <c:pt idx="230">
                  <c:v>85.08</c:v>
                </c:pt>
                <c:pt idx="231">
                  <c:v>84.29</c:v>
                </c:pt>
                <c:pt idx="232">
                  <c:v>84.55</c:v>
                </c:pt>
                <c:pt idx="233">
                  <c:v>84.12</c:v>
                </c:pt>
                <c:pt idx="234">
                  <c:v>83.78</c:v>
                </c:pt>
                <c:pt idx="235">
                  <c:v>84.1</c:v>
                </c:pt>
                <c:pt idx="236">
                  <c:v>84.59</c:v>
                </c:pt>
                <c:pt idx="237">
                  <c:v>83.93</c:v>
                </c:pt>
                <c:pt idx="238">
                  <c:v>86.18</c:v>
                </c:pt>
                <c:pt idx="239">
                  <c:v>86.99</c:v>
                </c:pt>
                <c:pt idx="240">
                  <c:v>87.93</c:v>
                </c:pt>
                <c:pt idx="241">
                  <c:v>86.48</c:v>
                </c:pt>
                <c:pt idx="242">
                  <c:v>87.36</c:v>
                </c:pt>
                <c:pt idx="243">
                  <c:v>86.75</c:v>
                </c:pt>
                <c:pt idx="244">
                  <c:v>86.83</c:v>
                </c:pt>
                <c:pt idx="245">
                  <c:v>85.99</c:v>
                </c:pt>
                <c:pt idx="246">
                  <c:v>87.58</c:v>
                </c:pt>
                <c:pt idx="247">
                  <c:v>88.02</c:v>
                </c:pt>
                <c:pt idx="248">
                  <c:v>87.57</c:v>
                </c:pt>
                <c:pt idx="249">
                  <c:v>86.18</c:v>
                </c:pt>
                <c:pt idx="250">
                  <c:v>86.1</c:v>
                </c:pt>
                <c:pt idx="251">
                  <c:v>86.92</c:v>
                </c:pt>
                <c:pt idx="252">
                  <c:v>86.18</c:v>
                </c:pt>
                <c:pt idx="253">
                  <c:v>87.4</c:v>
                </c:pt>
                <c:pt idx="254">
                  <c:v>86.5</c:v>
                </c:pt>
                <c:pt idx="255">
                  <c:v>87.41</c:v>
                </c:pt>
                <c:pt idx="256">
                  <c:v>87.28</c:v>
                </c:pt>
                <c:pt idx="257">
                  <c:v>87.7</c:v>
                </c:pt>
                <c:pt idx="258">
                  <c:v>86.51</c:v>
                </c:pt>
                <c:pt idx="259">
                  <c:v>88.76</c:v>
                </c:pt>
                <c:pt idx="260">
                  <c:v>88.95</c:v>
                </c:pt>
                <c:pt idx="261">
                  <c:v>89.43</c:v>
                </c:pt>
                <c:pt idx="262">
                  <c:v>86.86</c:v>
                </c:pt>
                <c:pt idx="263">
                  <c:v>88.16</c:v>
                </c:pt>
                <c:pt idx="264">
                  <c:v>89.03</c:v>
                </c:pt>
                <c:pt idx="265">
                  <c:v>91.37</c:v>
                </c:pt>
                <c:pt idx="266">
                  <c:v>90.66</c:v>
                </c:pt>
                <c:pt idx="267">
                  <c:v>90.75</c:v>
                </c:pt>
                <c:pt idx="268">
                  <c:v>91.26</c:v>
                </c:pt>
                <c:pt idx="269">
                  <c:v>91.23</c:v>
                </c:pt>
                <c:pt idx="270">
                  <c:v>91.68</c:v>
                </c:pt>
                <c:pt idx="271">
                  <c:v>90.55</c:v>
                </c:pt>
                <c:pt idx="272">
                  <c:v>91.21</c:v>
                </c:pt>
                <c:pt idx="273">
                  <c:v>93.9</c:v>
                </c:pt>
                <c:pt idx="274">
                  <c:v>93.71</c:v>
                </c:pt>
                <c:pt idx="275">
                  <c:v>95.41</c:v>
                </c:pt>
                <c:pt idx="276">
                  <c:v>96.51</c:v>
                </c:pt>
                <c:pt idx="277">
                  <c:v>97.33</c:v>
                </c:pt>
                <c:pt idx="278">
                  <c:v>95.8</c:v>
                </c:pt>
                <c:pt idx="279">
                  <c:v>94.25</c:v>
                </c:pt>
                <c:pt idx="280">
                  <c:v>94.92</c:v>
                </c:pt>
                <c:pt idx="281">
                  <c:v>96.66</c:v>
                </c:pt>
                <c:pt idx="282">
                  <c:v>96.36</c:v>
                </c:pt>
                <c:pt idx="283">
                  <c:v>98.1</c:v>
                </c:pt>
                <c:pt idx="284">
                  <c:v>100.81</c:v>
                </c:pt>
                <c:pt idx="285">
                  <c:v>103.55</c:v>
                </c:pt>
                <c:pt idx="286">
                  <c:v>103.75</c:v>
                </c:pt>
                <c:pt idx="287">
                  <c:v>103.82</c:v>
                </c:pt>
                <c:pt idx="288">
                  <c:v>103.64</c:v>
                </c:pt>
                <c:pt idx="289">
                  <c:v>104.89</c:v>
                </c:pt>
                <c:pt idx="290">
                  <c:v>106.22</c:v>
                </c:pt>
                <c:pt idx="291">
                  <c:v>105</c:v>
                </c:pt>
                <c:pt idx="292">
                  <c:v>103.5</c:v>
                </c:pt>
                <c:pt idx="293">
                  <c:v>104.24</c:v>
                </c:pt>
                <c:pt idx="294">
                  <c:v>104.86</c:v>
                </c:pt>
                <c:pt idx="295">
                  <c:v>102.54</c:v>
                </c:pt>
                <c:pt idx="296">
                  <c:v>100.21</c:v>
                </c:pt>
                <c:pt idx="297">
                  <c:v>99.86</c:v>
                </c:pt>
                <c:pt idx="298">
                  <c:v>99.69</c:v>
                </c:pt>
                <c:pt idx="299">
                  <c:v>100.73</c:v>
                </c:pt>
                <c:pt idx="300">
                  <c:v>99.88</c:v>
                </c:pt>
                <c:pt idx="301">
                  <c:v>103.3</c:v>
                </c:pt>
                <c:pt idx="302">
                  <c:v>102.49</c:v>
                </c:pt>
                <c:pt idx="303">
                  <c:v>103.91</c:v>
                </c:pt>
                <c:pt idx="304">
                  <c:v>105.69</c:v>
                </c:pt>
                <c:pt idx="305">
                  <c:v>108.45</c:v>
                </c:pt>
                <c:pt idx="306">
                  <c:v>106.32</c:v>
                </c:pt>
                <c:pt idx="307">
                  <c:v>107</c:v>
                </c:pt>
                <c:pt idx="308">
                  <c:v>102.06</c:v>
                </c:pt>
                <c:pt idx="309">
                  <c:v>102.34</c:v>
                </c:pt>
                <c:pt idx="310">
                  <c:v>101.89</c:v>
                </c:pt>
                <c:pt idx="311">
                  <c:v>102.75</c:v>
                </c:pt>
                <c:pt idx="312">
                  <c:v>103.04</c:v>
                </c:pt>
                <c:pt idx="313">
                  <c:v>105.43</c:v>
                </c:pt>
                <c:pt idx="314">
                  <c:v>105.45</c:v>
                </c:pt>
                <c:pt idx="315">
                  <c:v>107.74</c:v>
                </c:pt>
                <c:pt idx="316">
                  <c:v>112.4</c:v>
                </c:pt>
                <c:pt idx="317">
                  <c:v>110.83</c:v>
                </c:pt>
                <c:pt idx="318">
                  <c:v>111.67</c:v>
                </c:pt>
                <c:pt idx="319">
                  <c:v>109.48</c:v>
                </c:pt>
                <c:pt idx="320">
                  <c:v>109.48</c:v>
                </c:pt>
                <c:pt idx="321">
                  <c:v>109.97</c:v>
                </c:pt>
                <c:pt idx="322">
                  <c:v>108.51</c:v>
                </c:pt>
                <c:pt idx="323">
                  <c:v>111.08</c:v>
                </c:pt>
                <c:pt idx="324">
                  <c:v>109.62</c:v>
                </c:pt>
                <c:pt idx="325">
                  <c:v>110.64</c:v>
                </c:pt>
                <c:pt idx="326">
                  <c:v>109.2</c:v>
                </c:pt>
                <c:pt idx="327">
                  <c:v>109.37</c:v>
                </c:pt>
                <c:pt idx="328">
                  <c:v>110.11</c:v>
                </c:pt>
                <c:pt idx="329">
                  <c:v>111.51</c:v>
                </c:pt>
                <c:pt idx="330">
                  <c:v>110.25</c:v>
                </c:pt>
                <c:pt idx="331">
                  <c:v>108.77</c:v>
                </c:pt>
                <c:pt idx="332">
                  <c:v>105.4</c:v>
                </c:pt>
                <c:pt idx="333">
                  <c:v>106.26</c:v>
                </c:pt>
                <c:pt idx="334">
                  <c:v>105.15</c:v>
                </c:pt>
                <c:pt idx="335">
                  <c:v>104.37</c:v>
                </c:pt>
                <c:pt idx="336">
                  <c:v>105.23</c:v>
                </c:pt>
                <c:pt idx="337">
                  <c:v>106.84</c:v>
                </c:pt>
                <c:pt idx="338">
                  <c:v>107.26</c:v>
                </c:pt>
                <c:pt idx="339">
                  <c:v>105.71</c:v>
                </c:pt>
                <c:pt idx="340">
                  <c:v>106.22</c:v>
                </c:pt>
                <c:pt idx="341">
                  <c:v>106.54</c:v>
                </c:pt>
                <c:pt idx="342">
                  <c:v>106.33</c:v>
                </c:pt>
                <c:pt idx="343">
                  <c:v>106.64</c:v>
                </c:pt>
                <c:pt idx="344">
                  <c:v>106.63</c:v>
                </c:pt>
                <c:pt idx="345">
                  <c:v>106.27</c:v>
                </c:pt>
                <c:pt idx="346">
                  <c:v>106.43</c:v>
                </c:pt>
                <c:pt idx="347">
                  <c:v>106.37</c:v>
                </c:pt>
                <c:pt idx="348">
                  <c:v>106.79</c:v>
                </c:pt>
                <c:pt idx="349">
                  <c:v>108.34</c:v>
                </c:pt>
                <c:pt idx="350">
                  <c:v>108.21</c:v>
                </c:pt>
                <c:pt idx="351">
                  <c:v>105.11</c:v>
                </c:pt>
                <c:pt idx="352">
                  <c:v>104.64</c:v>
                </c:pt>
                <c:pt idx="353">
                  <c:v>104.1</c:v>
                </c:pt>
                <c:pt idx="354">
                  <c:v>101.11</c:v>
                </c:pt>
                <c:pt idx="355">
                  <c:v>101.73</c:v>
                </c:pt>
                <c:pt idx="356">
                  <c:v>101.12</c:v>
                </c:pt>
                <c:pt idx="357">
                  <c:v>100.35</c:v>
                </c:pt>
                <c:pt idx="358">
                  <c:v>101.21</c:v>
                </c:pt>
                <c:pt idx="359">
                  <c:v>100.56</c:v>
                </c:pt>
                <c:pt idx="360">
                  <c:v>100.25</c:v>
                </c:pt>
                <c:pt idx="361">
                  <c:v>100.5</c:v>
                </c:pt>
                <c:pt idx="362">
                  <c:v>99.74</c:v>
                </c:pt>
                <c:pt idx="363">
                  <c:v>100.46</c:v>
                </c:pt>
                <c:pt idx="364">
                  <c:v>99.46</c:v>
                </c:pt>
                <c:pt idx="365">
                  <c:v>100.28</c:v>
                </c:pt>
                <c:pt idx="366">
                  <c:v>100.84</c:v>
                </c:pt>
                <c:pt idx="367">
                  <c:v>100.41</c:v>
                </c:pt>
                <c:pt idx="368">
                  <c:v>99.7</c:v>
                </c:pt>
                <c:pt idx="369">
                  <c:v>101.43</c:v>
                </c:pt>
                <c:pt idx="370">
                  <c:v>100.73</c:v>
                </c:pt>
                <c:pt idx="371">
                  <c:v>100.76</c:v>
                </c:pt>
                <c:pt idx="372">
                  <c:v>99.81</c:v>
                </c:pt>
                <c:pt idx="373">
                  <c:v>100.09</c:v>
                </c:pt>
                <c:pt idx="374">
                  <c:v>100.44</c:v>
                </c:pt>
                <c:pt idx="375">
                  <c:v>101.09</c:v>
                </c:pt>
                <c:pt idx="376">
                  <c:v>100.92</c:v>
                </c:pt>
                <c:pt idx="377">
                  <c:v>101.56</c:v>
                </c:pt>
                <c:pt idx="378">
                  <c:v>100.3</c:v>
                </c:pt>
                <c:pt idx="379">
                  <c:v>101.02</c:v>
                </c:pt>
                <c:pt idx="380">
                  <c:v>99.47</c:v>
                </c:pt>
                <c:pt idx="381">
                  <c:v>98.74</c:v>
                </c:pt>
                <c:pt idx="382">
                  <c:v>97.67</c:v>
                </c:pt>
                <c:pt idx="383">
                  <c:v>96.63</c:v>
                </c:pt>
                <c:pt idx="384">
                  <c:v>96.72</c:v>
                </c:pt>
                <c:pt idx="385">
                  <c:v>94.52</c:v>
                </c:pt>
                <c:pt idx="386">
                  <c:v>93.93</c:v>
                </c:pt>
                <c:pt idx="387">
                  <c:v>94.15</c:v>
                </c:pt>
                <c:pt idx="388">
                  <c:v>92.39</c:v>
                </c:pt>
                <c:pt idx="389">
                  <c:v>92.47</c:v>
                </c:pt>
                <c:pt idx="390">
                  <c:v>92.66</c:v>
                </c:pt>
                <c:pt idx="391">
                  <c:v>91.77</c:v>
                </c:pt>
                <c:pt idx="392">
                  <c:v>92.09</c:v>
                </c:pt>
                <c:pt idx="393">
                  <c:v>92.13</c:v>
                </c:pt>
                <c:pt idx="394">
                  <c:v>92.5</c:v>
                </c:pt>
                <c:pt idx="395">
                  <c:v>93.36</c:v>
                </c:pt>
                <c:pt idx="396">
                  <c:v>92.98</c:v>
                </c:pt>
                <c:pt idx="397">
                  <c:v>93.27</c:v>
                </c:pt>
                <c:pt idx="398">
                  <c:v>94.88</c:v>
                </c:pt>
                <c:pt idx="399">
                  <c:v>94.22</c:v>
                </c:pt>
                <c:pt idx="400">
                  <c:v>94.35</c:v>
                </c:pt>
                <c:pt idx="401">
                  <c:v>93.82</c:v>
                </c:pt>
                <c:pt idx="402">
                  <c:v>93.04</c:v>
                </c:pt>
                <c:pt idx="403">
                  <c:v>93.94</c:v>
                </c:pt>
                <c:pt idx="404">
                  <c:v>91.93</c:v>
                </c:pt>
                <c:pt idx="405">
                  <c:v>91.93</c:v>
                </c:pt>
                <c:pt idx="406">
                  <c:v>92.94</c:v>
                </c:pt>
                <c:pt idx="407">
                  <c:v>92.22</c:v>
                </c:pt>
                <c:pt idx="408">
                  <c:v>90.23</c:v>
                </c:pt>
                <c:pt idx="409">
                  <c:v>89.54</c:v>
                </c:pt>
                <c:pt idx="410">
                  <c:v>89</c:v>
                </c:pt>
                <c:pt idx="411">
                  <c:v>88.28</c:v>
                </c:pt>
                <c:pt idx="412">
                  <c:v>86.26</c:v>
                </c:pt>
                <c:pt idx="413">
                  <c:v>86.78</c:v>
                </c:pt>
                <c:pt idx="414">
                  <c:v>85.65</c:v>
                </c:pt>
                <c:pt idx="415">
                  <c:v>85.88</c:v>
                </c:pt>
                <c:pt idx="416">
                  <c:v>85.14</c:v>
                </c:pt>
                <c:pt idx="417">
                  <c:v>85.17</c:v>
                </c:pt>
                <c:pt idx="418">
                  <c:v>86.12</c:v>
                </c:pt>
                <c:pt idx="419">
                  <c:v>86.27</c:v>
                </c:pt>
                <c:pt idx="420">
                  <c:v>85.32</c:v>
                </c:pt>
                <c:pt idx="421">
                  <c:v>84.49</c:v>
                </c:pt>
                <c:pt idx="422">
                  <c:v>82.33</c:v>
                </c:pt>
                <c:pt idx="423">
                  <c:v>81.5</c:v>
                </c:pt>
                <c:pt idx="424">
                  <c:v>82.25</c:v>
                </c:pt>
                <c:pt idx="425">
                  <c:v>82.82</c:v>
                </c:pt>
                <c:pt idx="426">
                  <c:v>82.23</c:v>
                </c:pt>
                <c:pt idx="427">
                  <c:v>82.63</c:v>
                </c:pt>
                <c:pt idx="428">
                  <c:v>83.04</c:v>
                </c:pt>
                <c:pt idx="429">
                  <c:v>83.77</c:v>
                </c:pt>
                <c:pt idx="430">
                  <c:v>83.6</c:v>
                </c:pt>
                <c:pt idx="431">
                  <c:v>83.03</c:v>
                </c:pt>
                <c:pt idx="432">
                  <c:v>80.98</c:v>
                </c:pt>
                <c:pt idx="433">
                  <c:v>80.6</c:v>
                </c:pt>
                <c:pt idx="434">
                  <c:v>79.86</c:v>
                </c:pt>
                <c:pt idx="435">
                  <c:v>79.34</c:v>
                </c:pt>
                <c:pt idx="436">
                  <c:v>80.57</c:v>
                </c:pt>
                <c:pt idx="437">
                  <c:v>80.43</c:v>
                </c:pt>
                <c:pt idx="438">
                  <c:v>80.26</c:v>
                </c:pt>
                <c:pt idx="439">
                  <c:v>79.22</c:v>
                </c:pt>
                <c:pt idx="440">
                  <c:v>74.66</c:v>
                </c:pt>
                <c:pt idx="441">
                  <c:v>77.88</c:v>
                </c:pt>
                <c:pt idx="442">
                  <c:v>78.97</c:v>
                </c:pt>
                <c:pt idx="443">
                  <c:v>78.95</c:v>
                </c:pt>
                <c:pt idx="444">
                  <c:v>79.86</c:v>
                </c:pt>
                <c:pt idx="445">
                  <c:v>78.72</c:v>
                </c:pt>
                <c:pt idx="446">
                  <c:v>78.38</c:v>
                </c:pt>
                <c:pt idx="447">
                  <c:v>78.77</c:v>
                </c:pt>
                <c:pt idx="448">
                  <c:v>77.84</c:v>
                </c:pt>
                <c:pt idx="449">
                  <c:v>77.84</c:v>
                </c:pt>
                <c:pt idx="450">
                  <c:v>77.46</c:v>
                </c:pt>
                <c:pt idx="451">
                  <c:v>79.9</c:v>
                </c:pt>
                <c:pt idx="452">
                  <c:v>78.85</c:v>
                </c:pt>
                <c:pt idx="453">
                  <c:v>79.21</c:v>
                </c:pt>
                <c:pt idx="454">
                  <c:v>79.83</c:v>
                </c:pt>
                <c:pt idx="455">
                  <c:v>80.22</c:v>
                </c:pt>
                <c:pt idx="456">
                  <c:v>80.74</c:v>
                </c:pt>
                <c:pt idx="457">
                  <c:v>80.66</c:v>
                </c:pt>
                <c:pt idx="458">
                  <c:v>81.04</c:v>
                </c:pt>
                <c:pt idx="459">
                  <c:v>80.89</c:v>
                </c:pt>
                <c:pt idx="460">
                  <c:v>81.02</c:v>
                </c:pt>
                <c:pt idx="461">
                  <c:v>82.67</c:v>
                </c:pt>
                <c:pt idx="462">
                  <c:v>82.13</c:v>
                </c:pt>
                <c:pt idx="463">
                  <c:v>81.78</c:v>
                </c:pt>
                <c:pt idx="464">
                  <c:v>82.87</c:v>
                </c:pt>
                <c:pt idx="465">
                  <c:v>81.64</c:v>
                </c:pt>
                <c:pt idx="466">
                  <c:v>83.01</c:v>
                </c:pt>
                <c:pt idx="467">
                  <c:v>82.76</c:v>
                </c:pt>
                <c:pt idx="468">
                  <c:v>83.8</c:v>
                </c:pt>
                <c:pt idx="469">
                  <c:v>83.11</c:v>
                </c:pt>
                <c:pt idx="470">
                  <c:v>82.51</c:v>
                </c:pt>
                <c:pt idx="471">
                  <c:v>81.58</c:v>
                </c:pt>
                <c:pt idx="472">
                  <c:v>80.9</c:v>
                </c:pt>
                <c:pt idx="473">
                  <c:v>81.28</c:v>
                </c:pt>
                <c:pt idx="474">
                  <c:v>80.9</c:v>
                </c:pt>
                <c:pt idx="475">
                  <c:v>81.5</c:v>
                </c:pt>
                <c:pt idx="476">
                  <c:v>80.25</c:v>
                </c:pt>
                <c:pt idx="477">
                  <c:v>79.88</c:v>
                </c:pt>
                <c:pt idx="478">
                  <c:v>79.25</c:v>
                </c:pt>
                <c:pt idx="479">
                  <c:v>79.58</c:v>
                </c:pt>
                <c:pt idx="480">
                  <c:v>78.8</c:v>
                </c:pt>
                <c:pt idx="481">
                  <c:v>78.33</c:v>
                </c:pt>
                <c:pt idx="482">
                  <c:v>78.6</c:v>
                </c:pt>
                <c:pt idx="483">
                  <c:v>78.56</c:v>
                </c:pt>
                <c:pt idx="484">
                  <c:v>78.01</c:v>
                </c:pt>
                <c:pt idx="485">
                  <c:v>80.01</c:v>
                </c:pt>
                <c:pt idx="486">
                  <c:v>80.71</c:v>
                </c:pt>
                <c:pt idx="487">
                  <c:v>81.75</c:v>
                </c:pt>
                <c:pt idx="488">
                  <c:v>82.61</c:v>
                </c:pt>
                <c:pt idx="489">
                  <c:v>80.84</c:v>
                </c:pt>
                <c:pt idx="490">
                  <c:v>81.15</c:v>
                </c:pt>
                <c:pt idx="491">
                  <c:v>81.32</c:v>
                </c:pt>
                <c:pt idx="492">
                  <c:v>82.66</c:v>
                </c:pt>
                <c:pt idx="493">
                  <c:v>82.16</c:v>
                </c:pt>
                <c:pt idx="494">
                  <c:v>81.82</c:v>
                </c:pt>
                <c:pt idx="495">
                  <c:v>82.78</c:v>
                </c:pt>
                <c:pt idx="496">
                  <c:v>82.36</c:v>
                </c:pt>
                <c:pt idx="497">
                  <c:v>82.79</c:v>
                </c:pt>
                <c:pt idx="498">
                  <c:v>84.8</c:v>
                </c:pt>
                <c:pt idx="499">
                  <c:v>83.7</c:v>
                </c:pt>
                <c:pt idx="500">
                  <c:v>84.54</c:v>
                </c:pt>
                <c:pt idx="501">
                  <c:v>83.9</c:v>
                </c:pt>
                <c:pt idx="502">
                  <c:v>85.22</c:v>
                </c:pt>
                <c:pt idx="503">
                  <c:v>84.98</c:v>
                </c:pt>
                <c:pt idx="504">
                  <c:v>87.07</c:v>
                </c:pt>
                <c:pt idx="505">
                  <c:v>87.33</c:v>
                </c:pt>
                <c:pt idx="506">
                  <c:v>83.96</c:v>
                </c:pt>
                <c:pt idx="507">
                  <c:v>82.94</c:v>
                </c:pt>
                <c:pt idx="508">
                  <c:v>82.23</c:v>
                </c:pt>
                <c:pt idx="509">
                  <c:v>83.03</c:v>
                </c:pt>
                <c:pt idx="510">
                  <c:v>80.56</c:v>
                </c:pt>
                <c:pt idx="511">
                  <c:v>79.89</c:v>
                </c:pt>
                <c:pt idx="512">
                  <c:v>79.9</c:v>
                </c:pt>
                <c:pt idx="513">
                  <c:v>80.64</c:v>
                </c:pt>
                <c:pt idx="514">
                  <c:v>79.31</c:v>
                </c:pt>
                <c:pt idx="515">
                  <c:v>83.52</c:v>
                </c:pt>
                <c:pt idx="516">
                  <c:v>81.05</c:v>
                </c:pt>
                <c:pt idx="517">
                  <c:v>82.76</c:v>
                </c:pt>
                <c:pt idx="518">
                  <c:v>80.4</c:v>
                </c:pt>
                <c:pt idx="519">
                  <c:v>80.88</c:v>
                </c:pt>
                <c:pt idx="520">
                  <c:v>81.22</c:v>
                </c:pt>
                <c:pt idx="521">
                  <c:v>82.57</c:v>
                </c:pt>
                <c:pt idx="522">
                  <c:v>83.94</c:v>
                </c:pt>
                <c:pt idx="523">
                  <c:v>83.29</c:v>
                </c:pt>
                <c:pt idx="524">
                  <c:v>82.86</c:v>
                </c:pt>
                <c:pt idx="525">
                  <c:v>82.87</c:v>
                </c:pt>
                <c:pt idx="526">
                  <c:v>87.47</c:v>
                </c:pt>
                <c:pt idx="527">
                  <c:v>87.07</c:v>
                </c:pt>
                <c:pt idx="528">
                  <c:v>89.95</c:v>
                </c:pt>
                <c:pt idx="529">
                  <c:v>88.81</c:v>
                </c:pt>
                <c:pt idx="530">
                  <c:v>89.19</c:v>
                </c:pt>
                <c:pt idx="531">
                  <c:v>88.01</c:v>
                </c:pt>
                <c:pt idx="532">
                  <c:v>89.67</c:v>
                </c:pt>
                <c:pt idx="533">
                  <c:v>90.25</c:v>
                </c:pt>
                <c:pt idx="534">
                  <c:v>90.99</c:v>
                </c:pt>
                <c:pt idx="535">
                  <c:v>89.52</c:v>
                </c:pt>
                <c:pt idx="536">
                  <c:v>89.99</c:v>
                </c:pt>
                <c:pt idx="537">
                  <c:v>92.14</c:v>
                </c:pt>
                <c:pt idx="538">
                  <c:v>94.72</c:v>
                </c:pt>
                <c:pt idx="539">
                  <c:v>97.05</c:v>
                </c:pt>
                <c:pt idx="540">
                  <c:v>92.38</c:v>
                </c:pt>
                <c:pt idx="541">
                  <c:v>94.36</c:v>
                </c:pt>
                <c:pt idx="542">
                  <c:v>93.59</c:v>
                </c:pt>
                <c:pt idx="543">
                  <c:v>92.32</c:v>
                </c:pt>
                <c:pt idx="544">
                  <c:v>92.18</c:v>
                </c:pt>
                <c:pt idx="545">
                  <c:v>92.46</c:v>
                </c:pt>
                <c:pt idx="546">
                  <c:v>93.09</c:v>
                </c:pt>
                <c:pt idx="547">
                  <c:v>92.83</c:v>
                </c:pt>
                <c:pt idx="548">
                  <c:v>94.77</c:v>
                </c:pt>
                <c:pt idx="549">
                  <c:v>93.53</c:v>
                </c:pt>
                <c:pt idx="550">
                  <c:v>92.82</c:v>
                </c:pt>
                <c:pt idx="551">
                  <c:v>89.96</c:v>
                </c:pt>
                <c:pt idx="552">
                  <c:v>89.79</c:v>
                </c:pt>
                <c:pt idx="553">
                  <c:v>89.12</c:v>
                </c:pt>
                <c:pt idx="554">
                  <c:v>89.09</c:v>
                </c:pt>
                <c:pt idx="555">
                  <c:v>89.7</c:v>
                </c:pt>
                <c:pt idx="556">
                  <c:v>93.08</c:v>
                </c:pt>
                <c:pt idx="557">
                  <c:v>93.13</c:v>
                </c:pt>
                <c:pt idx="558">
                  <c:v>95.03</c:v>
                </c:pt>
                <c:pt idx="559">
                  <c:v>93.93</c:v>
                </c:pt>
                <c:pt idx="560">
                  <c:v>93.5</c:v>
                </c:pt>
                <c:pt idx="561">
                  <c:v>93.63</c:v>
                </c:pt>
                <c:pt idx="562">
                  <c:v>93.74</c:v>
                </c:pt>
                <c:pt idx="563">
                  <c:v>94.02</c:v>
                </c:pt>
                <c:pt idx="564">
                  <c:v>95.14</c:v>
                </c:pt>
                <c:pt idx="565">
                  <c:v>93.28</c:v>
                </c:pt>
                <c:pt idx="566">
                  <c:v>94.11</c:v>
                </c:pt>
                <c:pt idx="567">
                  <c:v>93.79</c:v>
                </c:pt>
                <c:pt idx="568">
                  <c:v>92.54</c:v>
                </c:pt>
                <c:pt idx="569">
                  <c:v>92.62</c:v>
                </c:pt>
                <c:pt idx="570">
                  <c:v>94.08</c:v>
                </c:pt>
                <c:pt idx="571">
                  <c:v>92.75</c:v>
                </c:pt>
                <c:pt idx="572">
                  <c:v>92.78</c:v>
                </c:pt>
                <c:pt idx="573">
                  <c:v>92.49</c:v>
                </c:pt>
                <c:pt idx="574">
                  <c:v>92.65</c:v>
                </c:pt>
                <c:pt idx="575">
                  <c:v>93.02</c:v>
                </c:pt>
                <c:pt idx="576">
                  <c:v>93.53</c:v>
                </c:pt>
                <c:pt idx="577">
                  <c:v>93.54</c:v>
                </c:pt>
                <c:pt idx="578">
                  <c:v>96.89</c:v>
                </c:pt>
                <c:pt idx="579">
                  <c:v>97.21</c:v>
                </c:pt>
                <c:pt idx="580">
                  <c:v>96.73</c:v>
                </c:pt>
                <c:pt idx="581">
                  <c:v>96.58</c:v>
                </c:pt>
                <c:pt idx="582">
                  <c:v>95.75</c:v>
                </c:pt>
                <c:pt idx="583">
                  <c:v>94.82</c:v>
                </c:pt>
                <c:pt idx="584">
                  <c:v>94.44</c:v>
                </c:pt>
                <c:pt idx="585">
                  <c:v>94.1</c:v>
                </c:pt>
                <c:pt idx="586">
                  <c:v>92.04</c:v>
                </c:pt>
                <c:pt idx="587">
                  <c:v>92.87</c:v>
                </c:pt>
                <c:pt idx="588">
                  <c:v>93.14</c:v>
                </c:pt>
                <c:pt idx="589">
                  <c:v>91.85</c:v>
                </c:pt>
                <c:pt idx="590">
                  <c:v>90.99</c:v>
                </c:pt>
                <c:pt idx="591">
                  <c:v>91.6</c:v>
                </c:pt>
                <c:pt idx="592">
                  <c:v>93.92</c:v>
                </c:pt>
                <c:pt idx="593">
                  <c:v>93.43</c:v>
                </c:pt>
                <c:pt idx="594">
                  <c:v>94.84</c:v>
                </c:pt>
                <c:pt idx="595">
                  <c:v>94.21</c:v>
                </c:pt>
                <c:pt idx="596">
                  <c:v>94.26</c:v>
                </c:pt>
                <c:pt idx="597">
                  <c:v>94.2</c:v>
                </c:pt>
                <c:pt idx="598">
                  <c:v>94.94</c:v>
                </c:pt>
                <c:pt idx="599">
                  <c:v>96.16</c:v>
                </c:pt>
                <c:pt idx="600">
                  <c:v>95.24</c:v>
                </c:pt>
                <c:pt idx="601">
                  <c:v>93.59</c:v>
                </c:pt>
                <c:pt idx="602">
                  <c:v>95.06</c:v>
                </c:pt>
                <c:pt idx="603">
                  <c:v>95.94</c:v>
                </c:pt>
                <c:pt idx="604">
                  <c:v>96.54</c:v>
                </c:pt>
                <c:pt idx="605">
                  <c:v>98.26</c:v>
                </c:pt>
                <c:pt idx="606">
                  <c:v>99.2</c:v>
                </c:pt>
                <c:pt idx="607">
                  <c:v>98.86</c:v>
                </c:pt>
                <c:pt idx="608">
                  <c:v>97.56</c:v>
                </c:pt>
                <c:pt idx="609">
                  <c:v>98.33</c:v>
                </c:pt>
                <c:pt idx="610">
                  <c:v>96.64</c:v>
                </c:pt>
                <c:pt idx="611">
                  <c:v>97.31</c:v>
                </c:pt>
                <c:pt idx="612">
                  <c:v>96.97</c:v>
                </c:pt>
                <c:pt idx="613">
                  <c:v>97.28</c:v>
                </c:pt>
                <c:pt idx="614">
                  <c:v>97.16</c:v>
                </c:pt>
                <c:pt idx="615">
                  <c:v>96.69</c:v>
                </c:pt>
                <c:pt idx="616">
                  <c:v>96.92</c:v>
                </c:pt>
                <c:pt idx="617">
                  <c:v>96.28</c:v>
                </c:pt>
                <c:pt idx="618">
                  <c:v>96.22</c:v>
                </c:pt>
                <c:pt idx="619">
                  <c:v>99.01</c:v>
                </c:pt>
                <c:pt idx="620">
                  <c:v>98.49</c:v>
                </c:pt>
                <c:pt idx="621">
                  <c:v>98.54</c:v>
                </c:pt>
                <c:pt idx="622">
                  <c:v>98.45</c:v>
                </c:pt>
                <c:pt idx="623">
                  <c:v>95.84</c:v>
                </c:pt>
                <c:pt idx="624">
                  <c:v>94.66</c:v>
                </c:pt>
                <c:pt idx="625">
                  <c:v>93.67</c:v>
                </c:pt>
                <c:pt idx="626">
                  <c:v>93.27</c:v>
                </c:pt>
                <c:pt idx="627">
                  <c:v>93.99</c:v>
                </c:pt>
                <c:pt idx="628">
                  <c:v>93.52</c:v>
                </c:pt>
                <c:pt idx="629">
                  <c:v>94.5</c:v>
                </c:pt>
                <c:pt idx="630">
                  <c:v>93.57</c:v>
                </c:pt>
                <c:pt idx="631">
                  <c:v>94.42</c:v>
                </c:pt>
                <c:pt idx="632">
                  <c:v>95.21</c:v>
                </c:pt>
                <c:pt idx="633">
                  <c:v>91.45</c:v>
                </c:pt>
                <c:pt idx="634">
                  <c:v>91.53</c:v>
                </c:pt>
                <c:pt idx="635">
                  <c:v>91.07</c:v>
                </c:pt>
                <c:pt idx="636">
                  <c:v>90.04</c:v>
                </c:pt>
                <c:pt idx="637">
                  <c:v>88.85</c:v>
                </c:pt>
                <c:pt idx="638">
                  <c:v>89.76</c:v>
                </c:pt>
                <c:pt idx="639">
                  <c:v>90.32</c:v>
                </c:pt>
                <c:pt idx="640">
                  <c:v>93.34</c:v>
                </c:pt>
                <c:pt idx="641">
                  <c:v>92.24</c:v>
                </c:pt>
                <c:pt idx="642">
                  <c:v>91.34</c:v>
                </c:pt>
                <c:pt idx="643">
                  <c:v>91.65</c:v>
                </c:pt>
                <c:pt idx="644">
                  <c:v>91.23</c:v>
                </c:pt>
                <c:pt idx="645">
                  <c:v>90.03</c:v>
                </c:pt>
                <c:pt idx="646">
                  <c:v>88.7</c:v>
                </c:pt>
                <c:pt idx="647">
                  <c:v>88.66</c:v>
                </c:pt>
                <c:pt idx="648">
                  <c:v>88.29</c:v>
                </c:pt>
                <c:pt idx="649">
                  <c:v>87.96</c:v>
                </c:pt>
                <c:pt idx="650">
                  <c:v>87.09</c:v>
                </c:pt>
                <c:pt idx="651">
                  <c:v>87.29</c:v>
                </c:pt>
                <c:pt idx="652">
                  <c:v>85.13</c:v>
                </c:pt>
                <c:pt idx="653">
                  <c:v>85.05</c:v>
                </c:pt>
                <c:pt idx="654">
                  <c:v>85.87</c:v>
                </c:pt>
                <c:pt idx="655">
                  <c:v>85.51</c:v>
                </c:pt>
                <c:pt idx="656">
                  <c:v>85.68</c:v>
                </c:pt>
                <c:pt idx="657">
                  <c:v>85.14</c:v>
                </c:pt>
                <c:pt idx="658">
                  <c:v>82.77</c:v>
                </c:pt>
                <c:pt idx="659">
                  <c:v>83.71</c:v>
                </c:pt>
                <c:pt idx="660">
                  <c:v>84.13</c:v>
                </c:pt>
                <c:pt idx="661">
                  <c:v>84.07</c:v>
                </c:pt>
                <c:pt idx="662">
                  <c:v>85.34</c:v>
                </c:pt>
                <c:pt idx="663">
                  <c:v>87.81</c:v>
                </c:pt>
                <c:pt idx="664">
                  <c:v>88.65</c:v>
                </c:pt>
                <c:pt idx="665">
                  <c:v>88.03</c:v>
                </c:pt>
                <c:pt idx="666">
                  <c:v>88.21</c:v>
                </c:pt>
                <c:pt idx="667">
                  <c:v>88.66</c:v>
                </c:pt>
                <c:pt idx="668">
                  <c:v>88.41</c:v>
                </c:pt>
                <c:pt idx="669">
                  <c:v>87.16</c:v>
                </c:pt>
                <c:pt idx="670">
                  <c:v>87.22</c:v>
                </c:pt>
                <c:pt idx="671">
                  <c:v>85.65</c:v>
                </c:pt>
                <c:pt idx="672">
                  <c:v>89.3</c:v>
                </c:pt>
                <c:pt idx="673">
                  <c:v>87.91</c:v>
                </c:pt>
                <c:pt idx="674">
                  <c:v>88.15</c:v>
                </c:pt>
                <c:pt idx="675">
                  <c:v>86.36</c:v>
                </c:pt>
                <c:pt idx="676">
                  <c:v>86.55</c:v>
                </c:pt>
                <c:pt idx="677">
                  <c:v>84.58</c:v>
                </c:pt>
                <c:pt idx="678">
                  <c:v>85.57</c:v>
                </c:pt>
                <c:pt idx="679">
                  <c:v>83.25</c:v>
                </c:pt>
                <c:pt idx="680">
                  <c:v>84.05</c:v>
                </c:pt>
                <c:pt idx="681">
                  <c:v>83.05</c:v>
                </c:pt>
                <c:pt idx="682">
                  <c:v>83.04</c:v>
                </c:pt>
                <c:pt idx="683">
                  <c:v>82.51</c:v>
                </c:pt>
                <c:pt idx="684">
                  <c:v>81.06</c:v>
                </c:pt>
                <c:pt idx="685">
                  <c:v>80.99</c:v>
                </c:pt>
                <c:pt idx="686">
                  <c:v>82.88</c:v>
                </c:pt>
                <c:pt idx="687">
                  <c:v>82.39</c:v>
                </c:pt>
                <c:pt idx="688">
                  <c:v>83.49</c:v>
                </c:pt>
                <c:pt idx="689">
                  <c:v>84.88</c:v>
                </c:pt>
                <c:pt idx="690">
                  <c:v>83.88</c:v>
                </c:pt>
                <c:pt idx="691">
                  <c:v>83.19</c:v>
                </c:pt>
                <c:pt idx="692">
                  <c:v>82.93</c:v>
                </c:pt>
                <c:pt idx="693">
                  <c:v>82.39</c:v>
                </c:pt>
                <c:pt idx="694">
                  <c:v>83.71</c:v>
                </c:pt>
                <c:pt idx="695">
                  <c:v>85.17</c:v>
                </c:pt>
                <c:pt idx="696">
                  <c:v>84.83</c:v>
                </c:pt>
                <c:pt idx="697">
                  <c:v>84.13</c:v>
                </c:pt>
                <c:pt idx="698">
                  <c:v>83.63</c:v>
                </c:pt>
                <c:pt idx="699">
                  <c:v>82.39</c:v>
                </c:pt>
                <c:pt idx="700">
                  <c:v>82.64</c:v>
                </c:pt>
                <c:pt idx="701">
                  <c:v>82.63</c:v>
                </c:pt>
                <c:pt idx="702">
                  <c:v>81.79</c:v>
                </c:pt>
                <c:pt idx="703">
                  <c:v>80.8</c:v>
                </c:pt>
                <c:pt idx="704">
                  <c:v>80.03</c:v>
                </c:pt>
                <c:pt idx="705">
                  <c:v>79.01</c:v>
                </c:pt>
                <c:pt idx="706">
                  <c:v>79.45</c:v>
                </c:pt>
                <c:pt idx="707">
                  <c:v>77.84</c:v>
                </c:pt>
                <c:pt idx="708">
                  <c:v>78.9</c:v>
                </c:pt>
                <c:pt idx="709">
                  <c:v>79.49</c:v>
                </c:pt>
                <c:pt idx="710">
                  <c:v>79.51</c:v>
                </c:pt>
                <c:pt idx="711">
                  <c:v>78.75</c:v>
                </c:pt>
                <c:pt idx="712">
                  <c:v>79.57</c:v>
                </c:pt>
                <c:pt idx="713">
                  <c:v>79.29</c:v>
                </c:pt>
                <c:pt idx="714">
                  <c:v>79.48</c:v>
                </c:pt>
                <c:pt idx="715">
                  <c:v>78.48</c:v>
                </c:pt>
                <c:pt idx="716">
                  <c:v>78.35</c:v>
                </c:pt>
                <c:pt idx="717">
                  <c:v>79.82</c:v>
                </c:pt>
                <c:pt idx="718">
                  <c:v>79.34</c:v>
                </c:pt>
                <c:pt idx="719">
                  <c:v>78.94</c:v>
                </c:pt>
                <c:pt idx="720">
                  <c:v>79.69</c:v>
                </c:pt>
                <c:pt idx="721">
                  <c:v>79.23</c:v>
                </c:pt>
                <c:pt idx="722">
                  <c:v>80.27</c:v>
                </c:pt>
                <c:pt idx="723">
                  <c:v>80.87</c:v>
                </c:pt>
                <c:pt idx="724">
                  <c:v>81.56</c:v>
                </c:pt>
                <c:pt idx="725">
                  <c:v>80.43</c:v>
                </c:pt>
                <c:pt idx="726">
                  <c:v>81.32</c:v>
                </c:pt>
                <c:pt idx="727">
                  <c:v>82.62</c:v>
                </c:pt>
                <c:pt idx="728">
                  <c:v>81.53</c:v>
                </c:pt>
                <c:pt idx="729">
                  <c:v>81.51</c:v>
                </c:pt>
                <c:pt idx="730">
                  <c:v>81.42</c:v>
                </c:pt>
                <c:pt idx="731">
                  <c:v>80.45</c:v>
                </c:pt>
                <c:pt idx="732">
                  <c:v>77.93</c:v>
                </c:pt>
                <c:pt idx="733">
                  <c:v>78.77</c:v>
                </c:pt>
                <c:pt idx="734">
                  <c:v>78.98</c:v>
                </c:pt>
                <c:pt idx="735">
                  <c:v>77.89</c:v>
                </c:pt>
                <c:pt idx="736">
                  <c:v>79.24</c:v>
                </c:pt>
                <c:pt idx="737">
                  <c:v>79.2</c:v>
                </c:pt>
                <c:pt idx="738">
                  <c:v>80.83</c:v>
                </c:pt>
                <c:pt idx="739">
                  <c:v>79.55</c:v>
                </c:pt>
                <c:pt idx="740">
                  <c:v>79.72</c:v>
                </c:pt>
                <c:pt idx="741">
                  <c:v>80.26</c:v>
                </c:pt>
                <c:pt idx="742">
                  <c:v>79.76</c:v>
                </c:pt>
                <c:pt idx="743">
                  <c:v>79.65</c:v>
                </c:pt>
                <c:pt idx="744">
                  <c:v>80.57</c:v>
                </c:pt>
                <c:pt idx="745">
                  <c:v>82.23</c:v>
                </c:pt>
                <c:pt idx="746">
                  <c:v>83.24</c:v>
                </c:pt>
                <c:pt idx="747">
                  <c:v>82.96</c:v>
                </c:pt>
                <c:pt idx="748">
                  <c:v>84.21</c:v>
                </c:pt>
                <c:pt idx="749">
                  <c:v>85.33</c:v>
                </c:pt>
                <c:pt idx="750">
                  <c:v>86</c:v>
                </c:pt>
                <c:pt idx="751">
                  <c:v>84.68</c:v>
                </c:pt>
                <c:pt idx="752">
                  <c:v>85.99</c:v>
                </c:pt>
                <c:pt idx="753">
                  <c:v>85.06</c:v>
                </c:pt>
                <c:pt idx="754">
                  <c:v>86.26</c:v>
                </c:pt>
                <c:pt idx="755">
                  <c:v>85.24</c:v>
                </c:pt>
                <c:pt idx="756">
                  <c:v>85.54</c:v>
                </c:pt>
                <c:pt idx="757">
                  <c:v>85.97</c:v>
                </c:pt>
                <c:pt idx="758">
                  <c:v>90.78</c:v>
                </c:pt>
                <c:pt idx="759">
                  <c:v>89.85</c:v>
                </c:pt>
                <c:pt idx="760">
                  <c:v>90.83</c:v>
                </c:pt>
                <c:pt idx="761">
                  <c:v>89.36</c:v>
                </c:pt>
                <c:pt idx="762">
                  <c:v>89.94</c:v>
                </c:pt>
                <c:pt idx="763">
                  <c:v>92.02</c:v>
                </c:pt>
                <c:pt idx="764">
                  <c:v>92.39</c:v>
                </c:pt>
                <c:pt idx="765">
                  <c:v>91.93</c:v>
                </c:pt>
                <c:pt idx="766">
                  <c:v>92.8</c:v>
                </c:pt>
                <c:pt idx="767">
                  <c:v>93.89</c:v>
                </c:pt>
                <c:pt idx="768">
                  <c:v>95.51</c:v>
                </c:pt>
                <c:pt idx="769">
                  <c:v>96.28</c:v>
                </c:pt>
                <c:pt idx="770">
                  <c:v>97.41</c:v>
                </c:pt>
                <c:pt idx="771">
                  <c:v>96.19</c:v>
                </c:pt>
                <c:pt idx="772">
                  <c:v>96.97</c:v>
                </c:pt>
                <c:pt idx="773">
                  <c:v>96.5</c:v>
                </c:pt>
                <c:pt idx="774">
                  <c:v>96.28</c:v>
                </c:pt>
                <c:pt idx="775">
                  <c:v>97.59</c:v>
                </c:pt>
                <c:pt idx="776">
                  <c:v>96.06</c:v>
                </c:pt>
                <c:pt idx="777">
                  <c:v>95.14</c:v>
                </c:pt>
                <c:pt idx="778">
                  <c:v>92.43</c:v>
                </c:pt>
                <c:pt idx="779">
                  <c:v>93.5</c:v>
                </c:pt>
                <c:pt idx="780">
                  <c:v>92.56</c:v>
                </c:pt>
                <c:pt idx="781">
                  <c:v>94.82</c:v>
                </c:pt>
                <c:pt idx="782">
                  <c:v>94.78</c:v>
                </c:pt>
                <c:pt idx="783">
                  <c:v>95.46</c:v>
                </c:pt>
                <c:pt idx="784">
                  <c:v>95.4</c:v>
                </c:pt>
                <c:pt idx="785">
                  <c:v>96.12</c:v>
                </c:pt>
                <c:pt idx="786">
                  <c:v>96.46</c:v>
                </c:pt>
                <c:pt idx="787">
                  <c:v>99.22</c:v>
                </c:pt>
                <c:pt idx="788">
                  <c:v>94.88</c:v>
                </c:pt>
                <c:pt idx="789">
                  <c:v>95.25</c:v>
                </c:pt>
                <c:pt idx="790">
                  <c:v>94.33</c:v>
                </c:pt>
                <c:pt idx="791">
                  <c:v>94.31</c:v>
                </c:pt>
                <c:pt idx="792">
                  <c:v>94.69</c:v>
                </c:pt>
                <c:pt idx="793">
                  <c:v>94.71</c:v>
                </c:pt>
                <c:pt idx="794">
                  <c:v>95.32</c:v>
                </c:pt>
                <c:pt idx="795">
                  <c:v>95.65</c:v>
                </c:pt>
                <c:pt idx="796">
                  <c:v>96.54</c:v>
                </c:pt>
                <c:pt idx="797">
                  <c:v>97.4</c:v>
                </c:pt>
                <c:pt idx="798">
                  <c:v>95.62</c:v>
                </c:pt>
                <c:pt idx="799">
                  <c:v>96.1</c:v>
                </c:pt>
                <c:pt idx="800">
                  <c:v/>
                </c:pt>
                <c:pt idx="801">
                  <c:v/>
                </c:pt>
                <c:pt idx="802">
                  <c:v/>
                </c:pt>
                <c:pt idx="803">
                  <c:v/>
                </c:pt>
                <c:pt idx="804">
                  <c:v/>
                </c:pt>
                <c:pt idx="805">
                  <c:v/>
                </c:pt>
                <c:pt idx="806">
                  <c:v/>
                </c:pt>
                <c:pt idx="807">
                  <c:v/>
                </c:pt>
                <c:pt idx="808">
                  <c:v/>
                </c:pt>
                <c:pt idx="809">
                  <c:v/>
                </c:pt>
                <c:pt idx="810">
                  <c:v/>
                </c:pt>
                <c:pt idx="811">
                  <c:v/>
                </c:pt>
                <c:pt idx="812">
                  <c:v/>
                </c:pt>
                <c:pt idx="813">
                  <c:v/>
                </c:pt>
                <c:pt idx="814">
                  <c:v/>
                </c:pt>
                <c:pt idx="815">
                  <c:v/>
                </c:pt>
                <c:pt idx="816">
                  <c:v/>
                </c:pt>
                <c:pt idx="817">
                  <c:v/>
                </c:pt>
                <c:pt idx="818">
                  <c:v/>
                </c:pt>
                <c:pt idx="819">
                  <c:v/>
                </c:pt>
                <c:pt idx="820">
                  <c:v/>
                </c:pt>
                <c:pt idx="821">
                  <c:v/>
                </c:pt>
                <c:pt idx="822">
                  <c:v/>
                </c:pt>
                <c:pt idx="823">
                  <c:v/>
                </c:pt>
                <c:pt idx="824">
                  <c:v/>
                </c:pt>
                <c:pt idx="825">
                  <c:v/>
                </c:pt>
                <c:pt idx="826">
                  <c:v/>
                </c:pt>
                <c:pt idx="827">
                  <c:v/>
                </c:pt>
                <c:pt idx="828">
                  <c:v/>
                </c:pt>
                <c:pt idx="829">
                  <c:v/>
                </c:pt>
                <c:pt idx="830">
                  <c:v/>
                </c:pt>
                <c:pt idx="831">
                  <c:v/>
                </c:pt>
                <c:pt idx="832">
                  <c:v/>
                </c:pt>
                <c:pt idx="833">
                  <c:v/>
                </c:pt>
                <c:pt idx="834">
                  <c:v/>
                </c:pt>
                <c:pt idx="835">
                  <c:v/>
                </c:pt>
                <c:pt idx="836">
                  <c:v/>
                </c:pt>
                <c:pt idx="837">
                  <c:v/>
                </c:pt>
                <c:pt idx="838">
                  <c:v/>
                </c:pt>
                <c:pt idx="839">
                  <c:v/>
                </c:pt>
                <c:pt idx="840">
                  <c:v/>
                </c:pt>
                <c:pt idx="841">
                  <c:v/>
                </c:pt>
                <c:pt idx="842">
                  <c:v/>
                </c:pt>
                <c:pt idx="843">
                  <c:v/>
                </c:pt>
                <c:pt idx="844">
                  <c:v/>
                </c:pt>
                <c:pt idx="845">
                  <c:v/>
                </c:pt>
                <c:pt idx="846">
                  <c:v/>
                </c:pt>
                <c:pt idx="847">
                  <c:v/>
                </c:pt>
                <c:pt idx="848">
                  <c:v/>
                </c:pt>
                <c:pt idx="849">
                  <c:v/>
                </c:pt>
              </c:numCache>
            </c:numRef>
          </c:val>
          <c:smooth val="0"/>
        </c:ser>
        <c:ser>
          <c:idx val="1"/>
          <c:order val="1"/>
          <c:tx>
            <c:strRef>
              <c:f>Sheet1!$C$1</c:f>
              <c:strCache>
                <c:ptCount val="1"/>
                <c:pt idx="0">
                  <c:v>SMA 10</c:v>
                </c:pt>
              </c:strCache>
            </c:strRef>
          </c:tx>
          <c:spPr>
            <a:solidFill>
              <a:srgbClr val="5AA9E6"/>
            </a:solidFill>
            <a:ln w="19050" cap="flat">
              <a:solidFill>
                <a:srgbClr val="5AA9E6"/>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5AA9E6"/>
              </a:solidFill>
              <a:ln w="9525" cap="flat">
                <a:solidFill>
                  <a:srgbClr val="5AA9E6"/>
                </a:solidFill>
                <a:prstDash val="solid"/>
                <a:round/>
              </a:ln>
              <a:effectLst/>
            </c:spPr>
          </c:marker>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Sheet1!$C$2:$C$851</c:f>
              <c:numCache>
                <c:formatCode>General</c:formatCode>
                <c:ptCount val="850"/>
                <c:pt idx="0">
                  <c:v>78.84</c:v>
                </c:pt>
                <c:pt idx="1">
                  <c:v>79.09</c:v>
                </c:pt>
                <c:pt idx="2">
                  <c:v>79.14</c:v>
                </c:pt>
                <c:pt idx="3">
                  <c:v>79.17</c:v>
                </c:pt>
                <c:pt idx="4">
                  <c:v>78.92</c:v>
                </c:pt>
                <c:pt idx="5">
                  <c:v>78.87</c:v>
                </c:pt>
                <c:pt idx="6">
                  <c:v>78.68</c:v>
                </c:pt>
                <c:pt idx="7">
                  <c:v>78.57</c:v>
                </c:pt>
                <c:pt idx="8">
                  <c:v>78.73</c:v>
                </c:pt>
                <c:pt idx="9">
                  <c:v>79.16</c:v>
                </c:pt>
                <c:pt idx="10">
                  <c:v>79.8</c:v>
                </c:pt>
                <c:pt idx="11">
                  <c:v>80.29</c:v>
                </c:pt>
                <c:pt idx="12">
                  <c:v>80.86</c:v>
                </c:pt>
                <c:pt idx="13">
                  <c:v>81.42</c:v>
                </c:pt>
                <c:pt idx="14">
                  <c:v>82.33</c:v>
                </c:pt>
                <c:pt idx="15">
                  <c:v>83.18</c:v>
                </c:pt>
                <c:pt idx="16">
                  <c:v>84.06</c:v>
                </c:pt>
                <c:pt idx="17">
                  <c:v>84.94</c:v>
                </c:pt>
                <c:pt idx="18">
                  <c:v>85.45</c:v>
                </c:pt>
                <c:pt idx="19">
                  <c:v>86.1</c:v>
                </c:pt>
                <c:pt idx="20">
                  <c:v>86.54</c:v>
                </c:pt>
                <c:pt idx="21">
                  <c:v>87.08</c:v>
                </c:pt>
                <c:pt idx="22">
                  <c:v>87.43</c:v>
                </c:pt>
                <c:pt idx="23">
                  <c:v>87.76</c:v>
                </c:pt>
                <c:pt idx="24">
                  <c:v>87.58</c:v>
                </c:pt>
                <c:pt idx="25">
                  <c:v>87.31</c:v>
                </c:pt>
                <c:pt idx="26">
                  <c:v>87.14</c:v>
                </c:pt>
                <c:pt idx="27">
                  <c:v>86.98</c:v>
                </c:pt>
                <c:pt idx="28">
                  <c:v>86.93</c:v>
                </c:pt>
                <c:pt idx="29">
                  <c:v>86.83</c:v>
                </c:pt>
                <c:pt idx="30">
                  <c:v>86.93</c:v>
                </c:pt>
                <c:pt idx="31">
                  <c:v>86.77</c:v>
                </c:pt>
                <c:pt idx="32">
                  <c:v>86.73</c:v>
                </c:pt>
                <c:pt idx="33">
                  <c:v>86.95</c:v>
                </c:pt>
                <c:pt idx="34">
                  <c:v>87.34</c:v>
                </c:pt>
                <c:pt idx="35">
                  <c:v>87.92</c:v>
                </c:pt>
                <c:pt idx="36">
                  <c:v>88.28</c:v>
                </c:pt>
                <c:pt idx="37">
                  <c:v>88.58</c:v>
                </c:pt>
                <c:pt idx="38">
                  <c:v>88.85</c:v>
                </c:pt>
                <c:pt idx="39">
                  <c:v>88.75</c:v>
                </c:pt>
                <c:pt idx="40">
                  <c:v>88.5</c:v>
                </c:pt>
                <c:pt idx="41">
                  <c:v>88.41</c:v>
                </c:pt>
                <c:pt idx="42">
                  <c:v>88.2</c:v>
                </c:pt>
                <c:pt idx="43">
                  <c:v>87.81</c:v>
                </c:pt>
                <c:pt idx="44">
                  <c:v>87.48</c:v>
                </c:pt>
                <c:pt idx="45">
                  <c:v>87.34</c:v>
                </c:pt>
                <c:pt idx="46">
                  <c:v>87.36</c:v>
                </c:pt>
                <c:pt idx="47">
                  <c:v>87.45</c:v>
                </c:pt>
                <c:pt idx="48">
                  <c:v>87.49</c:v>
                </c:pt>
                <c:pt idx="49">
                  <c:v>87.99</c:v>
                </c:pt>
                <c:pt idx="50">
                  <c:v>88.41</c:v>
                </c:pt>
                <c:pt idx="51">
                  <c:v>88.76</c:v>
                </c:pt>
                <c:pt idx="52">
                  <c:v>89.15</c:v>
                </c:pt>
                <c:pt idx="53">
                  <c:v>89.9</c:v>
                </c:pt>
                <c:pt idx="54">
                  <c:v>90.71</c:v>
                </c:pt>
                <c:pt idx="55">
                  <c:v>91.3</c:v>
                </c:pt>
                <c:pt idx="56">
                  <c:v>91.95</c:v>
                </c:pt>
                <c:pt idx="57">
                  <c:v>92.64</c:v>
                </c:pt>
                <c:pt idx="58">
                  <c:v>92.99</c:v>
                </c:pt>
                <c:pt idx="59">
                  <c:v>93.49</c:v>
                </c:pt>
                <c:pt idx="60">
                  <c:v>94.1</c:v>
                </c:pt>
                <c:pt idx="61">
                  <c:v>95.18</c:v>
                </c:pt>
                <c:pt idx="62">
                  <c:v>96.34</c:v>
                </c:pt>
                <c:pt idx="63">
                  <c:v>96.98</c:v>
                </c:pt>
                <c:pt idx="64">
                  <c:v>97.3</c:v>
                </c:pt>
                <c:pt idx="65">
                  <c:v>97.28</c:v>
                </c:pt>
                <c:pt idx="66">
                  <c:v>97.07</c:v>
                </c:pt>
                <c:pt idx="67">
                  <c:v>96.79</c:v>
                </c:pt>
                <c:pt idx="68">
                  <c:v>96.97</c:v>
                </c:pt>
                <c:pt idx="69">
                  <c:v>96.81</c:v>
                </c:pt>
                <c:pt idx="70">
                  <c:v>96.61</c:v>
                </c:pt>
                <c:pt idx="71">
                  <c:v>96.08</c:v>
                </c:pt>
                <c:pt idx="72">
                  <c:v>95.48</c:v>
                </c:pt>
                <c:pt idx="73">
                  <c:v>94.94</c:v>
                </c:pt>
                <c:pt idx="74">
                  <c:v>94.64</c:v>
                </c:pt>
                <c:pt idx="75">
                  <c:v>94.53</c:v>
                </c:pt>
                <c:pt idx="76">
                  <c:v>94.65</c:v>
                </c:pt>
                <c:pt idx="77">
                  <c:v>94.93</c:v>
                </c:pt>
                <c:pt idx="78">
                  <c:v>95.23</c:v>
                </c:pt>
                <c:pt idx="79">
                  <c:v>95.83</c:v>
                </c:pt>
                <c:pt idx="80">
                  <c:v>96.47</c:v>
                </c:pt>
                <c:pt idx="81">
                  <c:v>97.26</c:v>
                </c:pt>
                <c:pt idx="82">
                  <c:v>97.96</c:v>
                </c:pt>
                <c:pt idx="83">
                  <c:v>98.74</c:v>
                </c:pt>
                <c:pt idx="84">
                  <c:v>99.3</c:v>
                </c:pt>
                <c:pt idx="85">
                  <c:v>100</c:v>
                </c:pt>
                <c:pt idx="86">
                  <c:v>100.6</c:v>
                </c:pt>
                <c:pt idx="87">
                  <c:v>101.13</c:v>
                </c:pt>
                <c:pt idx="88">
                  <c:v>101.46</c:v>
                </c:pt>
                <c:pt idx="89">
                  <c:v>101.67</c:v>
                </c:pt>
                <c:pt idx="90">
                  <c:v>101.86</c:v>
                </c:pt>
                <c:pt idx="91">
                  <c:v>101.78</c:v>
                </c:pt>
                <c:pt idx="92">
                  <c:v>101.67</c:v>
                </c:pt>
                <c:pt idx="93">
                  <c:v>101.73</c:v>
                </c:pt>
                <c:pt idx="94">
                  <c:v>102.01</c:v>
                </c:pt>
                <c:pt idx="95">
                  <c:v>102.16</c:v>
                </c:pt>
                <c:pt idx="96">
                  <c:v>102.22</c:v>
                </c:pt>
                <c:pt idx="97">
                  <c:v>102.37</c:v>
                </c:pt>
                <c:pt idx="98">
                  <c:v>102.56</c:v>
                </c:pt>
                <c:pt idx="99">
                  <c:v>102.62</c:v>
                </c:pt>
                <c:pt idx="100">
                  <c:v>102.65</c:v>
                </c:pt>
                <c:pt idx="101">
                  <c:v>102.6</c:v>
                </c:pt>
                <c:pt idx="102">
                  <c:v>102.77</c:v>
                </c:pt>
                <c:pt idx="103">
                  <c:v>102.31</c:v>
                </c:pt>
                <c:pt idx="104">
                  <c:v>101.74</c:v>
                </c:pt>
                <c:pt idx="105">
                  <c:v>101.17</c:v>
                </c:pt>
                <c:pt idx="106">
                  <c:v>100.52</c:v>
                </c:pt>
                <c:pt idx="107">
                  <c:v>99.65</c:v>
                </c:pt>
                <c:pt idx="108">
                  <c:v>98.58</c:v>
                </c:pt>
                <c:pt idx="109">
                  <c:v>97.53</c:v>
                </c:pt>
                <c:pt idx="110">
                  <c:v>96.45</c:v>
                </c:pt>
                <c:pt idx="111">
                  <c:v>95.46</c:v>
                </c:pt>
                <c:pt idx="112">
                  <c:v>94.45</c:v>
                </c:pt>
                <c:pt idx="113">
                  <c:v>93.92</c:v>
                </c:pt>
                <c:pt idx="114">
                  <c:v>93.42</c:v>
                </c:pt>
                <c:pt idx="115">
                  <c:v>92.88</c:v>
                </c:pt>
                <c:pt idx="116">
                  <c:v>92.52</c:v>
                </c:pt>
                <c:pt idx="117">
                  <c:v>92.27</c:v>
                </c:pt>
                <c:pt idx="118">
                  <c:v>92.39</c:v>
                </c:pt>
                <c:pt idx="119">
                  <c:v>92.44</c:v>
                </c:pt>
                <c:pt idx="120">
                  <c:v>92.55</c:v>
                </c:pt>
                <c:pt idx="121">
                  <c:v>92.78</c:v>
                </c:pt>
                <c:pt idx="122">
                  <c:v>93.01</c:v>
                </c:pt>
                <c:pt idx="123">
                  <c:v>93.07</c:v>
                </c:pt>
                <c:pt idx="124">
                  <c:v>93.23</c:v>
                </c:pt>
                <c:pt idx="125">
                  <c:v>93.5</c:v>
                </c:pt>
                <c:pt idx="126">
                  <c:v>93.75</c:v>
                </c:pt>
                <c:pt idx="127">
                  <c:v>93.99</c:v>
                </c:pt>
                <c:pt idx="128">
                  <c:v>94.2</c:v>
                </c:pt>
                <c:pt idx="129">
                  <c:v>94.34</c:v>
                </c:pt>
                <c:pt idx="130">
                  <c:v>94.52</c:v>
                </c:pt>
                <c:pt idx="131">
                  <c:v>94.29</c:v>
                </c:pt>
                <c:pt idx="132">
                  <c:v>94.08</c:v>
                </c:pt>
                <c:pt idx="133">
                  <c:v>94.04</c:v>
                </c:pt>
                <c:pt idx="134">
                  <c:v>93.79</c:v>
                </c:pt>
                <c:pt idx="135">
                  <c:v>93.3</c:v>
                </c:pt>
                <c:pt idx="136">
                  <c:v>92.75</c:v>
                </c:pt>
                <c:pt idx="137">
                  <c:v>92.11</c:v>
                </c:pt>
                <c:pt idx="138">
                  <c:v>91.5</c:v>
                </c:pt>
                <c:pt idx="139">
                  <c:v>90.93</c:v>
                </c:pt>
                <c:pt idx="140">
                  <c:v>90.31</c:v>
                </c:pt>
                <c:pt idx="141">
                  <c:v>90.19</c:v>
                </c:pt>
                <c:pt idx="142">
                  <c:v>89.83</c:v>
                </c:pt>
                <c:pt idx="143">
                  <c:v>89.4</c:v>
                </c:pt>
                <c:pt idx="144">
                  <c:v>88.97</c:v>
                </c:pt>
                <c:pt idx="145">
                  <c:v>88.76</c:v>
                </c:pt>
                <c:pt idx="146">
                  <c:v>88.5</c:v>
                </c:pt>
                <c:pt idx="147">
                  <c:v>88.38</c:v>
                </c:pt>
                <c:pt idx="148">
                  <c:v>88.15</c:v>
                </c:pt>
                <c:pt idx="149">
                  <c:v>88.03</c:v>
                </c:pt>
                <c:pt idx="150">
                  <c:v>87.96</c:v>
                </c:pt>
                <c:pt idx="151">
                  <c:v>87.86</c:v>
                </c:pt>
                <c:pt idx="152">
                  <c:v>87.97</c:v>
                </c:pt>
                <c:pt idx="153">
                  <c:v>87.99</c:v>
                </c:pt>
                <c:pt idx="154">
                  <c:v>88</c:v>
                </c:pt>
                <c:pt idx="155">
                  <c:v>88.05</c:v>
                </c:pt>
                <c:pt idx="156">
                  <c:v>88</c:v>
                </c:pt>
                <c:pt idx="157">
                  <c:v>88.06</c:v>
                </c:pt>
                <c:pt idx="158">
                  <c:v>88</c:v>
                </c:pt>
                <c:pt idx="159">
                  <c:v>87.86</c:v>
                </c:pt>
                <c:pt idx="160">
                  <c:v>87.39</c:v>
                </c:pt>
                <c:pt idx="161">
                  <c:v>86.87</c:v>
                </c:pt>
                <c:pt idx="162">
                  <c:v>86.37</c:v>
                </c:pt>
                <c:pt idx="163">
                  <c:v>85.8</c:v>
                </c:pt>
                <c:pt idx="164">
                  <c:v>85.5</c:v>
                </c:pt>
                <c:pt idx="165">
                  <c:v>85.17</c:v>
                </c:pt>
                <c:pt idx="166">
                  <c:v>85.12</c:v>
                </c:pt>
                <c:pt idx="167">
                  <c:v>84.85</c:v>
                </c:pt>
                <c:pt idx="168">
                  <c:v>84.9</c:v>
                </c:pt>
                <c:pt idx="169">
                  <c:v>84.75</c:v>
                </c:pt>
                <c:pt idx="170">
                  <c:v>84.83</c:v>
                </c:pt>
                <c:pt idx="171">
                  <c:v>84.81</c:v>
                </c:pt>
                <c:pt idx="172">
                  <c:v>84.72</c:v>
                </c:pt>
                <c:pt idx="173">
                  <c:v>84.71</c:v>
                </c:pt>
                <c:pt idx="174">
                  <c:v>84.59</c:v>
                </c:pt>
                <c:pt idx="175">
                  <c:v>84.44</c:v>
                </c:pt>
                <c:pt idx="176">
                  <c:v>84.1</c:v>
                </c:pt>
                <c:pt idx="177">
                  <c:v>83.78</c:v>
                </c:pt>
                <c:pt idx="178">
                  <c:v>83.28</c:v>
                </c:pt>
                <c:pt idx="179">
                  <c:v>82.88</c:v>
                </c:pt>
                <c:pt idx="180">
                  <c:v>82.65</c:v>
                </c:pt>
                <c:pt idx="181">
                  <c:v>82.36</c:v>
                </c:pt>
                <c:pt idx="182">
                  <c:v>82.22</c:v>
                </c:pt>
                <c:pt idx="183">
                  <c:v>82.12</c:v>
                </c:pt>
                <c:pt idx="184">
                  <c:v>81.94</c:v>
                </c:pt>
                <c:pt idx="185">
                  <c:v>81.78</c:v>
                </c:pt>
                <c:pt idx="186">
                  <c:v>81.58</c:v>
                </c:pt>
                <c:pt idx="187">
                  <c:v>81.37</c:v>
                </c:pt>
                <c:pt idx="188">
                  <c:v>81.22</c:v>
                </c:pt>
                <c:pt idx="189">
                  <c:v>81.12</c:v>
                </c:pt>
                <c:pt idx="190">
                  <c:v>80.91</c:v>
                </c:pt>
                <c:pt idx="191">
                  <c:v>80.7</c:v>
                </c:pt>
                <c:pt idx="192">
                  <c:v>80.3</c:v>
                </c:pt>
                <c:pt idx="193">
                  <c:v>79.97</c:v>
                </c:pt>
                <c:pt idx="194">
                  <c:v>79.67</c:v>
                </c:pt>
                <c:pt idx="195">
                  <c:v>79.28</c:v>
                </c:pt>
                <c:pt idx="196">
                  <c:v>78.91</c:v>
                </c:pt>
                <c:pt idx="197">
                  <c:v>78.71</c:v>
                </c:pt>
                <c:pt idx="198">
                  <c:v>78.36</c:v>
                </c:pt>
                <c:pt idx="199">
                  <c:v>78.17</c:v>
                </c:pt>
                <c:pt idx="200">
                  <c:v>78.16</c:v>
                </c:pt>
                <c:pt idx="201">
                  <c:v>78.1</c:v>
                </c:pt>
                <c:pt idx="202">
                  <c:v>78.28</c:v>
                </c:pt>
                <c:pt idx="203">
                  <c:v>78.64</c:v>
                </c:pt>
                <c:pt idx="204">
                  <c:v>79.3</c:v>
                </c:pt>
                <c:pt idx="205">
                  <c:v>80.04</c:v>
                </c:pt>
                <c:pt idx="206">
                  <c:v>80.86</c:v>
                </c:pt>
                <c:pt idx="207">
                  <c:v>81.47</c:v>
                </c:pt>
                <c:pt idx="208">
                  <c:v>82.15</c:v>
                </c:pt>
                <c:pt idx="209">
                  <c:v>82.71</c:v>
                </c:pt>
                <c:pt idx="210">
                  <c:v>82.96</c:v>
                </c:pt>
                <c:pt idx="211">
                  <c:v>83.28</c:v>
                </c:pt>
                <c:pt idx="212">
                  <c:v>83.41</c:v>
                </c:pt>
                <c:pt idx="213">
                  <c:v>83.23</c:v>
                </c:pt>
                <c:pt idx="214">
                  <c:v>82.7</c:v>
                </c:pt>
                <c:pt idx="215">
                  <c:v>82.25</c:v>
                </c:pt>
                <c:pt idx="216">
                  <c:v>81.83</c:v>
                </c:pt>
                <c:pt idx="217">
                  <c:v>81.47</c:v>
                </c:pt>
                <c:pt idx="218">
                  <c:v>81.15</c:v>
                </c:pt>
                <c:pt idx="219">
                  <c:v>80.83</c:v>
                </c:pt>
                <c:pt idx="220">
                  <c:v>80.65</c:v>
                </c:pt>
                <c:pt idx="221">
                  <c:v>80.45</c:v>
                </c:pt>
                <c:pt idx="222">
                  <c:v>80.51</c:v>
                </c:pt>
                <c:pt idx="223">
                  <c:v>80.64</c:v>
                </c:pt>
                <c:pt idx="224">
                  <c:v>80.78</c:v>
                </c:pt>
                <c:pt idx="225">
                  <c:v>81</c:v>
                </c:pt>
                <c:pt idx="226">
                  <c:v>81.29</c:v>
                </c:pt>
                <c:pt idx="227">
                  <c:v>81.58</c:v>
                </c:pt>
                <c:pt idx="228">
                  <c:v>82.1</c:v>
                </c:pt>
                <c:pt idx="229">
                  <c:v>82.66</c:v>
                </c:pt>
                <c:pt idx="230">
                  <c:v>83.17</c:v>
                </c:pt>
                <c:pt idx="231">
                  <c:v>83.61</c:v>
                </c:pt>
                <c:pt idx="232">
                  <c:v>83.89</c:v>
                </c:pt>
                <c:pt idx="233">
                  <c:v>84.11</c:v>
                </c:pt>
                <c:pt idx="234">
                  <c:v>84.33</c:v>
                </c:pt>
                <c:pt idx="235">
                  <c:v>84.47</c:v>
                </c:pt>
                <c:pt idx="236">
                  <c:v>84.54</c:v>
                </c:pt>
                <c:pt idx="237">
                  <c:v>84.58</c:v>
                </c:pt>
                <c:pt idx="238">
                  <c:v>84.65</c:v>
                </c:pt>
                <c:pt idx="239">
                  <c:v>84.76</c:v>
                </c:pt>
                <c:pt idx="240">
                  <c:v>85.05</c:v>
                </c:pt>
                <c:pt idx="241">
                  <c:v>85.27</c:v>
                </c:pt>
                <c:pt idx="242">
                  <c:v>85.55</c:v>
                </c:pt>
                <c:pt idx="243">
                  <c:v>85.81</c:v>
                </c:pt>
                <c:pt idx="244">
                  <c:v>86.11</c:v>
                </c:pt>
                <c:pt idx="245">
                  <c:v>86.3</c:v>
                </c:pt>
                <c:pt idx="246">
                  <c:v>86.6</c:v>
                </c:pt>
                <c:pt idx="247">
                  <c:v>87.01</c:v>
                </c:pt>
                <c:pt idx="248">
                  <c:v>87.15</c:v>
                </c:pt>
                <c:pt idx="249">
                  <c:v>87.07</c:v>
                </c:pt>
                <c:pt idx="250">
                  <c:v>86.89</c:v>
                </c:pt>
                <c:pt idx="251">
                  <c:v>86.93</c:v>
                </c:pt>
                <c:pt idx="252">
                  <c:v>86.81</c:v>
                </c:pt>
                <c:pt idx="253">
                  <c:v>86.88</c:v>
                </c:pt>
                <c:pt idx="254">
                  <c:v>86.84</c:v>
                </c:pt>
                <c:pt idx="255">
                  <c:v>86.99</c:v>
                </c:pt>
                <c:pt idx="256">
                  <c:v>86.96</c:v>
                </c:pt>
                <c:pt idx="257">
                  <c:v>86.92</c:v>
                </c:pt>
                <c:pt idx="258">
                  <c:v>86.82</c:v>
                </c:pt>
                <c:pt idx="259">
                  <c:v>87.08</c:v>
                </c:pt>
                <c:pt idx="260">
                  <c:v>87.36</c:v>
                </c:pt>
                <c:pt idx="261">
                  <c:v>87.61</c:v>
                </c:pt>
                <c:pt idx="262">
                  <c:v>87.68</c:v>
                </c:pt>
                <c:pt idx="263">
                  <c:v>87.76</c:v>
                </c:pt>
                <c:pt idx="264">
                  <c:v>88.01</c:v>
                </c:pt>
                <c:pt idx="265">
                  <c:v>88.41</c:v>
                </c:pt>
                <c:pt idx="266">
                  <c:v>88.74</c:v>
                </c:pt>
                <c:pt idx="267">
                  <c:v>89.05</c:v>
                </c:pt>
                <c:pt idx="268">
                  <c:v>89.52</c:v>
                </c:pt>
                <c:pt idx="269">
                  <c:v>89.77</c:v>
                </c:pt>
                <c:pt idx="270">
                  <c:v>90.04</c:v>
                </c:pt>
                <c:pt idx="271">
                  <c:v>90.16</c:v>
                </c:pt>
                <c:pt idx="272">
                  <c:v>90.59</c:v>
                </c:pt>
                <c:pt idx="273">
                  <c:v>91.16</c:v>
                </c:pt>
                <c:pt idx="274">
                  <c:v>91.63</c:v>
                </c:pt>
                <c:pt idx="275">
                  <c:v>92.04</c:v>
                </c:pt>
                <c:pt idx="276">
                  <c:v>92.62</c:v>
                </c:pt>
                <c:pt idx="277">
                  <c:v>93.28</c:v>
                </c:pt>
                <c:pt idx="278">
                  <c:v>93.73</c:v>
                </c:pt>
                <c:pt idx="279">
                  <c:v>94.03</c:v>
                </c:pt>
                <c:pt idx="280">
                  <c:v>94.36</c:v>
                </c:pt>
                <c:pt idx="281">
                  <c:v>94.97</c:v>
                </c:pt>
                <c:pt idx="282">
                  <c:v>95.48</c:v>
                </c:pt>
                <c:pt idx="283">
                  <c:v>95.91</c:v>
                </c:pt>
                <c:pt idx="284">
                  <c:v>96.61</c:v>
                </c:pt>
                <c:pt idx="285">
                  <c:v>97.43</c:v>
                </c:pt>
                <c:pt idx="286">
                  <c:v>98.15</c:v>
                </c:pt>
                <c:pt idx="287">
                  <c:v>98.8</c:v>
                </c:pt>
                <c:pt idx="288">
                  <c:v>99.59</c:v>
                </c:pt>
                <c:pt idx="289">
                  <c:v>100.65</c:v>
                </c:pt>
                <c:pt idx="290">
                  <c:v>101.78</c:v>
                </c:pt>
                <c:pt idx="291">
                  <c:v>102.61</c:v>
                </c:pt>
                <c:pt idx="292">
                  <c:v>103.33</c:v>
                </c:pt>
                <c:pt idx="293">
                  <c:v>103.94</c:v>
                </c:pt>
                <c:pt idx="294">
                  <c:v>104.35</c:v>
                </c:pt>
                <c:pt idx="295">
                  <c:v>104.25</c:v>
                </c:pt>
                <c:pt idx="296">
                  <c:v>103.89</c:v>
                </c:pt>
                <c:pt idx="297">
                  <c:v>103.5</c:v>
                </c:pt>
                <c:pt idx="298">
                  <c:v>103.1</c:v>
                </c:pt>
                <c:pt idx="299">
                  <c:v>102.69</c:v>
                </c:pt>
                <c:pt idx="300">
                  <c:v>102.05</c:v>
                </c:pt>
                <c:pt idx="301">
                  <c:v>101.88</c:v>
                </c:pt>
                <c:pt idx="302">
                  <c:v>101.78</c:v>
                </c:pt>
                <c:pt idx="303">
                  <c:v>101.75</c:v>
                </c:pt>
                <c:pt idx="304">
                  <c:v>101.83</c:v>
                </c:pt>
                <c:pt idx="305">
                  <c:v>102.42</c:v>
                </c:pt>
                <c:pt idx="306">
                  <c:v>103.03</c:v>
                </c:pt>
                <c:pt idx="307">
                  <c:v>103.75</c:v>
                </c:pt>
                <c:pt idx="308">
                  <c:v>103.98</c:v>
                </c:pt>
                <c:pt idx="309">
                  <c:v>104.14</c:v>
                </c:pt>
                <c:pt idx="310">
                  <c:v>104.34</c:v>
                </c:pt>
                <c:pt idx="311">
                  <c:v>104.29</c:v>
                </c:pt>
                <c:pt idx="312">
                  <c:v>104.34</c:v>
                </c:pt>
                <c:pt idx="313">
                  <c:v>104.5</c:v>
                </c:pt>
                <c:pt idx="314">
                  <c:v>104.47</c:v>
                </c:pt>
                <c:pt idx="315">
                  <c:v>104.4</c:v>
                </c:pt>
                <c:pt idx="316">
                  <c:v>105.01</c:v>
                </c:pt>
                <c:pt idx="317">
                  <c:v>105.39</c:v>
                </c:pt>
                <c:pt idx="318">
                  <c:v>106.35</c:v>
                </c:pt>
                <c:pt idx="319">
                  <c:v>107.07</c:v>
                </c:pt>
                <c:pt idx="320">
                  <c:v>107.83</c:v>
                </c:pt>
                <c:pt idx="321">
                  <c:v>108.55</c:v>
                </c:pt>
                <c:pt idx="322">
                  <c:v>109.1</c:v>
                </c:pt>
                <c:pt idx="323">
                  <c:v>109.66</c:v>
                </c:pt>
                <c:pt idx="324">
                  <c:v>110.08</c:v>
                </c:pt>
                <c:pt idx="325">
                  <c:v>110.37</c:v>
                </c:pt>
                <c:pt idx="326">
                  <c:v>110.05</c:v>
                </c:pt>
                <c:pt idx="327">
                  <c:v>109.9</c:v>
                </c:pt>
                <c:pt idx="328">
                  <c:v>109.75</c:v>
                </c:pt>
                <c:pt idx="329">
                  <c:v>109.95</c:v>
                </c:pt>
                <c:pt idx="330">
                  <c:v>110.03</c:v>
                </c:pt>
                <c:pt idx="331">
                  <c:v>109.91</c:v>
                </c:pt>
                <c:pt idx="332">
                  <c:v>109.59</c:v>
                </c:pt>
                <c:pt idx="333">
                  <c:v>109.11</c:v>
                </c:pt>
                <c:pt idx="334">
                  <c:v>108.67</c:v>
                </c:pt>
                <c:pt idx="335">
                  <c:v>108.04</c:v>
                </c:pt>
                <c:pt idx="336">
                  <c:v>107.64</c:v>
                </c:pt>
                <c:pt idx="337">
                  <c:v>107.39</c:v>
                </c:pt>
                <c:pt idx="338">
                  <c:v>107.1</c:v>
                </c:pt>
                <c:pt idx="339">
                  <c:v>106.52</c:v>
                </c:pt>
                <c:pt idx="340">
                  <c:v>106.12</c:v>
                </c:pt>
                <c:pt idx="341">
                  <c:v>105.9</c:v>
                </c:pt>
                <c:pt idx="342">
                  <c:v>105.99</c:v>
                </c:pt>
                <c:pt idx="343">
                  <c:v>106.03</c:v>
                </c:pt>
                <c:pt idx="344">
                  <c:v>106.18</c:v>
                </c:pt>
                <c:pt idx="345">
                  <c:v>106.37</c:v>
                </c:pt>
                <c:pt idx="346">
                  <c:v>106.49</c:v>
                </c:pt>
                <c:pt idx="347">
                  <c:v>106.44</c:v>
                </c:pt>
                <c:pt idx="348">
                  <c:v>106.39</c:v>
                </c:pt>
                <c:pt idx="349">
                  <c:v>106.66</c:v>
                </c:pt>
                <c:pt idx="350">
                  <c:v>106.86</c:v>
                </c:pt>
                <c:pt idx="351">
                  <c:v>106.71</c:v>
                </c:pt>
                <c:pt idx="352">
                  <c:v>106.54</c:v>
                </c:pt>
                <c:pt idx="353">
                  <c:v>106.29</c:v>
                </c:pt>
                <c:pt idx="354">
                  <c:v>105.74</c:v>
                </c:pt>
                <c:pt idx="355">
                  <c:v>105.28</c:v>
                </c:pt>
                <c:pt idx="356">
                  <c:v>104.75</c:v>
                </c:pt>
                <c:pt idx="357">
                  <c:v>104.15</c:v>
                </c:pt>
                <c:pt idx="358">
                  <c:v>103.59</c:v>
                </c:pt>
                <c:pt idx="359">
                  <c:v>102.81</c:v>
                </c:pt>
                <c:pt idx="360">
                  <c:v>102.02</c:v>
                </c:pt>
                <c:pt idx="361">
                  <c:v>101.56</c:v>
                </c:pt>
                <c:pt idx="362">
                  <c:v>101.07</c:v>
                </c:pt>
                <c:pt idx="363">
                  <c:v>100.7</c:v>
                </c:pt>
                <c:pt idx="364">
                  <c:v>100.54</c:v>
                </c:pt>
                <c:pt idx="365">
                  <c:v>100.39</c:v>
                </c:pt>
                <c:pt idx="366">
                  <c:v>100.36</c:v>
                </c:pt>
                <c:pt idx="367">
                  <c:v>100.37</c:v>
                </c:pt>
                <c:pt idx="368">
                  <c:v>100.22</c:v>
                </c:pt>
                <c:pt idx="369">
                  <c:v>100.31</c:v>
                </c:pt>
                <c:pt idx="370">
                  <c:v>100.36</c:v>
                </c:pt>
                <c:pt idx="371">
                  <c:v>100.38</c:v>
                </c:pt>
                <c:pt idx="372">
                  <c:v>100.39</c:v>
                </c:pt>
                <c:pt idx="373">
                  <c:v>100.35</c:v>
                </c:pt>
                <c:pt idx="374">
                  <c:v>100.45</c:v>
                </c:pt>
                <c:pt idx="375">
                  <c:v>100.53</c:v>
                </c:pt>
                <c:pt idx="376">
                  <c:v>100.54</c:v>
                </c:pt>
                <c:pt idx="377">
                  <c:v>100.65</c:v>
                </c:pt>
                <c:pt idx="378">
                  <c:v>100.71</c:v>
                </c:pt>
                <c:pt idx="379">
                  <c:v>100.67</c:v>
                </c:pt>
                <c:pt idx="380">
                  <c:v>100.55</c:v>
                </c:pt>
                <c:pt idx="381">
                  <c:v>100.34</c:v>
                </c:pt>
                <c:pt idx="382">
                  <c:v>100.13</c:v>
                </c:pt>
                <c:pt idx="383">
                  <c:v>99.78</c:v>
                </c:pt>
                <c:pt idx="384">
                  <c:v>99.41</c:v>
                </c:pt>
                <c:pt idx="385">
                  <c:v>98.75</c:v>
                </c:pt>
                <c:pt idx="386">
                  <c:v>98.06</c:v>
                </c:pt>
                <c:pt idx="387">
                  <c:v>97.31</c:v>
                </c:pt>
                <c:pt idx="388">
                  <c:v>96.52</c:v>
                </c:pt>
                <c:pt idx="389">
                  <c:v>95.67</c:v>
                </c:pt>
                <c:pt idx="390">
                  <c:v>94.99</c:v>
                </c:pt>
                <c:pt idx="391">
                  <c:v>94.29</c:v>
                </c:pt>
                <c:pt idx="392">
                  <c:v>93.73</c:v>
                </c:pt>
                <c:pt idx="393">
                  <c:v>93.28</c:v>
                </c:pt>
                <c:pt idx="394">
                  <c:v>92.86</c:v>
                </c:pt>
                <c:pt idx="395">
                  <c:v>92.75</c:v>
                </c:pt>
                <c:pt idx="396">
                  <c:v>92.65</c:v>
                </c:pt>
                <c:pt idx="397">
                  <c:v>92.56</c:v>
                </c:pt>
                <c:pt idx="398">
                  <c:v>92.81</c:v>
                </c:pt>
                <c:pt idx="399">
                  <c:v>92.99</c:v>
                </c:pt>
                <c:pt idx="400">
                  <c:v>93.16</c:v>
                </c:pt>
                <c:pt idx="401">
                  <c:v>93.36</c:v>
                </c:pt>
                <c:pt idx="402">
                  <c:v>93.45</c:v>
                </c:pt>
                <c:pt idx="403">
                  <c:v>93.64</c:v>
                </c:pt>
                <c:pt idx="404">
                  <c:v>93.58</c:v>
                </c:pt>
                <c:pt idx="405">
                  <c:v>93.44</c:v>
                </c:pt>
                <c:pt idx="406">
                  <c:v>93.43</c:v>
                </c:pt>
                <c:pt idx="407">
                  <c:v>93.33</c:v>
                </c:pt>
                <c:pt idx="408">
                  <c:v>92.86</c:v>
                </c:pt>
                <c:pt idx="409">
                  <c:v>92.39</c:v>
                </c:pt>
                <c:pt idx="410">
                  <c:v>91.86</c:v>
                </c:pt>
                <c:pt idx="411">
                  <c:v>91.31</c:v>
                </c:pt>
                <c:pt idx="412">
                  <c:v>90.63</c:v>
                </c:pt>
                <c:pt idx="413">
                  <c:v>89.91</c:v>
                </c:pt>
                <c:pt idx="414">
                  <c:v>89.28</c:v>
                </c:pt>
                <c:pt idx="415">
                  <c:v>88.68</c:v>
                </c:pt>
                <c:pt idx="416">
                  <c:v>87.9</c:v>
                </c:pt>
                <c:pt idx="417">
                  <c:v>87.19</c:v>
                </c:pt>
                <c:pt idx="418">
                  <c:v>86.78</c:v>
                </c:pt>
                <c:pt idx="419">
                  <c:v>86.45</c:v>
                </c:pt>
                <c:pt idx="420">
                  <c:v>86.09</c:v>
                </c:pt>
                <c:pt idx="421">
                  <c:v>85.71</c:v>
                </c:pt>
                <c:pt idx="422">
                  <c:v>85.31</c:v>
                </c:pt>
                <c:pt idx="423">
                  <c:v>84.79</c:v>
                </c:pt>
                <c:pt idx="424">
                  <c:v>84.45</c:v>
                </c:pt>
                <c:pt idx="425">
                  <c:v>84.14</c:v>
                </c:pt>
                <c:pt idx="426">
                  <c:v>83.85</c:v>
                </c:pt>
                <c:pt idx="427">
                  <c:v>83.6</c:v>
                </c:pt>
                <c:pt idx="428">
                  <c:v>83.29</c:v>
                </c:pt>
                <c:pt idx="429">
                  <c:v>83.04</c:v>
                </c:pt>
                <c:pt idx="430">
                  <c:v>82.87</c:v>
                </c:pt>
                <c:pt idx="431">
                  <c:v>82.72</c:v>
                </c:pt>
                <c:pt idx="432">
                  <c:v>82.58</c:v>
                </c:pt>
                <c:pt idx="433">
                  <c:v>82.5</c:v>
                </c:pt>
                <c:pt idx="434">
                  <c:v>82.26</c:v>
                </c:pt>
                <c:pt idx="435">
                  <c:v>81.91</c:v>
                </c:pt>
                <c:pt idx="436">
                  <c:v>81.74</c:v>
                </c:pt>
                <c:pt idx="437">
                  <c:v>81.52</c:v>
                </c:pt>
                <c:pt idx="438">
                  <c:v>81.24</c:v>
                </c:pt>
                <c:pt idx="439">
                  <c:v>80.79</c:v>
                </c:pt>
                <c:pt idx="440">
                  <c:v>79.89</c:v>
                </c:pt>
                <c:pt idx="441">
                  <c:v>79.38</c:v>
                </c:pt>
                <c:pt idx="442">
                  <c:v>79.18</c:v>
                </c:pt>
                <c:pt idx="443">
                  <c:v>79.01</c:v>
                </c:pt>
                <c:pt idx="444">
                  <c:v>79.01</c:v>
                </c:pt>
                <c:pt idx="445">
                  <c:v>78.95</c:v>
                </c:pt>
                <c:pt idx="446">
                  <c:v>78.73</c:v>
                </c:pt>
                <c:pt idx="447">
                  <c:v>78.57</c:v>
                </c:pt>
                <c:pt idx="448">
                  <c:v>78.33</c:v>
                </c:pt>
                <c:pt idx="449">
                  <c:v>78.19</c:v>
                </c:pt>
                <c:pt idx="450">
                  <c:v>78.47</c:v>
                </c:pt>
                <c:pt idx="451">
                  <c:v>78.67</c:v>
                </c:pt>
                <c:pt idx="452">
                  <c:v>78.66</c:v>
                </c:pt>
                <c:pt idx="453">
                  <c:v>78.68</c:v>
                </c:pt>
                <c:pt idx="454">
                  <c:v>78.68</c:v>
                </c:pt>
                <c:pt idx="455">
                  <c:v>78.83</c:v>
                </c:pt>
                <c:pt idx="456">
                  <c:v>79.07</c:v>
                </c:pt>
                <c:pt idx="457">
                  <c:v>79.25</c:v>
                </c:pt>
                <c:pt idx="458">
                  <c:v>79.58</c:v>
                </c:pt>
                <c:pt idx="459">
                  <c:v>79.88</c:v>
                </c:pt>
                <c:pt idx="460">
                  <c:v>80.24</c:v>
                </c:pt>
                <c:pt idx="461">
                  <c:v>80.51</c:v>
                </c:pt>
                <c:pt idx="462">
                  <c:v>80.84</c:v>
                </c:pt>
                <c:pt idx="463">
                  <c:v>81.1</c:v>
                </c:pt>
                <c:pt idx="464">
                  <c:v>81.4</c:v>
                </c:pt>
                <c:pt idx="465">
                  <c:v>81.54</c:v>
                </c:pt>
                <c:pt idx="466">
                  <c:v>81.77</c:v>
                </c:pt>
                <c:pt idx="467">
                  <c:v>81.98</c:v>
                </c:pt>
                <c:pt idx="468">
                  <c:v>82.26</c:v>
                </c:pt>
                <c:pt idx="469">
                  <c:v>82.48</c:v>
                </c:pt>
                <c:pt idx="470">
                  <c:v>82.63</c:v>
                </c:pt>
                <c:pt idx="471">
                  <c:v>82.52</c:v>
                </c:pt>
                <c:pt idx="472">
                  <c:v>82.4</c:v>
                </c:pt>
                <c:pt idx="473">
                  <c:v>82.35</c:v>
                </c:pt>
                <c:pt idx="474">
                  <c:v>82.15</c:v>
                </c:pt>
                <c:pt idx="475">
                  <c:v>82.14</c:v>
                </c:pt>
                <c:pt idx="476">
                  <c:v>81.86</c:v>
                </c:pt>
                <c:pt idx="477">
                  <c:v>81.57</c:v>
                </c:pt>
                <c:pt idx="478">
                  <c:v>81.12</c:v>
                </c:pt>
                <c:pt idx="479">
                  <c:v>80.76</c:v>
                </c:pt>
                <c:pt idx="480">
                  <c:v>80.39</c:v>
                </c:pt>
                <c:pt idx="481">
                  <c:v>80.07</c:v>
                </c:pt>
                <c:pt idx="482">
                  <c:v>79.84</c:v>
                </c:pt>
                <c:pt idx="483">
                  <c:v>79.56</c:v>
                </c:pt>
                <c:pt idx="484">
                  <c:v>79.28</c:v>
                </c:pt>
                <c:pt idx="485">
                  <c:v>79.13</c:v>
                </c:pt>
                <c:pt idx="486">
                  <c:v>79.17</c:v>
                </c:pt>
                <c:pt idx="487">
                  <c:v>79.36</c:v>
                </c:pt>
                <c:pt idx="488">
                  <c:v>79.7</c:v>
                </c:pt>
                <c:pt idx="489">
                  <c:v>79.82</c:v>
                </c:pt>
                <c:pt idx="490">
                  <c:v>80.06</c:v>
                </c:pt>
                <c:pt idx="491">
                  <c:v>80.36</c:v>
                </c:pt>
                <c:pt idx="492">
                  <c:v>80.76</c:v>
                </c:pt>
                <c:pt idx="493">
                  <c:v>81.12</c:v>
                </c:pt>
                <c:pt idx="494">
                  <c:v>81.5</c:v>
                </c:pt>
                <c:pt idx="495">
                  <c:v>81.78</c:v>
                </c:pt>
                <c:pt idx="496">
                  <c:v>81.94</c:v>
                </c:pt>
                <c:pt idx="497">
                  <c:v>82.05</c:v>
                </c:pt>
                <c:pt idx="498">
                  <c:v>82.27</c:v>
                </c:pt>
                <c:pt idx="499">
                  <c:v>82.55</c:v>
                </c:pt>
                <c:pt idx="500">
                  <c:v>82.89</c:v>
                </c:pt>
                <c:pt idx="501">
                  <c:v>83.15</c:v>
                </c:pt>
                <c:pt idx="502">
                  <c:v>83.41</c:v>
                </c:pt>
                <c:pt idx="503">
                  <c:v>83.69</c:v>
                </c:pt>
                <c:pt idx="504">
                  <c:v>84.21</c:v>
                </c:pt>
                <c:pt idx="505">
                  <c:v>84.67</c:v>
                </c:pt>
                <c:pt idx="506">
                  <c:v>84.83</c:v>
                </c:pt>
                <c:pt idx="507">
                  <c:v>84.84</c:v>
                </c:pt>
                <c:pt idx="508">
                  <c:v>84.59</c:v>
                </c:pt>
                <c:pt idx="509">
                  <c:v>84.52</c:v>
                </c:pt>
                <c:pt idx="510">
                  <c:v>84.12</c:v>
                </c:pt>
                <c:pt idx="511">
                  <c:v>83.72</c:v>
                </c:pt>
                <c:pt idx="512">
                  <c:v>83.19</c:v>
                </c:pt>
                <c:pt idx="513">
                  <c:v>82.75</c:v>
                </c:pt>
                <c:pt idx="514">
                  <c:v>81.98</c:v>
                </c:pt>
                <c:pt idx="515">
                  <c:v>81.6</c:v>
                </c:pt>
                <c:pt idx="516">
                  <c:v>81.31</c:v>
                </c:pt>
                <c:pt idx="517">
                  <c:v>81.29</c:v>
                </c:pt>
                <c:pt idx="518">
                  <c:v>81.11</c:v>
                </c:pt>
                <c:pt idx="519">
                  <c:v>80.89</c:v>
                </c:pt>
                <c:pt idx="520">
                  <c:v>80.96</c:v>
                </c:pt>
                <c:pt idx="521">
                  <c:v>81.22</c:v>
                </c:pt>
                <c:pt idx="522">
                  <c:v>81.63</c:v>
                </c:pt>
                <c:pt idx="523">
                  <c:v>81.89</c:v>
                </c:pt>
                <c:pt idx="524">
                  <c:v>82.25</c:v>
                </c:pt>
                <c:pt idx="525">
                  <c:v>82.18</c:v>
                </c:pt>
                <c:pt idx="526">
                  <c:v>82.83</c:v>
                </c:pt>
                <c:pt idx="527">
                  <c:v>83.26</c:v>
                </c:pt>
                <c:pt idx="528">
                  <c:v>84.21</c:v>
                </c:pt>
                <c:pt idx="529">
                  <c:v>85</c:v>
                </c:pt>
                <c:pt idx="530">
                  <c:v>85.8</c:v>
                </c:pt>
                <c:pt idx="531">
                  <c:v>86.35</c:v>
                </c:pt>
                <c:pt idx="532">
                  <c:v>86.92</c:v>
                </c:pt>
                <c:pt idx="533">
                  <c:v>87.61</c:v>
                </c:pt>
                <c:pt idx="534">
                  <c:v>88.43</c:v>
                </c:pt>
                <c:pt idx="535">
                  <c:v>89.09</c:v>
                </c:pt>
                <c:pt idx="536">
                  <c:v>89.34</c:v>
                </c:pt>
                <c:pt idx="537">
                  <c:v>89.85</c:v>
                </c:pt>
                <c:pt idx="538">
                  <c:v>90.33</c:v>
                </c:pt>
                <c:pt idx="539">
                  <c:v>91.15</c:v>
                </c:pt>
                <c:pt idx="540">
                  <c:v>91.47</c:v>
                </c:pt>
                <c:pt idx="541">
                  <c:v>92.11</c:v>
                </c:pt>
                <c:pt idx="542">
                  <c:v>92.5</c:v>
                </c:pt>
                <c:pt idx="543">
                  <c:v>92.71</c:v>
                </c:pt>
                <c:pt idx="544">
                  <c:v>92.83</c:v>
                </c:pt>
                <c:pt idx="545">
                  <c:v>93.12</c:v>
                </c:pt>
                <c:pt idx="546">
                  <c:v>93.43</c:v>
                </c:pt>
                <c:pt idx="547">
                  <c:v>93.5</c:v>
                </c:pt>
                <c:pt idx="548">
                  <c:v>93.5</c:v>
                </c:pt>
                <c:pt idx="549">
                  <c:v>93.15</c:v>
                </c:pt>
                <c:pt idx="550">
                  <c:v>93.19</c:v>
                </c:pt>
                <c:pt idx="551">
                  <c:v>92.75</c:v>
                </c:pt>
                <c:pt idx="552">
                  <c:v>92.38</c:v>
                </c:pt>
                <c:pt idx="553">
                  <c:v>92.06</c:v>
                </c:pt>
                <c:pt idx="554">
                  <c:v>91.75</c:v>
                </c:pt>
                <c:pt idx="555">
                  <c:v>91.47</c:v>
                </c:pt>
                <c:pt idx="556">
                  <c:v>91.47</c:v>
                </c:pt>
                <c:pt idx="557">
                  <c:v>91.5</c:v>
                </c:pt>
                <c:pt idx="558">
                  <c:v>91.53</c:v>
                </c:pt>
                <c:pt idx="559">
                  <c:v>91.56</c:v>
                </c:pt>
                <c:pt idx="560">
                  <c:v>91.63</c:v>
                </c:pt>
                <c:pt idx="561">
                  <c:v>92</c:v>
                </c:pt>
                <c:pt idx="562">
                  <c:v>92.39</c:v>
                </c:pt>
                <c:pt idx="563">
                  <c:v>92.89</c:v>
                </c:pt>
                <c:pt idx="564">
                  <c:v>93.49</c:v>
                </c:pt>
                <c:pt idx="565">
                  <c:v>93.85</c:v>
                </c:pt>
                <c:pt idx="566">
                  <c:v>93.95</c:v>
                </c:pt>
                <c:pt idx="567">
                  <c:v>94.02</c:v>
                </c:pt>
                <c:pt idx="568">
                  <c:v>93.77</c:v>
                </c:pt>
                <c:pt idx="569">
                  <c:v>93.64</c:v>
                </c:pt>
                <c:pt idx="570">
                  <c:v>93.69</c:v>
                </c:pt>
                <c:pt idx="571">
                  <c:v>93.61</c:v>
                </c:pt>
                <c:pt idx="572">
                  <c:v>93.51</c:v>
                </c:pt>
                <c:pt idx="573">
                  <c:v>93.36</c:v>
                </c:pt>
                <c:pt idx="574">
                  <c:v>93.11</c:v>
                </c:pt>
                <c:pt idx="575">
                  <c:v>93.08</c:v>
                </c:pt>
                <c:pt idx="576">
                  <c:v>93.03</c:v>
                </c:pt>
                <c:pt idx="577">
                  <c:v>93</c:v>
                </c:pt>
                <c:pt idx="578">
                  <c:v>93.44</c:v>
                </c:pt>
                <c:pt idx="579">
                  <c:v>93.89</c:v>
                </c:pt>
                <c:pt idx="580">
                  <c:v>94.16</c:v>
                </c:pt>
                <c:pt idx="581">
                  <c:v>94.54</c:v>
                </c:pt>
                <c:pt idx="582">
                  <c:v>94.84</c:v>
                </c:pt>
                <c:pt idx="583">
                  <c:v>95.07</c:v>
                </c:pt>
                <c:pt idx="584">
                  <c:v>95.25</c:v>
                </c:pt>
                <c:pt idx="585">
                  <c:v>95.36</c:v>
                </c:pt>
                <c:pt idx="586">
                  <c:v>95.21</c:v>
                </c:pt>
                <c:pt idx="587">
                  <c:v>95.14</c:v>
                </c:pt>
                <c:pt idx="588">
                  <c:v>94.77</c:v>
                </c:pt>
                <c:pt idx="589">
                  <c:v>94.23</c:v>
                </c:pt>
                <c:pt idx="590">
                  <c:v>93.66</c:v>
                </c:pt>
                <c:pt idx="591">
                  <c:v>93.16</c:v>
                </c:pt>
                <c:pt idx="592">
                  <c:v>92.98</c:v>
                </c:pt>
                <c:pt idx="593">
                  <c:v>92.84</c:v>
                </c:pt>
                <c:pt idx="594">
                  <c:v>92.88</c:v>
                </c:pt>
                <c:pt idx="595">
                  <c:v>92.89</c:v>
                </c:pt>
                <c:pt idx="596">
                  <c:v>93.11</c:v>
                </c:pt>
                <c:pt idx="597">
                  <c:v>93.24</c:v>
                </c:pt>
                <c:pt idx="598">
                  <c:v>93.42</c:v>
                </c:pt>
                <c:pt idx="599">
                  <c:v>93.86</c:v>
                </c:pt>
                <c:pt idx="600">
                  <c:v>94.28</c:v>
                </c:pt>
                <c:pt idx="601">
                  <c:v>94.48</c:v>
                </c:pt>
                <c:pt idx="602">
                  <c:v>94.59</c:v>
                </c:pt>
                <c:pt idx="603">
                  <c:v>94.84</c:v>
                </c:pt>
                <c:pt idx="604">
                  <c:v>95.01</c:v>
                </c:pt>
                <c:pt idx="605">
                  <c:v>95.42</c:v>
                </c:pt>
                <c:pt idx="606">
                  <c:v>95.91</c:v>
                </c:pt>
                <c:pt idx="607">
                  <c:v>96.38</c:v>
                </c:pt>
                <c:pt idx="608">
                  <c:v>96.64</c:v>
                </c:pt>
                <c:pt idx="609">
                  <c:v>96.86</c:v>
                </c:pt>
                <c:pt idx="610">
                  <c:v>97</c:v>
                </c:pt>
                <c:pt idx="611">
                  <c:v>97.37</c:v>
                </c:pt>
                <c:pt idx="612">
                  <c:v>97.56</c:v>
                </c:pt>
                <c:pt idx="613">
                  <c:v>97.69</c:v>
                </c:pt>
                <c:pt idx="614">
                  <c:v>97.76</c:v>
                </c:pt>
                <c:pt idx="615">
                  <c:v>97.6</c:v>
                </c:pt>
                <c:pt idx="616">
                  <c:v>97.37</c:v>
                </c:pt>
                <c:pt idx="617">
                  <c:v>97.11</c:v>
                </c:pt>
                <c:pt idx="618">
                  <c:v>96.98</c:v>
                </c:pt>
                <c:pt idx="619">
                  <c:v>97.05</c:v>
                </c:pt>
                <c:pt idx="620">
                  <c:v>97.23</c:v>
                </c:pt>
                <c:pt idx="621">
                  <c:v>97.36</c:v>
                </c:pt>
                <c:pt idx="622">
                  <c:v>97.5</c:v>
                </c:pt>
                <c:pt idx="623">
                  <c:v>97.36</c:v>
                </c:pt>
                <c:pt idx="624">
                  <c:v>97.11</c:v>
                </c:pt>
                <c:pt idx="625">
                  <c:v>96.81</c:v>
                </c:pt>
                <c:pt idx="626">
                  <c:v>96.44</c:v>
                </c:pt>
                <c:pt idx="627">
                  <c:v>96.21</c:v>
                </c:pt>
                <c:pt idx="628">
                  <c:v>95.94</c:v>
                </c:pt>
                <c:pt idx="629">
                  <c:v>95.49</c:v>
                </c:pt>
                <c:pt idx="630">
                  <c:v>95</c:v>
                </c:pt>
                <c:pt idx="631">
                  <c:v>94.59</c:v>
                </c:pt>
                <c:pt idx="632">
                  <c:v>94.27</c:v>
                </c:pt>
                <c:pt idx="633">
                  <c:v>93.83</c:v>
                </c:pt>
                <c:pt idx="634">
                  <c:v>93.51</c:v>
                </c:pt>
                <c:pt idx="635">
                  <c:v>93.25</c:v>
                </c:pt>
                <c:pt idx="636">
                  <c:v>92.93</c:v>
                </c:pt>
                <c:pt idx="637">
                  <c:v>92.42</c:v>
                </c:pt>
                <c:pt idx="638">
                  <c:v>92.04</c:v>
                </c:pt>
                <c:pt idx="639">
                  <c:v>91.62</c:v>
                </c:pt>
                <c:pt idx="640">
                  <c:v>91.6</c:v>
                </c:pt>
                <c:pt idx="641">
                  <c:v>91.38</c:v>
                </c:pt>
                <c:pt idx="642">
                  <c:v>90.99</c:v>
                </c:pt>
                <c:pt idx="643">
                  <c:v>91.01</c:v>
                </c:pt>
                <c:pt idx="644">
                  <c:v>90.98</c:v>
                </c:pt>
                <c:pt idx="645">
                  <c:v>90.88</c:v>
                </c:pt>
                <c:pt idx="646">
                  <c:v>90.75</c:v>
                </c:pt>
                <c:pt idx="647">
                  <c:v>90.73</c:v>
                </c:pt>
                <c:pt idx="648">
                  <c:v>90.58</c:v>
                </c:pt>
                <c:pt idx="649">
                  <c:v>90.34</c:v>
                </c:pt>
                <c:pt idx="650">
                  <c:v>89.72</c:v>
                </c:pt>
                <c:pt idx="651">
                  <c:v>89.22</c:v>
                </c:pt>
                <c:pt idx="652">
                  <c:v>88.6</c:v>
                </c:pt>
                <c:pt idx="653">
                  <c:v>87.94</c:v>
                </c:pt>
                <c:pt idx="654">
                  <c:v>87.41</c:v>
                </c:pt>
                <c:pt idx="655">
                  <c:v>86.95</c:v>
                </c:pt>
                <c:pt idx="656">
                  <c:v>86.65</c:v>
                </c:pt>
                <c:pt idx="657">
                  <c:v>86.3</c:v>
                </c:pt>
                <c:pt idx="658">
                  <c:v>85.75</c:v>
                </c:pt>
                <c:pt idx="659">
                  <c:v>85.32</c:v>
                </c:pt>
                <c:pt idx="660">
                  <c:v>85.03</c:v>
                </c:pt>
                <c:pt idx="661">
                  <c:v>84.71</c:v>
                </c:pt>
                <c:pt idx="662">
                  <c:v>84.73</c:v>
                </c:pt>
                <c:pt idx="663">
                  <c:v>85</c:v>
                </c:pt>
                <c:pt idx="664">
                  <c:v>85.28</c:v>
                </c:pt>
                <c:pt idx="665">
                  <c:v>85.53</c:v>
                </c:pt>
                <c:pt idx="666">
                  <c:v>85.79</c:v>
                </c:pt>
                <c:pt idx="667">
                  <c:v>86.14</c:v>
                </c:pt>
                <c:pt idx="668">
                  <c:v>86.7</c:v>
                </c:pt>
                <c:pt idx="669">
                  <c:v>87.05</c:v>
                </c:pt>
                <c:pt idx="670">
                  <c:v>87.36</c:v>
                </c:pt>
                <c:pt idx="671">
                  <c:v>87.51</c:v>
                </c:pt>
                <c:pt idx="672">
                  <c:v>87.91</c:v>
                </c:pt>
                <c:pt idx="673">
                  <c:v>87.92</c:v>
                </c:pt>
                <c:pt idx="674">
                  <c:v>87.87</c:v>
                </c:pt>
                <c:pt idx="675">
                  <c:v>87.7</c:v>
                </c:pt>
                <c:pt idx="676">
                  <c:v>87.54</c:v>
                </c:pt>
                <c:pt idx="677">
                  <c:v>87.13</c:v>
                </c:pt>
                <c:pt idx="678">
                  <c:v>86.84</c:v>
                </c:pt>
                <c:pt idx="679">
                  <c:v>86.45</c:v>
                </c:pt>
                <c:pt idx="680">
                  <c:v>86.14</c:v>
                </c:pt>
                <c:pt idx="681">
                  <c:v>85.88</c:v>
                </c:pt>
                <c:pt idx="682">
                  <c:v>85.25</c:v>
                </c:pt>
                <c:pt idx="683">
                  <c:v>84.71</c:v>
                </c:pt>
                <c:pt idx="684">
                  <c:v>84</c:v>
                </c:pt>
                <c:pt idx="685">
                  <c:v>83.47</c:v>
                </c:pt>
                <c:pt idx="686">
                  <c:v>83.1</c:v>
                </c:pt>
                <c:pt idx="687">
                  <c:v>82.88</c:v>
                </c:pt>
                <c:pt idx="688">
                  <c:v>82.67</c:v>
                </c:pt>
                <c:pt idx="689">
                  <c:v>82.83</c:v>
                </c:pt>
                <c:pt idx="690">
                  <c:v>82.82</c:v>
                </c:pt>
                <c:pt idx="691">
                  <c:v>82.83</c:v>
                </c:pt>
                <c:pt idx="692">
                  <c:v>82.82</c:v>
                </c:pt>
                <c:pt idx="693">
                  <c:v>82.81</c:v>
                </c:pt>
                <c:pt idx="694">
                  <c:v>83.07</c:v>
                </c:pt>
                <c:pt idx="695">
                  <c:v>83.49</c:v>
                </c:pt>
                <c:pt idx="696">
                  <c:v>83.69</c:v>
                </c:pt>
                <c:pt idx="697">
                  <c:v>83.86</c:v>
                </c:pt>
                <c:pt idx="698">
                  <c:v>83.87</c:v>
                </c:pt>
                <c:pt idx="699">
                  <c:v>83.62</c:v>
                </c:pt>
                <c:pt idx="700">
                  <c:v>83.5</c:v>
                </c:pt>
                <c:pt idx="701">
                  <c:v>83.44</c:v>
                </c:pt>
                <c:pt idx="702">
                  <c:v>83.33</c:v>
                </c:pt>
                <c:pt idx="703">
                  <c:v>83.17</c:v>
                </c:pt>
                <c:pt idx="704">
                  <c:v>82.8</c:v>
                </c:pt>
                <c:pt idx="705">
                  <c:v>82.19</c:v>
                </c:pt>
                <c:pt idx="706">
                  <c:v>81.65</c:v>
                </c:pt>
                <c:pt idx="707">
                  <c:v>81.02</c:v>
                </c:pt>
                <c:pt idx="708">
                  <c:v>80.55</c:v>
                </c:pt>
                <c:pt idx="709">
                  <c:v>80.26</c:v>
                </c:pt>
                <c:pt idx="710">
                  <c:v>79.94</c:v>
                </c:pt>
                <c:pt idx="711">
                  <c:v>79.56</c:v>
                </c:pt>
                <c:pt idx="712">
                  <c:v>79.33</c:v>
                </c:pt>
                <c:pt idx="713">
                  <c:v>79.18</c:v>
                </c:pt>
                <c:pt idx="714">
                  <c:v>79.13</c:v>
                </c:pt>
                <c:pt idx="715">
                  <c:v>79.08</c:v>
                </c:pt>
                <c:pt idx="716">
                  <c:v>78.97</c:v>
                </c:pt>
                <c:pt idx="717">
                  <c:v>79.16</c:v>
                </c:pt>
                <c:pt idx="718">
                  <c:v>79.21</c:v>
                </c:pt>
                <c:pt idx="719">
                  <c:v>79.15</c:v>
                </c:pt>
                <c:pt idx="720">
                  <c:v>79.17</c:v>
                </c:pt>
                <c:pt idx="721">
                  <c:v>79.22</c:v>
                </c:pt>
                <c:pt idx="722">
                  <c:v>79.29</c:v>
                </c:pt>
                <c:pt idx="723">
                  <c:v>79.45</c:v>
                </c:pt>
                <c:pt idx="724">
                  <c:v>79.66</c:v>
                </c:pt>
                <c:pt idx="725">
                  <c:v>79.85</c:v>
                </c:pt>
                <c:pt idx="726">
                  <c:v>80.15</c:v>
                </c:pt>
                <c:pt idx="727">
                  <c:v>80.43</c:v>
                </c:pt>
                <c:pt idx="728">
                  <c:v>80.65</c:v>
                </c:pt>
                <c:pt idx="729">
                  <c:v>80.9</c:v>
                </c:pt>
                <c:pt idx="730">
                  <c:v>81.08</c:v>
                </c:pt>
                <c:pt idx="731">
                  <c:v>81.2</c:v>
                </c:pt>
                <c:pt idx="732">
                  <c:v>80.96</c:v>
                </c:pt>
                <c:pt idx="733">
                  <c:v>80.75</c:v>
                </c:pt>
                <c:pt idx="734">
                  <c:v>80.5</c:v>
                </c:pt>
                <c:pt idx="735">
                  <c:v>80.24</c:v>
                </c:pt>
                <c:pt idx="736">
                  <c:v>80.03</c:v>
                </c:pt>
                <c:pt idx="737">
                  <c:v>79.69</c:v>
                </c:pt>
                <c:pt idx="738">
                  <c:v>79.62</c:v>
                </c:pt>
                <c:pt idx="739">
                  <c:v>79.43</c:v>
                </c:pt>
                <c:pt idx="740">
                  <c:v>79.26</c:v>
                </c:pt>
                <c:pt idx="741">
                  <c:v>79.24</c:v>
                </c:pt>
                <c:pt idx="742">
                  <c:v>79.42</c:v>
                </c:pt>
                <c:pt idx="743">
                  <c:v>79.51</c:v>
                </c:pt>
                <c:pt idx="744">
                  <c:v>79.67</c:v>
                </c:pt>
                <c:pt idx="745">
                  <c:v>80.1</c:v>
                </c:pt>
                <c:pt idx="746">
                  <c:v>80.5</c:v>
                </c:pt>
                <c:pt idx="747">
                  <c:v>80.88</c:v>
                </c:pt>
                <c:pt idx="748">
                  <c:v>81.22</c:v>
                </c:pt>
                <c:pt idx="749">
                  <c:v>81.79</c:v>
                </c:pt>
                <c:pt idx="750">
                  <c:v>82.42</c:v>
                </c:pt>
                <c:pt idx="751">
                  <c:v>82.86</c:v>
                </c:pt>
                <c:pt idx="752">
                  <c:v>83.49</c:v>
                </c:pt>
                <c:pt idx="753">
                  <c:v>84.03</c:v>
                </c:pt>
                <c:pt idx="754">
                  <c:v>84.6</c:v>
                </c:pt>
                <c:pt idx="755">
                  <c:v>84.9</c:v>
                </c:pt>
                <c:pt idx="756">
                  <c:v>85.13</c:v>
                </c:pt>
                <c:pt idx="757">
                  <c:v>85.43</c:v>
                </c:pt>
                <c:pt idx="758">
                  <c:v>86.08</c:v>
                </c:pt>
                <c:pt idx="759">
                  <c:v>86.54</c:v>
                </c:pt>
                <c:pt idx="760">
                  <c:v>87.02</c:v>
                </c:pt>
                <c:pt idx="761">
                  <c:v>87.49</c:v>
                </c:pt>
                <c:pt idx="762">
                  <c:v>87.88</c:v>
                </c:pt>
                <c:pt idx="763">
                  <c:v>88.58</c:v>
                </c:pt>
                <c:pt idx="764">
                  <c:v>89.19</c:v>
                </c:pt>
                <c:pt idx="765">
                  <c:v>89.86</c:v>
                </c:pt>
                <c:pt idx="766">
                  <c:v>90.59</c:v>
                </c:pt>
                <c:pt idx="767">
                  <c:v>91.38</c:v>
                </c:pt>
                <c:pt idx="768">
                  <c:v>91.85</c:v>
                </c:pt>
                <c:pt idx="769">
                  <c:v>92.5</c:v>
                </c:pt>
                <c:pt idx="770">
                  <c:v>93.15</c:v>
                </c:pt>
                <c:pt idx="771">
                  <c:v>93.84</c:v>
                </c:pt>
                <c:pt idx="772">
                  <c:v>94.54</c:v>
                </c:pt>
                <c:pt idx="773">
                  <c:v>94.99</c:v>
                </c:pt>
                <c:pt idx="774">
                  <c:v>95.38</c:v>
                </c:pt>
                <c:pt idx="775">
                  <c:v>95.94</c:v>
                </c:pt>
                <c:pt idx="776">
                  <c:v>96.27</c:v>
                </c:pt>
                <c:pt idx="777">
                  <c:v>96.39</c:v>
                </c:pt>
                <c:pt idx="778">
                  <c:v>96.08</c:v>
                </c:pt>
                <c:pt idx="779">
                  <c:v>95.81</c:v>
                </c:pt>
                <c:pt idx="780">
                  <c:v>95.32</c:v>
                </c:pt>
                <c:pt idx="781">
                  <c:v>95.19</c:v>
                </c:pt>
                <c:pt idx="782">
                  <c:v>94.97</c:v>
                </c:pt>
                <c:pt idx="783">
                  <c:v>94.86</c:v>
                </c:pt>
                <c:pt idx="784">
                  <c:v>94.77</c:v>
                </c:pt>
                <c:pt idx="785">
                  <c:v>94.63</c:v>
                </c:pt>
                <c:pt idx="786">
                  <c:v>94.67</c:v>
                </c:pt>
                <c:pt idx="787">
                  <c:v>95.08</c:v>
                </c:pt>
                <c:pt idx="788">
                  <c:v>95.32</c:v>
                </c:pt>
                <c:pt idx="789">
                  <c:v>95.5</c:v>
                </c:pt>
                <c:pt idx="790">
                  <c:v>95.67</c:v>
                </c:pt>
                <c:pt idx="791">
                  <c:v>95.62</c:v>
                </c:pt>
                <c:pt idx="792">
                  <c:v>95.61</c:v>
                </c:pt>
                <c:pt idx="793">
                  <c:v>95.54</c:v>
                </c:pt>
                <c:pt idx="794">
                  <c:v>95.53</c:v>
                </c:pt>
                <c:pt idx="795">
                  <c:v>95.48</c:v>
                </c:pt>
                <c:pt idx="796">
                  <c:v>95.49</c:v>
                </c:pt>
                <c:pt idx="797">
                  <c:v>95.31</c:v>
                </c:pt>
                <c:pt idx="798">
                  <c:v>95.38</c:v>
                </c:pt>
                <c:pt idx="799">
                  <c:v>95.47</c:v>
                </c:pt>
                <c:pt idx="800">
                  <c:v/>
                </c:pt>
                <c:pt idx="801">
                  <c:v/>
                </c:pt>
                <c:pt idx="802">
                  <c:v/>
                </c:pt>
                <c:pt idx="803">
                  <c:v/>
                </c:pt>
                <c:pt idx="804">
                  <c:v/>
                </c:pt>
                <c:pt idx="805">
                  <c:v/>
                </c:pt>
                <c:pt idx="806">
                  <c:v/>
                </c:pt>
                <c:pt idx="807">
                  <c:v/>
                </c:pt>
                <c:pt idx="808">
                  <c:v/>
                </c:pt>
                <c:pt idx="809">
                  <c:v/>
                </c:pt>
                <c:pt idx="810">
                  <c:v/>
                </c:pt>
                <c:pt idx="811">
                  <c:v/>
                </c:pt>
                <c:pt idx="812">
                  <c:v/>
                </c:pt>
                <c:pt idx="813">
                  <c:v/>
                </c:pt>
                <c:pt idx="814">
                  <c:v/>
                </c:pt>
                <c:pt idx="815">
                  <c:v/>
                </c:pt>
                <c:pt idx="816">
                  <c:v/>
                </c:pt>
                <c:pt idx="817">
                  <c:v/>
                </c:pt>
                <c:pt idx="818">
                  <c:v/>
                </c:pt>
                <c:pt idx="819">
                  <c:v/>
                </c:pt>
                <c:pt idx="820">
                  <c:v/>
                </c:pt>
                <c:pt idx="821">
                  <c:v/>
                </c:pt>
                <c:pt idx="822">
                  <c:v/>
                </c:pt>
                <c:pt idx="823">
                  <c:v/>
                </c:pt>
                <c:pt idx="824">
                  <c:v/>
                </c:pt>
                <c:pt idx="825">
                  <c:v/>
                </c:pt>
                <c:pt idx="826">
                  <c:v/>
                </c:pt>
                <c:pt idx="827">
                  <c:v/>
                </c:pt>
                <c:pt idx="828">
                  <c:v/>
                </c:pt>
                <c:pt idx="829">
                  <c:v/>
                </c:pt>
                <c:pt idx="830">
                  <c:v/>
                </c:pt>
                <c:pt idx="831">
                  <c:v/>
                </c:pt>
                <c:pt idx="832">
                  <c:v/>
                </c:pt>
                <c:pt idx="833">
                  <c:v/>
                </c:pt>
                <c:pt idx="834">
                  <c:v/>
                </c:pt>
                <c:pt idx="835">
                  <c:v/>
                </c:pt>
                <c:pt idx="836">
                  <c:v/>
                </c:pt>
                <c:pt idx="837">
                  <c:v/>
                </c:pt>
                <c:pt idx="838">
                  <c:v/>
                </c:pt>
                <c:pt idx="839">
                  <c:v/>
                </c:pt>
                <c:pt idx="840">
                  <c:v/>
                </c:pt>
                <c:pt idx="841">
                  <c:v/>
                </c:pt>
                <c:pt idx="842">
                  <c:v/>
                </c:pt>
                <c:pt idx="843">
                  <c:v/>
                </c:pt>
                <c:pt idx="844">
                  <c:v/>
                </c:pt>
                <c:pt idx="845">
                  <c:v/>
                </c:pt>
                <c:pt idx="846">
                  <c:v/>
                </c:pt>
                <c:pt idx="847">
                  <c:v/>
                </c:pt>
                <c:pt idx="848">
                  <c:v/>
                </c:pt>
                <c:pt idx="849">
                  <c:v/>
                </c:pt>
              </c:numCache>
            </c:numRef>
          </c:val>
          <c:smooth val="0"/>
        </c:ser>
        <c:ser>
          <c:idx val="2"/>
          <c:order val="2"/>
          <c:tx>
            <c:strRef>
              <c:f>Sheet1!$D$1</c:f>
              <c:strCache>
                <c:ptCount val="1"/>
                <c:pt idx="0">
                  <c:v>SMA 30</c:v>
                </c:pt>
              </c:strCache>
            </c:strRef>
          </c:tx>
          <c:spPr>
            <a:solidFill>
              <a:srgbClr val="F6C453"/>
            </a:solidFill>
            <a:ln w="19050" cap="flat">
              <a:solidFill>
                <a:srgbClr val="F6C453"/>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F6C453"/>
              </a:solidFill>
              <a:ln w="9525" cap="flat">
                <a:solidFill>
                  <a:srgbClr val="F6C453"/>
                </a:solidFill>
                <a:prstDash val="solid"/>
                <a:round/>
              </a:ln>
              <a:effectLst/>
            </c:spPr>
          </c:marker>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Sheet1!$D$2:$D$851</c:f>
              <c:numCache>
                <c:formatCode>General</c:formatCode>
                <c:ptCount val="850"/>
                <c:pt idx="0">
                  <c:v>76.74</c:v>
                </c:pt>
                <c:pt idx="1">
                  <c:v>76.83</c:v>
                </c:pt>
                <c:pt idx="2">
                  <c:v>76.89</c:v>
                </c:pt>
                <c:pt idx="3">
                  <c:v>77</c:v>
                </c:pt>
                <c:pt idx="4">
                  <c:v>77.15</c:v>
                </c:pt>
                <c:pt idx="5">
                  <c:v>77.27</c:v>
                </c:pt>
                <c:pt idx="6">
                  <c:v>77.36</c:v>
                </c:pt>
                <c:pt idx="7">
                  <c:v>77.49</c:v>
                </c:pt>
                <c:pt idx="8">
                  <c:v>77.71</c:v>
                </c:pt>
                <c:pt idx="9">
                  <c:v>77.91</c:v>
                </c:pt>
                <c:pt idx="10">
                  <c:v>78.11</c:v>
                </c:pt>
                <c:pt idx="11">
                  <c:v>78.28</c:v>
                </c:pt>
                <c:pt idx="12">
                  <c:v>78.5</c:v>
                </c:pt>
                <c:pt idx="13">
                  <c:v>78.8</c:v>
                </c:pt>
                <c:pt idx="14">
                  <c:v>79.21</c:v>
                </c:pt>
                <c:pt idx="15">
                  <c:v>79.65</c:v>
                </c:pt>
                <c:pt idx="16">
                  <c:v>80.08</c:v>
                </c:pt>
                <c:pt idx="17">
                  <c:v>80.51</c:v>
                </c:pt>
                <c:pt idx="18">
                  <c:v>80.89</c:v>
                </c:pt>
                <c:pt idx="19">
                  <c:v>81.3</c:v>
                </c:pt>
                <c:pt idx="20">
                  <c:v>81.73</c:v>
                </c:pt>
                <c:pt idx="21">
                  <c:v>82.15</c:v>
                </c:pt>
                <c:pt idx="22">
                  <c:v>82.48</c:v>
                </c:pt>
                <c:pt idx="23">
                  <c:v>82.79</c:v>
                </c:pt>
                <c:pt idx="24">
                  <c:v>82.95</c:v>
                </c:pt>
                <c:pt idx="25">
                  <c:v>83.12</c:v>
                </c:pt>
                <c:pt idx="26">
                  <c:v>83.29</c:v>
                </c:pt>
                <c:pt idx="27">
                  <c:v>83.5</c:v>
                </c:pt>
                <c:pt idx="28">
                  <c:v>83.71</c:v>
                </c:pt>
                <c:pt idx="29">
                  <c:v>84.03</c:v>
                </c:pt>
                <c:pt idx="30">
                  <c:v>84.42</c:v>
                </c:pt>
                <c:pt idx="31">
                  <c:v>84.71</c:v>
                </c:pt>
                <c:pt idx="32">
                  <c:v>85.01</c:v>
                </c:pt>
                <c:pt idx="33">
                  <c:v>85.38</c:v>
                </c:pt>
                <c:pt idx="34">
                  <c:v>85.75</c:v>
                </c:pt>
                <c:pt idx="35">
                  <c:v>86.14</c:v>
                </c:pt>
                <c:pt idx="36">
                  <c:v>86.49</c:v>
                </c:pt>
                <c:pt idx="37">
                  <c:v>86.83</c:v>
                </c:pt>
                <c:pt idx="38">
                  <c:v>87.08</c:v>
                </c:pt>
                <c:pt idx="39">
                  <c:v>87.23</c:v>
                </c:pt>
                <c:pt idx="40">
                  <c:v>87.32</c:v>
                </c:pt>
                <c:pt idx="41">
                  <c:v>87.42</c:v>
                </c:pt>
                <c:pt idx="42">
                  <c:v>87.45</c:v>
                </c:pt>
                <c:pt idx="43">
                  <c:v>87.51</c:v>
                </c:pt>
                <c:pt idx="44">
                  <c:v>87.47</c:v>
                </c:pt>
                <c:pt idx="45">
                  <c:v>87.52</c:v>
                </c:pt>
                <c:pt idx="46">
                  <c:v>87.59</c:v>
                </c:pt>
                <c:pt idx="47">
                  <c:v>87.67</c:v>
                </c:pt>
                <c:pt idx="48">
                  <c:v>87.76</c:v>
                </c:pt>
                <c:pt idx="49">
                  <c:v>87.86</c:v>
                </c:pt>
                <c:pt idx="50">
                  <c:v>87.94</c:v>
                </c:pt>
                <c:pt idx="51">
                  <c:v>87.98</c:v>
                </c:pt>
                <c:pt idx="52">
                  <c:v>88.03</c:v>
                </c:pt>
                <c:pt idx="53">
                  <c:v>88.22</c:v>
                </c:pt>
                <c:pt idx="54">
                  <c:v>88.51</c:v>
                </c:pt>
                <c:pt idx="55">
                  <c:v>88.85</c:v>
                </c:pt>
                <c:pt idx="56">
                  <c:v>89.2</c:v>
                </c:pt>
                <c:pt idx="57">
                  <c:v>89.56</c:v>
                </c:pt>
                <c:pt idx="58">
                  <c:v>89.78</c:v>
                </c:pt>
                <c:pt idx="59">
                  <c:v>90.08</c:v>
                </c:pt>
                <c:pt idx="60">
                  <c:v>90.33</c:v>
                </c:pt>
                <c:pt idx="61">
                  <c:v>90.78</c:v>
                </c:pt>
                <c:pt idx="62">
                  <c:v>91.23</c:v>
                </c:pt>
                <c:pt idx="63">
                  <c:v>91.56</c:v>
                </c:pt>
                <c:pt idx="64">
                  <c:v>91.83</c:v>
                </c:pt>
                <c:pt idx="65">
                  <c:v>91.97</c:v>
                </c:pt>
                <c:pt idx="66">
                  <c:v>92.13</c:v>
                </c:pt>
                <c:pt idx="67">
                  <c:v>92.3</c:v>
                </c:pt>
                <c:pt idx="68">
                  <c:v>92.48</c:v>
                </c:pt>
                <c:pt idx="69">
                  <c:v>92.76</c:v>
                </c:pt>
                <c:pt idx="70">
                  <c:v>93.04</c:v>
                </c:pt>
                <c:pt idx="71">
                  <c:v>93.34</c:v>
                </c:pt>
                <c:pt idx="72">
                  <c:v>93.66</c:v>
                </c:pt>
                <c:pt idx="73">
                  <c:v>93.94</c:v>
                </c:pt>
                <c:pt idx="74">
                  <c:v>94.22</c:v>
                </c:pt>
                <c:pt idx="75">
                  <c:v>94.37</c:v>
                </c:pt>
                <c:pt idx="76">
                  <c:v>94.56</c:v>
                </c:pt>
                <c:pt idx="77">
                  <c:v>94.79</c:v>
                </c:pt>
                <c:pt idx="78">
                  <c:v>95.06</c:v>
                </c:pt>
                <c:pt idx="79">
                  <c:v>95.37</c:v>
                </c:pt>
                <c:pt idx="80">
                  <c:v>95.73</c:v>
                </c:pt>
                <c:pt idx="81">
                  <c:v>96.18</c:v>
                </c:pt>
                <c:pt idx="82">
                  <c:v>96.59</c:v>
                </c:pt>
                <c:pt idx="83">
                  <c:v>96.89</c:v>
                </c:pt>
                <c:pt idx="84">
                  <c:v>97.08</c:v>
                </c:pt>
                <c:pt idx="85">
                  <c:v>97.27</c:v>
                </c:pt>
                <c:pt idx="86">
                  <c:v>97.44</c:v>
                </c:pt>
                <c:pt idx="87">
                  <c:v>97.62</c:v>
                </c:pt>
                <c:pt idx="88">
                  <c:v>97.89</c:v>
                </c:pt>
                <c:pt idx="89">
                  <c:v>98.1</c:v>
                </c:pt>
                <c:pt idx="90">
                  <c:v>98.31</c:v>
                </c:pt>
                <c:pt idx="91">
                  <c:v>98.38</c:v>
                </c:pt>
                <c:pt idx="92">
                  <c:v>98.37</c:v>
                </c:pt>
                <c:pt idx="93">
                  <c:v>98.47</c:v>
                </c:pt>
                <c:pt idx="94">
                  <c:v>98.65</c:v>
                </c:pt>
                <c:pt idx="95">
                  <c:v>98.9</c:v>
                </c:pt>
                <c:pt idx="96">
                  <c:v>99.15</c:v>
                </c:pt>
                <c:pt idx="97">
                  <c:v>99.48</c:v>
                </c:pt>
                <c:pt idx="98">
                  <c:v>99.75</c:v>
                </c:pt>
                <c:pt idx="99">
                  <c:v>100.04</c:v>
                </c:pt>
                <c:pt idx="100">
                  <c:v>100.33</c:v>
                </c:pt>
                <c:pt idx="101">
                  <c:v>100.55</c:v>
                </c:pt>
                <c:pt idx="102">
                  <c:v>100.8</c:v>
                </c:pt>
                <c:pt idx="103">
                  <c:v>100.93</c:v>
                </c:pt>
                <c:pt idx="104">
                  <c:v>101.02</c:v>
                </c:pt>
                <c:pt idx="105">
                  <c:v>101.11</c:v>
                </c:pt>
                <c:pt idx="106">
                  <c:v>101.11</c:v>
                </c:pt>
                <c:pt idx="107">
                  <c:v>101.05</c:v>
                </c:pt>
                <c:pt idx="108">
                  <c:v>100.86</c:v>
                </c:pt>
                <c:pt idx="109">
                  <c:v>100.61</c:v>
                </c:pt>
                <c:pt idx="110">
                  <c:v>100.32</c:v>
                </c:pt>
                <c:pt idx="111">
                  <c:v>99.95</c:v>
                </c:pt>
                <c:pt idx="112">
                  <c:v>99.63</c:v>
                </c:pt>
                <c:pt idx="113">
                  <c:v>99.32</c:v>
                </c:pt>
                <c:pt idx="114">
                  <c:v>99.06</c:v>
                </c:pt>
                <c:pt idx="115">
                  <c:v>98.73</c:v>
                </c:pt>
                <c:pt idx="116">
                  <c:v>98.42</c:v>
                </c:pt>
                <c:pt idx="117">
                  <c:v>98.1</c:v>
                </c:pt>
                <c:pt idx="118">
                  <c:v>97.84</c:v>
                </c:pt>
                <c:pt idx="119">
                  <c:v>97.53</c:v>
                </c:pt>
                <c:pt idx="120">
                  <c:v>97.22</c:v>
                </c:pt>
                <c:pt idx="121">
                  <c:v>96.95</c:v>
                </c:pt>
                <c:pt idx="122">
                  <c:v>96.74</c:v>
                </c:pt>
                <c:pt idx="123">
                  <c:v>96.43</c:v>
                </c:pt>
                <c:pt idx="124">
                  <c:v>96.13</c:v>
                </c:pt>
                <c:pt idx="125">
                  <c:v>95.85</c:v>
                </c:pt>
                <c:pt idx="126">
                  <c:v>95.6</c:v>
                </c:pt>
                <c:pt idx="127">
                  <c:v>95.3</c:v>
                </c:pt>
                <c:pt idx="128">
                  <c:v>95.06</c:v>
                </c:pt>
                <c:pt idx="129">
                  <c:v>94.77</c:v>
                </c:pt>
                <c:pt idx="130">
                  <c:v>94.51</c:v>
                </c:pt>
                <c:pt idx="131">
                  <c:v>94.18</c:v>
                </c:pt>
                <c:pt idx="132">
                  <c:v>93.85</c:v>
                </c:pt>
                <c:pt idx="133">
                  <c:v>93.67</c:v>
                </c:pt>
                <c:pt idx="134">
                  <c:v>93.48</c:v>
                </c:pt>
                <c:pt idx="135">
                  <c:v>93.22</c:v>
                </c:pt>
                <c:pt idx="136">
                  <c:v>93.01</c:v>
                </c:pt>
                <c:pt idx="137">
                  <c:v>92.79</c:v>
                </c:pt>
                <c:pt idx="138">
                  <c:v>92.7</c:v>
                </c:pt>
                <c:pt idx="139">
                  <c:v>92.57</c:v>
                </c:pt>
                <c:pt idx="140">
                  <c:v>92.46</c:v>
                </c:pt>
                <c:pt idx="141">
                  <c:v>92.42</c:v>
                </c:pt>
                <c:pt idx="142">
                  <c:v>92.31</c:v>
                </c:pt>
                <c:pt idx="143">
                  <c:v>92.17</c:v>
                </c:pt>
                <c:pt idx="144">
                  <c:v>92</c:v>
                </c:pt>
                <c:pt idx="145">
                  <c:v>91.85</c:v>
                </c:pt>
                <c:pt idx="146">
                  <c:v>91.67</c:v>
                </c:pt>
                <c:pt idx="147">
                  <c:v>91.49</c:v>
                </c:pt>
                <c:pt idx="148">
                  <c:v>91.28</c:v>
                </c:pt>
                <c:pt idx="149">
                  <c:v>91.1</c:v>
                </c:pt>
                <c:pt idx="150">
                  <c:v>90.93</c:v>
                </c:pt>
                <c:pt idx="151">
                  <c:v>90.78</c:v>
                </c:pt>
                <c:pt idx="152">
                  <c:v>90.63</c:v>
                </c:pt>
                <c:pt idx="153">
                  <c:v>90.48</c:v>
                </c:pt>
                <c:pt idx="154">
                  <c:v>90.25</c:v>
                </c:pt>
                <c:pt idx="155">
                  <c:v>90.04</c:v>
                </c:pt>
                <c:pt idx="156">
                  <c:v>89.75</c:v>
                </c:pt>
                <c:pt idx="157">
                  <c:v>89.52</c:v>
                </c:pt>
                <c:pt idx="158">
                  <c:v>89.21</c:v>
                </c:pt>
                <c:pt idx="159">
                  <c:v>88.94</c:v>
                </c:pt>
                <c:pt idx="160">
                  <c:v>88.55</c:v>
                </c:pt>
                <c:pt idx="161">
                  <c:v>88.31</c:v>
                </c:pt>
                <c:pt idx="162">
                  <c:v>88.06</c:v>
                </c:pt>
                <c:pt idx="163">
                  <c:v>87.73</c:v>
                </c:pt>
                <c:pt idx="164">
                  <c:v>87.49</c:v>
                </c:pt>
                <c:pt idx="165">
                  <c:v>87.33</c:v>
                </c:pt>
                <c:pt idx="166">
                  <c:v>87.21</c:v>
                </c:pt>
                <c:pt idx="167">
                  <c:v>87.1</c:v>
                </c:pt>
                <c:pt idx="168">
                  <c:v>87.01</c:v>
                </c:pt>
                <c:pt idx="169">
                  <c:v>86.88</c:v>
                </c:pt>
                <c:pt idx="170">
                  <c:v>86.72</c:v>
                </c:pt>
                <c:pt idx="171">
                  <c:v>86.51</c:v>
                </c:pt>
                <c:pt idx="172">
                  <c:v>86.35</c:v>
                </c:pt>
                <c:pt idx="173">
                  <c:v>86.17</c:v>
                </c:pt>
                <c:pt idx="174">
                  <c:v>86.03</c:v>
                </c:pt>
                <c:pt idx="175">
                  <c:v>85.89</c:v>
                </c:pt>
                <c:pt idx="176">
                  <c:v>85.74</c:v>
                </c:pt>
                <c:pt idx="177">
                  <c:v>85.56</c:v>
                </c:pt>
                <c:pt idx="178">
                  <c:v>85.39</c:v>
                </c:pt>
                <c:pt idx="179">
                  <c:v>85.16</c:v>
                </c:pt>
                <c:pt idx="180">
                  <c:v>84.95</c:v>
                </c:pt>
                <c:pt idx="181">
                  <c:v>84.68</c:v>
                </c:pt>
                <c:pt idx="182">
                  <c:v>84.44</c:v>
                </c:pt>
                <c:pt idx="183">
                  <c:v>84.21</c:v>
                </c:pt>
                <c:pt idx="184">
                  <c:v>84.01</c:v>
                </c:pt>
                <c:pt idx="185">
                  <c:v>83.8</c:v>
                </c:pt>
                <c:pt idx="186">
                  <c:v>83.6</c:v>
                </c:pt>
                <c:pt idx="187">
                  <c:v>83.33</c:v>
                </c:pt>
                <c:pt idx="188">
                  <c:v>83.13</c:v>
                </c:pt>
                <c:pt idx="189">
                  <c:v>82.92</c:v>
                </c:pt>
                <c:pt idx="190">
                  <c:v>82.79</c:v>
                </c:pt>
                <c:pt idx="191">
                  <c:v>82.62</c:v>
                </c:pt>
                <c:pt idx="192">
                  <c:v>82.41</c:v>
                </c:pt>
                <c:pt idx="193">
                  <c:v>82.27</c:v>
                </c:pt>
                <c:pt idx="194">
                  <c:v>82.07</c:v>
                </c:pt>
                <c:pt idx="195">
                  <c:v>81.83</c:v>
                </c:pt>
                <c:pt idx="196">
                  <c:v>81.53</c:v>
                </c:pt>
                <c:pt idx="197">
                  <c:v>81.29</c:v>
                </c:pt>
                <c:pt idx="198">
                  <c:v>80.95</c:v>
                </c:pt>
                <c:pt idx="199">
                  <c:v>80.72</c:v>
                </c:pt>
                <c:pt idx="200">
                  <c:v>80.57</c:v>
                </c:pt>
                <c:pt idx="201">
                  <c:v>80.39</c:v>
                </c:pt>
                <c:pt idx="202">
                  <c:v>80.27</c:v>
                </c:pt>
                <c:pt idx="203">
                  <c:v>80.24</c:v>
                </c:pt>
                <c:pt idx="204">
                  <c:v>80.3</c:v>
                </c:pt>
                <c:pt idx="205">
                  <c:v>80.36</c:v>
                </c:pt>
                <c:pt idx="206">
                  <c:v>80.45</c:v>
                </c:pt>
                <c:pt idx="207">
                  <c:v>80.52</c:v>
                </c:pt>
                <c:pt idx="208">
                  <c:v>80.58</c:v>
                </c:pt>
                <c:pt idx="209">
                  <c:v>80.67</c:v>
                </c:pt>
                <c:pt idx="210">
                  <c:v>80.67</c:v>
                </c:pt>
                <c:pt idx="211">
                  <c:v>80.69</c:v>
                </c:pt>
                <c:pt idx="212">
                  <c:v>80.66</c:v>
                </c:pt>
                <c:pt idx="213">
                  <c:v>80.61</c:v>
                </c:pt>
                <c:pt idx="214">
                  <c:v>80.56</c:v>
                </c:pt>
                <c:pt idx="215">
                  <c:v>80.52</c:v>
                </c:pt>
                <c:pt idx="216">
                  <c:v>80.53</c:v>
                </c:pt>
                <c:pt idx="217">
                  <c:v>80.55</c:v>
                </c:pt>
                <c:pt idx="218">
                  <c:v>80.55</c:v>
                </c:pt>
                <c:pt idx="219">
                  <c:v>80.57</c:v>
                </c:pt>
                <c:pt idx="220">
                  <c:v>80.59</c:v>
                </c:pt>
                <c:pt idx="221">
                  <c:v>80.61</c:v>
                </c:pt>
                <c:pt idx="222">
                  <c:v>80.73</c:v>
                </c:pt>
                <c:pt idx="223">
                  <c:v>80.84</c:v>
                </c:pt>
                <c:pt idx="224">
                  <c:v>80.92</c:v>
                </c:pt>
                <c:pt idx="225">
                  <c:v>81.09</c:v>
                </c:pt>
                <c:pt idx="226">
                  <c:v>81.33</c:v>
                </c:pt>
                <c:pt idx="227">
                  <c:v>81.51</c:v>
                </c:pt>
                <c:pt idx="228">
                  <c:v>81.8</c:v>
                </c:pt>
                <c:pt idx="229">
                  <c:v>82.07</c:v>
                </c:pt>
                <c:pt idx="230">
                  <c:v>82.26</c:v>
                </c:pt>
                <c:pt idx="231">
                  <c:v>82.45</c:v>
                </c:pt>
                <c:pt idx="232">
                  <c:v>82.6</c:v>
                </c:pt>
                <c:pt idx="233">
                  <c:v>82.66</c:v>
                </c:pt>
                <c:pt idx="234">
                  <c:v>82.6</c:v>
                </c:pt>
                <c:pt idx="235">
                  <c:v>82.57</c:v>
                </c:pt>
                <c:pt idx="236">
                  <c:v>82.55</c:v>
                </c:pt>
                <c:pt idx="237">
                  <c:v>82.55</c:v>
                </c:pt>
                <c:pt idx="238">
                  <c:v>82.63</c:v>
                </c:pt>
                <c:pt idx="239">
                  <c:v>82.75</c:v>
                </c:pt>
                <c:pt idx="240">
                  <c:v>82.95</c:v>
                </c:pt>
                <c:pt idx="241">
                  <c:v>83.11</c:v>
                </c:pt>
                <c:pt idx="242">
                  <c:v>83.31</c:v>
                </c:pt>
                <c:pt idx="243">
                  <c:v>83.52</c:v>
                </c:pt>
                <c:pt idx="244">
                  <c:v>83.74</c:v>
                </c:pt>
                <c:pt idx="245">
                  <c:v>83.92</c:v>
                </c:pt>
                <c:pt idx="246">
                  <c:v>84.14</c:v>
                </c:pt>
                <c:pt idx="247">
                  <c:v>84.39</c:v>
                </c:pt>
                <c:pt idx="248">
                  <c:v>84.63</c:v>
                </c:pt>
                <c:pt idx="249">
                  <c:v>84.83</c:v>
                </c:pt>
                <c:pt idx="250">
                  <c:v>85.03</c:v>
                </c:pt>
                <c:pt idx="251">
                  <c:v>85.27</c:v>
                </c:pt>
                <c:pt idx="252">
                  <c:v>85.42</c:v>
                </c:pt>
                <c:pt idx="253">
                  <c:v>85.6</c:v>
                </c:pt>
                <c:pt idx="254">
                  <c:v>85.76</c:v>
                </c:pt>
                <c:pt idx="255">
                  <c:v>85.92</c:v>
                </c:pt>
                <c:pt idx="256">
                  <c:v>86.03</c:v>
                </c:pt>
                <c:pt idx="257">
                  <c:v>86.17</c:v>
                </c:pt>
                <c:pt idx="258">
                  <c:v>86.21</c:v>
                </c:pt>
                <c:pt idx="259">
                  <c:v>86.3</c:v>
                </c:pt>
                <c:pt idx="260">
                  <c:v>86.43</c:v>
                </c:pt>
                <c:pt idx="261">
                  <c:v>86.6</c:v>
                </c:pt>
                <c:pt idx="262">
                  <c:v>86.68</c:v>
                </c:pt>
                <c:pt idx="263">
                  <c:v>86.81</c:v>
                </c:pt>
                <c:pt idx="264">
                  <c:v>86.99</c:v>
                </c:pt>
                <c:pt idx="265">
                  <c:v>87.23</c:v>
                </c:pt>
                <c:pt idx="266">
                  <c:v>87.43</c:v>
                </c:pt>
                <c:pt idx="267">
                  <c:v>87.66</c:v>
                </c:pt>
                <c:pt idx="268">
                  <c:v>87.83</c:v>
                </c:pt>
                <c:pt idx="269">
                  <c:v>87.97</c:v>
                </c:pt>
                <c:pt idx="270">
                  <c:v>88.1</c:v>
                </c:pt>
                <c:pt idx="271">
                  <c:v>88.23</c:v>
                </c:pt>
                <c:pt idx="272">
                  <c:v>88.36</c:v>
                </c:pt>
                <c:pt idx="273">
                  <c:v>88.6</c:v>
                </c:pt>
                <c:pt idx="274">
                  <c:v>88.83</c:v>
                </c:pt>
                <c:pt idx="275">
                  <c:v>89.14</c:v>
                </c:pt>
                <c:pt idx="276">
                  <c:v>89.44</c:v>
                </c:pt>
                <c:pt idx="277">
                  <c:v>89.75</c:v>
                </c:pt>
                <c:pt idx="278">
                  <c:v>90.02</c:v>
                </c:pt>
                <c:pt idx="279">
                  <c:v>90.29</c:v>
                </c:pt>
                <c:pt idx="280">
                  <c:v>90.59</c:v>
                </c:pt>
                <c:pt idx="281">
                  <c:v>90.91</c:v>
                </c:pt>
                <c:pt idx="282">
                  <c:v>91.25</c:v>
                </c:pt>
                <c:pt idx="283">
                  <c:v>91.61</c:v>
                </c:pt>
                <c:pt idx="284">
                  <c:v>92.09</c:v>
                </c:pt>
                <c:pt idx="285">
                  <c:v>92.62</c:v>
                </c:pt>
                <c:pt idx="286">
                  <c:v>93.17</c:v>
                </c:pt>
                <c:pt idx="287">
                  <c:v>93.71</c:v>
                </c:pt>
                <c:pt idx="288">
                  <c:v>94.28</c:v>
                </c:pt>
                <c:pt idx="289">
                  <c:v>94.82</c:v>
                </c:pt>
                <c:pt idx="290">
                  <c:v>95.39</c:v>
                </c:pt>
                <c:pt idx="291">
                  <c:v>95.91</c:v>
                </c:pt>
                <c:pt idx="292">
                  <c:v>96.47</c:v>
                </c:pt>
                <c:pt idx="293">
                  <c:v>97</c:v>
                </c:pt>
                <c:pt idx="294">
                  <c:v>97.53</c:v>
                </c:pt>
                <c:pt idx="295">
                  <c:v>97.9</c:v>
                </c:pt>
                <c:pt idx="296">
                  <c:v>98.22</c:v>
                </c:pt>
                <c:pt idx="297">
                  <c:v>98.53</c:v>
                </c:pt>
                <c:pt idx="298">
                  <c:v>98.81</c:v>
                </c:pt>
                <c:pt idx="299">
                  <c:v>99.12</c:v>
                </c:pt>
                <c:pt idx="300">
                  <c:v>99.4</c:v>
                </c:pt>
                <c:pt idx="301">
                  <c:v>99.82</c:v>
                </c:pt>
                <c:pt idx="302">
                  <c:v>100.2</c:v>
                </c:pt>
                <c:pt idx="303">
                  <c:v>100.53</c:v>
                </c:pt>
                <c:pt idx="304">
                  <c:v>100.93</c:v>
                </c:pt>
                <c:pt idx="305">
                  <c:v>101.37</c:v>
                </c:pt>
                <c:pt idx="306">
                  <c:v>101.69</c:v>
                </c:pt>
                <c:pt idx="307">
                  <c:v>102.01</c:v>
                </c:pt>
                <c:pt idx="308">
                  <c:v>102.22</c:v>
                </c:pt>
                <c:pt idx="309">
                  <c:v>102.49</c:v>
                </c:pt>
                <c:pt idx="310">
                  <c:v>102.73</c:v>
                </c:pt>
                <c:pt idx="311">
                  <c:v>102.93</c:v>
                </c:pt>
                <c:pt idx="312">
                  <c:v>103.15</c:v>
                </c:pt>
                <c:pt idx="313">
                  <c:v>103.4</c:v>
                </c:pt>
                <c:pt idx="314">
                  <c:v>103.55</c:v>
                </c:pt>
                <c:pt idx="315">
                  <c:v>103.69</c:v>
                </c:pt>
                <c:pt idx="316">
                  <c:v>103.98</c:v>
                </c:pt>
                <c:pt idx="317">
                  <c:v>104.21</c:v>
                </c:pt>
                <c:pt idx="318">
                  <c:v>104.48</c:v>
                </c:pt>
                <c:pt idx="319">
                  <c:v>104.63</c:v>
                </c:pt>
                <c:pt idx="320">
                  <c:v>104.74</c:v>
                </c:pt>
                <c:pt idx="321">
                  <c:v>104.91</c:v>
                </c:pt>
                <c:pt idx="322">
                  <c:v>105.07</c:v>
                </c:pt>
                <c:pt idx="323">
                  <c:v>105.3</c:v>
                </c:pt>
                <c:pt idx="324">
                  <c:v>105.46</c:v>
                </c:pt>
                <c:pt idx="325">
                  <c:v>105.73</c:v>
                </c:pt>
                <c:pt idx="326">
                  <c:v>106.03</c:v>
                </c:pt>
                <c:pt idx="327">
                  <c:v>106.35</c:v>
                </c:pt>
                <c:pt idx="328">
                  <c:v>106.69</c:v>
                </c:pt>
                <c:pt idx="329">
                  <c:v>107.05</c:v>
                </c:pt>
                <c:pt idx="330">
                  <c:v>107.4</c:v>
                </c:pt>
                <c:pt idx="331">
                  <c:v>107.58</c:v>
                </c:pt>
                <c:pt idx="332">
                  <c:v>107.68</c:v>
                </c:pt>
                <c:pt idx="333">
                  <c:v>107.76</c:v>
                </c:pt>
                <c:pt idx="334">
                  <c:v>107.74</c:v>
                </c:pt>
                <c:pt idx="335">
                  <c:v>107.6</c:v>
                </c:pt>
                <c:pt idx="336">
                  <c:v>107.57</c:v>
                </c:pt>
                <c:pt idx="337">
                  <c:v>107.56</c:v>
                </c:pt>
                <c:pt idx="338">
                  <c:v>107.73</c:v>
                </c:pt>
                <c:pt idx="339">
                  <c:v>107.85</c:v>
                </c:pt>
                <c:pt idx="340">
                  <c:v>107.99</c:v>
                </c:pt>
                <c:pt idx="341">
                  <c:v>108.12</c:v>
                </c:pt>
                <c:pt idx="342">
                  <c:v>108.23</c:v>
                </c:pt>
                <c:pt idx="343">
                  <c:v>108.27</c:v>
                </c:pt>
                <c:pt idx="344">
                  <c:v>108.31</c:v>
                </c:pt>
                <c:pt idx="345">
                  <c:v>108.26</c:v>
                </c:pt>
                <c:pt idx="346">
                  <c:v>108.06</c:v>
                </c:pt>
                <c:pt idx="347">
                  <c:v>107.91</c:v>
                </c:pt>
                <c:pt idx="348">
                  <c:v>107.75</c:v>
                </c:pt>
                <c:pt idx="349">
                  <c:v>107.71</c:v>
                </c:pt>
                <c:pt idx="350">
                  <c:v>107.67</c:v>
                </c:pt>
                <c:pt idx="351">
                  <c:v>107.51</c:v>
                </c:pt>
                <c:pt idx="352">
                  <c:v>107.38</c:v>
                </c:pt>
                <c:pt idx="353">
                  <c:v>107.14</c:v>
                </c:pt>
                <c:pt idx="354">
                  <c:v>106.86</c:v>
                </c:pt>
                <c:pt idx="355">
                  <c:v>106.56</c:v>
                </c:pt>
                <c:pt idx="356">
                  <c:v>106.29</c:v>
                </c:pt>
                <c:pt idx="357">
                  <c:v>105.99</c:v>
                </c:pt>
                <c:pt idx="358">
                  <c:v>105.7</c:v>
                </c:pt>
                <c:pt idx="359">
                  <c:v>105.33</c:v>
                </c:pt>
                <c:pt idx="360">
                  <c:v>105</c:v>
                </c:pt>
                <c:pt idx="361">
                  <c:v>104.72</c:v>
                </c:pt>
                <c:pt idx="362">
                  <c:v>104.53</c:v>
                </c:pt>
                <c:pt idx="363">
                  <c:v>104.34</c:v>
                </c:pt>
                <c:pt idx="364">
                  <c:v>104.15</c:v>
                </c:pt>
                <c:pt idx="365">
                  <c:v>104.01</c:v>
                </c:pt>
                <c:pt idx="366">
                  <c:v>103.87</c:v>
                </c:pt>
                <c:pt idx="367">
                  <c:v>103.65</c:v>
                </c:pt>
                <c:pt idx="368">
                  <c:v>103.4</c:v>
                </c:pt>
                <c:pt idx="369">
                  <c:v>103.26</c:v>
                </c:pt>
                <c:pt idx="370">
                  <c:v>103.08</c:v>
                </c:pt>
                <c:pt idx="371">
                  <c:v>102.88</c:v>
                </c:pt>
                <c:pt idx="372">
                  <c:v>102.67</c:v>
                </c:pt>
                <c:pt idx="373">
                  <c:v>102.45</c:v>
                </c:pt>
                <c:pt idx="374">
                  <c:v>102.24</c:v>
                </c:pt>
                <c:pt idx="375">
                  <c:v>102.07</c:v>
                </c:pt>
                <c:pt idx="376">
                  <c:v>101.89</c:v>
                </c:pt>
                <c:pt idx="377">
                  <c:v>101.72</c:v>
                </c:pt>
                <c:pt idx="378">
                  <c:v>101.51</c:v>
                </c:pt>
                <c:pt idx="379">
                  <c:v>101.26</c:v>
                </c:pt>
                <c:pt idx="380">
                  <c:v>100.97</c:v>
                </c:pt>
                <c:pt idx="381">
                  <c:v>100.76</c:v>
                </c:pt>
                <c:pt idx="382">
                  <c:v>100.53</c:v>
                </c:pt>
                <c:pt idx="383">
                  <c:v>100.28</c:v>
                </c:pt>
                <c:pt idx="384">
                  <c:v>100.13</c:v>
                </c:pt>
                <c:pt idx="385">
                  <c:v>99.89</c:v>
                </c:pt>
                <c:pt idx="386">
                  <c:v>99.65</c:v>
                </c:pt>
                <c:pt idx="387">
                  <c:v>99.45</c:v>
                </c:pt>
                <c:pt idx="388">
                  <c:v>99.15</c:v>
                </c:pt>
                <c:pt idx="389">
                  <c:v>98.88</c:v>
                </c:pt>
                <c:pt idx="390">
                  <c:v>98.63</c:v>
                </c:pt>
                <c:pt idx="391">
                  <c:v>98.34</c:v>
                </c:pt>
                <c:pt idx="392">
                  <c:v>98.08</c:v>
                </c:pt>
                <c:pt idx="393">
                  <c:v>97.81</c:v>
                </c:pt>
                <c:pt idx="394">
                  <c:v>97.57</c:v>
                </c:pt>
                <c:pt idx="395">
                  <c:v>97.34</c:v>
                </c:pt>
                <c:pt idx="396">
                  <c:v>97.08</c:v>
                </c:pt>
                <c:pt idx="397">
                  <c:v>96.84</c:v>
                </c:pt>
                <c:pt idx="398">
                  <c:v>96.68</c:v>
                </c:pt>
                <c:pt idx="399">
                  <c:v>96.44</c:v>
                </c:pt>
                <c:pt idx="400">
                  <c:v>96.23</c:v>
                </c:pt>
                <c:pt idx="401">
                  <c:v>96</c:v>
                </c:pt>
                <c:pt idx="402">
                  <c:v>95.77</c:v>
                </c:pt>
                <c:pt idx="403">
                  <c:v>95.57</c:v>
                </c:pt>
                <c:pt idx="404">
                  <c:v>95.28</c:v>
                </c:pt>
                <c:pt idx="405">
                  <c:v>94.98</c:v>
                </c:pt>
                <c:pt idx="406">
                  <c:v>94.71</c:v>
                </c:pt>
                <c:pt idx="407">
                  <c:v>94.4</c:v>
                </c:pt>
                <c:pt idx="408">
                  <c:v>94.07</c:v>
                </c:pt>
                <c:pt idx="409">
                  <c:v>93.68</c:v>
                </c:pt>
                <c:pt idx="410">
                  <c:v>93.33</c:v>
                </c:pt>
                <c:pt idx="411">
                  <c:v>92.99</c:v>
                </c:pt>
                <c:pt idx="412">
                  <c:v>92.61</c:v>
                </c:pt>
                <c:pt idx="413">
                  <c:v>92.28</c:v>
                </c:pt>
                <c:pt idx="414">
                  <c:v>91.91</c:v>
                </c:pt>
                <c:pt idx="415">
                  <c:v>91.62</c:v>
                </c:pt>
                <c:pt idx="416">
                  <c:v>91.33</c:v>
                </c:pt>
                <c:pt idx="417">
                  <c:v>91.03</c:v>
                </c:pt>
                <c:pt idx="418">
                  <c:v>90.82</c:v>
                </c:pt>
                <c:pt idx="419">
                  <c:v>90.61</c:v>
                </c:pt>
                <c:pt idx="420">
                  <c:v>90.37</c:v>
                </c:pt>
                <c:pt idx="421">
                  <c:v>90.12</c:v>
                </c:pt>
                <c:pt idx="422">
                  <c:v>89.8</c:v>
                </c:pt>
                <c:pt idx="423">
                  <c:v>89.44</c:v>
                </c:pt>
                <c:pt idx="424">
                  <c:v>89.1</c:v>
                </c:pt>
                <c:pt idx="425">
                  <c:v>88.75</c:v>
                </c:pt>
                <c:pt idx="426">
                  <c:v>88.39</c:v>
                </c:pt>
                <c:pt idx="427">
                  <c:v>88.04</c:v>
                </c:pt>
                <c:pt idx="428">
                  <c:v>87.64</c:v>
                </c:pt>
                <c:pt idx="429">
                  <c:v>87.3</c:v>
                </c:pt>
                <c:pt idx="430">
                  <c:v>86.94</c:v>
                </c:pt>
                <c:pt idx="431">
                  <c:v>86.58</c:v>
                </c:pt>
                <c:pt idx="432">
                  <c:v>86.18</c:v>
                </c:pt>
                <c:pt idx="433">
                  <c:v>85.73</c:v>
                </c:pt>
                <c:pt idx="434">
                  <c:v>85.33</c:v>
                </c:pt>
                <c:pt idx="435">
                  <c:v>84.91</c:v>
                </c:pt>
                <c:pt idx="436">
                  <c:v>84.5</c:v>
                </c:pt>
                <c:pt idx="437">
                  <c:v>84.1</c:v>
                </c:pt>
                <c:pt idx="438">
                  <c:v>83.77</c:v>
                </c:pt>
                <c:pt idx="439">
                  <c:v>83.43</c:v>
                </c:pt>
                <c:pt idx="440">
                  <c:v>82.95</c:v>
                </c:pt>
                <c:pt idx="441">
                  <c:v>82.6</c:v>
                </c:pt>
                <c:pt idx="442">
                  <c:v>82.36</c:v>
                </c:pt>
                <c:pt idx="443">
                  <c:v>82.1</c:v>
                </c:pt>
                <c:pt idx="444">
                  <c:v>81.91</c:v>
                </c:pt>
                <c:pt idx="445">
                  <c:v>81.67</c:v>
                </c:pt>
                <c:pt idx="446">
                  <c:v>81.44</c:v>
                </c:pt>
                <c:pt idx="447">
                  <c:v>81.23</c:v>
                </c:pt>
                <c:pt idx="448">
                  <c:v>80.95</c:v>
                </c:pt>
                <c:pt idx="449">
                  <c:v>80.67</c:v>
                </c:pt>
                <c:pt idx="450">
                  <c:v>80.41</c:v>
                </c:pt>
                <c:pt idx="451">
                  <c:v>80.26</c:v>
                </c:pt>
                <c:pt idx="452">
                  <c:v>80.14</c:v>
                </c:pt>
                <c:pt idx="453">
                  <c:v>80.06</c:v>
                </c:pt>
                <c:pt idx="454">
                  <c:v>79.98</c:v>
                </c:pt>
                <c:pt idx="455">
                  <c:v>79.9</c:v>
                </c:pt>
                <c:pt idx="456">
                  <c:v>79.85</c:v>
                </c:pt>
                <c:pt idx="457">
                  <c:v>79.78</c:v>
                </c:pt>
                <c:pt idx="458">
                  <c:v>79.71</c:v>
                </c:pt>
                <c:pt idx="459">
                  <c:v>79.62</c:v>
                </c:pt>
                <c:pt idx="460">
                  <c:v>79.53</c:v>
                </c:pt>
                <c:pt idx="461">
                  <c:v>79.52</c:v>
                </c:pt>
                <c:pt idx="462">
                  <c:v>79.56</c:v>
                </c:pt>
                <c:pt idx="463">
                  <c:v>79.6</c:v>
                </c:pt>
                <c:pt idx="464">
                  <c:v>79.7</c:v>
                </c:pt>
                <c:pt idx="465">
                  <c:v>79.78</c:v>
                </c:pt>
                <c:pt idx="466">
                  <c:v>79.86</c:v>
                </c:pt>
                <c:pt idx="467">
                  <c:v>79.93</c:v>
                </c:pt>
                <c:pt idx="468">
                  <c:v>80.05</c:v>
                </c:pt>
                <c:pt idx="469">
                  <c:v>80.18</c:v>
                </c:pt>
                <c:pt idx="470">
                  <c:v>80.44</c:v>
                </c:pt>
                <c:pt idx="471">
                  <c:v>80.57</c:v>
                </c:pt>
                <c:pt idx="472">
                  <c:v>80.63</c:v>
                </c:pt>
                <c:pt idx="473">
                  <c:v>80.71</c:v>
                </c:pt>
                <c:pt idx="474">
                  <c:v>80.74</c:v>
                </c:pt>
                <c:pt idx="475">
                  <c:v>80.84</c:v>
                </c:pt>
                <c:pt idx="476">
                  <c:v>80.9</c:v>
                </c:pt>
                <c:pt idx="477">
                  <c:v>80.94</c:v>
                </c:pt>
                <c:pt idx="478">
                  <c:v>80.98</c:v>
                </c:pt>
                <c:pt idx="479">
                  <c:v>81.04</c:v>
                </c:pt>
                <c:pt idx="480">
                  <c:v>81.09</c:v>
                </c:pt>
                <c:pt idx="481">
                  <c:v>81.03</c:v>
                </c:pt>
                <c:pt idx="482">
                  <c:v>81.02</c:v>
                </c:pt>
                <c:pt idx="483">
                  <c:v>81</c:v>
                </c:pt>
                <c:pt idx="484">
                  <c:v>80.94</c:v>
                </c:pt>
                <c:pt idx="485">
                  <c:v>80.94</c:v>
                </c:pt>
                <c:pt idx="486">
                  <c:v>80.93</c:v>
                </c:pt>
                <c:pt idx="487">
                  <c:v>80.97</c:v>
                </c:pt>
                <c:pt idx="488">
                  <c:v>81.02</c:v>
                </c:pt>
                <c:pt idx="489">
                  <c:v>81.02</c:v>
                </c:pt>
                <c:pt idx="490">
                  <c:v>81.03</c:v>
                </c:pt>
                <c:pt idx="491">
                  <c:v>80.98</c:v>
                </c:pt>
                <c:pt idx="492">
                  <c:v>81</c:v>
                </c:pt>
                <c:pt idx="493">
                  <c:v>81.01</c:v>
                </c:pt>
                <c:pt idx="494">
                  <c:v>80.98</c:v>
                </c:pt>
                <c:pt idx="495">
                  <c:v>81.01</c:v>
                </c:pt>
                <c:pt idx="496">
                  <c:v>80.99</c:v>
                </c:pt>
                <c:pt idx="497">
                  <c:v>80.99</c:v>
                </c:pt>
                <c:pt idx="498">
                  <c:v>81.03</c:v>
                </c:pt>
                <c:pt idx="499">
                  <c:v>81.05</c:v>
                </c:pt>
                <c:pt idx="500">
                  <c:v>81.11</c:v>
                </c:pt>
                <c:pt idx="501">
                  <c:v>81.19</c:v>
                </c:pt>
                <c:pt idx="502">
                  <c:v>81.34</c:v>
                </c:pt>
                <c:pt idx="503">
                  <c:v>81.46</c:v>
                </c:pt>
                <c:pt idx="504">
                  <c:v>81.66</c:v>
                </c:pt>
                <c:pt idx="505">
                  <c:v>81.86</c:v>
                </c:pt>
                <c:pt idx="506">
                  <c:v>81.98</c:v>
                </c:pt>
                <c:pt idx="507">
                  <c:v>82.08</c:v>
                </c:pt>
                <c:pt idx="508">
                  <c:v>82.18</c:v>
                </c:pt>
                <c:pt idx="509">
                  <c:v>82.3</c:v>
                </c:pt>
                <c:pt idx="510">
                  <c:v>82.36</c:v>
                </c:pt>
                <c:pt idx="511">
                  <c:v>82.41</c:v>
                </c:pt>
                <c:pt idx="512">
                  <c:v>82.45</c:v>
                </c:pt>
                <c:pt idx="513">
                  <c:v>82.52</c:v>
                </c:pt>
                <c:pt idx="514">
                  <c:v>82.57</c:v>
                </c:pt>
                <c:pt idx="515">
                  <c:v>82.68</c:v>
                </c:pt>
                <c:pt idx="516">
                  <c:v>82.69</c:v>
                </c:pt>
                <c:pt idx="517">
                  <c:v>82.73</c:v>
                </c:pt>
                <c:pt idx="518">
                  <c:v>82.65</c:v>
                </c:pt>
                <c:pt idx="519">
                  <c:v>82.66</c:v>
                </c:pt>
                <c:pt idx="520">
                  <c:v>82.66</c:v>
                </c:pt>
                <c:pt idx="521">
                  <c:v>82.7</c:v>
                </c:pt>
                <c:pt idx="522">
                  <c:v>82.74</c:v>
                </c:pt>
                <c:pt idx="523">
                  <c:v>82.78</c:v>
                </c:pt>
                <c:pt idx="524">
                  <c:v>82.81</c:v>
                </c:pt>
                <c:pt idx="525">
                  <c:v>82.82</c:v>
                </c:pt>
                <c:pt idx="526">
                  <c:v>82.99</c:v>
                </c:pt>
                <c:pt idx="527">
                  <c:v>83.13</c:v>
                </c:pt>
                <c:pt idx="528">
                  <c:v>83.3</c:v>
                </c:pt>
                <c:pt idx="529">
                  <c:v>83.47</c:v>
                </c:pt>
                <c:pt idx="530">
                  <c:v>83.63</c:v>
                </c:pt>
                <c:pt idx="531">
                  <c:v>83.76</c:v>
                </c:pt>
                <c:pt idx="532">
                  <c:v>83.91</c:v>
                </c:pt>
                <c:pt idx="533">
                  <c:v>84.09</c:v>
                </c:pt>
                <c:pt idx="534">
                  <c:v>84.22</c:v>
                </c:pt>
                <c:pt idx="535">
                  <c:v>84.29</c:v>
                </c:pt>
                <c:pt idx="536">
                  <c:v>84.49</c:v>
                </c:pt>
                <c:pt idx="537">
                  <c:v>84.8</c:v>
                </c:pt>
                <c:pt idx="538">
                  <c:v>85.22</c:v>
                </c:pt>
                <c:pt idx="539">
                  <c:v>85.68</c:v>
                </c:pt>
                <c:pt idx="540">
                  <c:v>86.08</c:v>
                </c:pt>
                <c:pt idx="541">
                  <c:v>86.56</c:v>
                </c:pt>
                <c:pt idx="542">
                  <c:v>87.02</c:v>
                </c:pt>
                <c:pt idx="543">
                  <c:v>87.41</c:v>
                </c:pt>
                <c:pt idx="544">
                  <c:v>87.83</c:v>
                </c:pt>
                <c:pt idx="545">
                  <c:v>88.13</c:v>
                </c:pt>
                <c:pt idx="546">
                  <c:v>88.53</c:v>
                </c:pt>
                <c:pt idx="547">
                  <c:v>88.87</c:v>
                </c:pt>
                <c:pt idx="548">
                  <c:v>89.35</c:v>
                </c:pt>
                <c:pt idx="549">
                  <c:v>89.77</c:v>
                </c:pt>
                <c:pt idx="550">
                  <c:v>90.16</c:v>
                </c:pt>
                <c:pt idx="551">
                  <c:v>90.4</c:v>
                </c:pt>
                <c:pt idx="552">
                  <c:v>90.6</c:v>
                </c:pt>
                <c:pt idx="553">
                  <c:v>90.79</c:v>
                </c:pt>
                <c:pt idx="554">
                  <c:v>91</c:v>
                </c:pt>
                <c:pt idx="555">
                  <c:v>91.23</c:v>
                </c:pt>
                <c:pt idx="556">
                  <c:v>91.41</c:v>
                </c:pt>
                <c:pt idx="557">
                  <c:v>91.62</c:v>
                </c:pt>
                <c:pt idx="558">
                  <c:v>91.79</c:v>
                </c:pt>
                <c:pt idx="559">
                  <c:v>91.96</c:v>
                </c:pt>
                <c:pt idx="560">
                  <c:v>92.1</c:v>
                </c:pt>
                <c:pt idx="561">
                  <c:v>92.29</c:v>
                </c:pt>
                <c:pt idx="562">
                  <c:v>92.42</c:v>
                </c:pt>
                <c:pt idx="563">
                  <c:v>92.55</c:v>
                </c:pt>
                <c:pt idx="564">
                  <c:v>92.69</c:v>
                </c:pt>
                <c:pt idx="565">
                  <c:v>92.81</c:v>
                </c:pt>
                <c:pt idx="566">
                  <c:v>92.95</c:v>
                </c:pt>
                <c:pt idx="567">
                  <c:v>93</c:v>
                </c:pt>
                <c:pt idx="568">
                  <c:v>92.93</c:v>
                </c:pt>
                <c:pt idx="569">
                  <c:v>92.78</c:v>
                </c:pt>
                <c:pt idx="570">
                  <c:v>92.84</c:v>
                </c:pt>
                <c:pt idx="571">
                  <c:v>92.79</c:v>
                </c:pt>
                <c:pt idx="572">
                  <c:v>92.76</c:v>
                </c:pt>
                <c:pt idx="573">
                  <c:v>92.77</c:v>
                </c:pt>
                <c:pt idx="574">
                  <c:v>92.78</c:v>
                </c:pt>
                <c:pt idx="575">
                  <c:v>92.8</c:v>
                </c:pt>
                <c:pt idx="576">
                  <c:v>92.81</c:v>
                </c:pt>
                <c:pt idx="577">
                  <c:v>92.84</c:v>
                </c:pt>
                <c:pt idx="578">
                  <c:v>92.91</c:v>
                </c:pt>
                <c:pt idx="579">
                  <c:v>93.03</c:v>
                </c:pt>
                <c:pt idx="580">
                  <c:v>93.16</c:v>
                </c:pt>
                <c:pt idx="581">
                  <c:v>93.38</c:v>
                </c:pt>
                <c:pt idx="582">
                  <c:v>93.58</c:v>
                </c:pt>
                <c:pt idx="583">
                  <c:v>93.77</c:v>
                </c:pt>
                <c:pt idx="584">
                  <c:v>93.95</c:v>
                </c:pt>
                <c:pt idx="585">
                  <c:v>94.1</c:v>
                </c:pt>
                <c:pt idx="586">
                  <c:v>94.06</c:v>
                </c:pt>
                <c:pt idx="587">
                  <c:v>94.05</c:v>
                </c:pt>
                <c:pt idx="588">
                  <c:v>93.99</c:v>
                </c:pt>
                <c:pt idx="589">
                  <c:v>93.92</c:v>
                </c:pt>
                <c:pt idx="590">
                  <c:v>93.84</c:v>
                </c:pt>
                <c:pt idx="591">
                  <c:v>93.77</c:v>
                </c:pt>
                <c:pt idx="592">
                  <c:v>93.78</c:v>
                </c:pt>
                <c:pt idx="593">
                  <c:v>93.76</c:v>
                </c:pt>
                <c:pt idx="594">
                  <c:v>93.75</c:v>
                </c:pt>
                <c:pt idx="595">
                  <c:v>93.78</c:v>
                </c:pt>
                <c:pt idx="596">
                  <c:v>93.78</c:v>
                </c:pt>
                <c:pt idx="597">
                  <c:v>93.8</c:v>
                </c:pt>
                <c:pt idx="598">
                  <c:v>93.88</c:v>
                </c:pt>
                <c:pt idx="599">
                  <c:v>93.99</c:v>
                </c:pt>
                <c:pt idx="600">
                  <c:v>94.03</c:v>
                </c:pt>
                <c:pt idx="601">
                  <c:v>94.06</c:v>
                </c:pt>
                <c:pt idx="602">
                  <c:v>94.14</c:v>
                </c:pt>
                <c:pt idx="603">
                  <c:v>94.25</c:v>
                </c:pt>
                <c:pt idx="604">
                  <c:v>94.38</c:v>
                </c:pt>
                <c:pt idx="605">
                  <c:v>94.56</c:v>
                </c:pt>
                <c:pt idx="606">
                  <c:v>94.74</c:v>
                </c:pt>
                <c:pt idx="607">
                  <c:v>94.92</c:v>
                </c:pt>
                <c:pt idx="608">
                  <c:v>94.94</c:v>
                </c:pt>
                <c:pt idx="609">
                  <c:v>94.98</c:v>
                </c:pt>
                <c:pt idx="610">
                  <c:v>94.98</c:v>
                </c:pt>
                <c:pt idx="611">
                  <c:v>95</c:v>
                </c:pt>
                <c:pt idx="612">
                  <c:v>95.04</c:v>
                </c:pt>
                <c:pt idx="613">
                  <c:v>95.13</c:v>
                </c:pt>
                <c:pt idx="614">
                  <c:v>95.22</c:v>
                </c:pt>
                <c:pt idx="615">
                  <c:v>95.3</c:v>
                </c:pt>
                <c:pt idx="616">
                  <c:v>95.47</c:v>
                </c:pt>
                <c:pt idx="617">
                  <c:v>95.58</c:v>
                </c:pt>
                <c:pt idx="618">
                  <c:v>95.68</c:v>
                </c:pt>
                <c:pt idx="619">
                  <c:v>95.92</c:v>
                </c:pt>
                <c:pt idx="620">
                  <c:v>96.17</c:v>
                </c:pt>
                <c:pt idx="621">
                  <c:v>96.4</c:v>
                </c:pt>
                <c:pt idx="622">
                  <c:v>96.55</c:v>
                </c:pt>
                <c:pt idx="623">
                  <c:v>96.63</c:v>
                </c:pt>
                <c:pt idx="624">
                  <c:v>96.63</c:v>
                </c:pt>
                <c:pt idx="625">
                  <c:v>96.61</c:v>
                </c:pt>
                <c:pt idx="626">
                  <c:v>96.58</c:v>
                </c:pt>
                <c:pt idx="627">
                  <c:v>96.57</c:v>
                </c:pt>
                <c:pt idx="628">
                  <c:v>96.52</c:v>
                </c:pt>
                <c:pt idx="629">
                  <c:v>96.47</c:v>
                </c:pt>
                <c:pt idx="630">
                  <c:v>96.41</c:v>
                </c:pt>
                <c:pt idx="631">
                  <c:v>96.44</c:v>
                </c:pt>
                <c:pt idx="632">
                  <c:v>96.44</c:v>
                </c:pt>
                <c:pt idx="633">
                  <c:v>96.29</c:v>
                </c:pt>
                <c:pt idx="634">
                  <c:v>96.13</c:v>
                </c:pt>
                <c:pt idx="635">
                  <c:v>95.89</c:v>
                </c:pt>
                <c:pt idx="636">
                  <c:v>95.58</c:v>
                </c:pt>
                <c:pt idx="637">
                  <c:v>95.25</c:v>
                </c:pt>
                <c:pt idx="638">
                  <c:v>94.99</c:v>
                </c:pt>
                <c:pt idx="639">
                  <c:v>94.72</c:v>
                </c:pt>
                <c:pt idx="640">
                  <c:v>94.61</c:v>
                </c:pt>
                <c:pt idx="641">
                  <c:v>94.44</c:v>
                </c:pt>
                <c:pt idx="642">
                  <c:v>94.25</c:v>
                </c:pt>
                <c:pt idx="643">
                  <c:v>94.07</c:v>
                </c:pt>
                <c:pt idx="644">
                  <c:v>93.87</c:v>
                </c:pt>
                <c:pt idx="645">
                  <c:v>93.65</c:v>
                </c:pt>
                <c:pt idx="646">
                  <c:v>93.37</c:v>
                </c:pt>
                <c:pt idx="647">
                  <c:v>93.12</c:v>
                </c:pt>
                <c:pt idx="648">
                  <c:v>92.85</c:v>
                </c:pt>
                <c:pt idx="649">
                  <c:v>92.49</c:v>
                </c:pt>
                <c:pt idx="650">
                  <c:v>92.11</c:v>
                </c:pt>
                <c:pt idx="651">
                  <c:v>91.73</c:v>
                </c:pt>
                <c:pt idx="652">
                  <c:v>91.29</c:v>
                </c:pt>
                <c:pt idx="653">
                  <c:v>90.93</c:v>
                </c:pt>
                <c:pt idx="654">
                  <c:v>90.63</c:v>
                </c:pt>
                <c:pt idx="655">
                  <c:v>90.36</c:v>
                </c:pt>
                <c:pt idx="656">
                  <c:v>90.11</c:v>
                </c:pt>
                <c:pt idx="657">
                  <c:v>89.81</c:v>
                </c:pt>
                <c:pt idx="658">
                  <c:v>89.46</c:v>
                </c:pt>
                <c:pt idx="659">
                  <c:v>89.1</c:v>
                </c:pt>
                <c:pt idx="660">
                  <c:v>88.78</c:v>
                </c:pt>
                <c:pt idx="661">
                  <c:v>88.44</c:v>
                </c:pt>
                <c:pt idx="662">
                  <c:v>88.11</c:v>
                </c:pt>
                <c:pt idx="663">
                  <c:v>87.99</c:v>
                </c:pt>
                <c:pt idx="664">
                  <c:v>87.89</c:v>
                </c:pt>
                <c:pt idx="665">
                  <c:v>87.79</c:v>
                </c:pt>
                <c:pt idx="666">
                  <c:v>87.73</c:v>
                </c:pt>
                <c:pt idx="667">
                  <c:v>87.72</c:v>
                </c:pt>
                <c:pt idx="668">
                  <c:v>87.68</c:v>
                </c:pt>
                <c:pt idx="669">
                  <c:v>87.57</c:v>
                </c:pt>
                <c:pt idx="670">
                  <c:v>87.37</c:v>
                </c:pt>
                <c:pt idx="671">
                  <c:v>87.15</c:v>
                </c:pt>
                <c:pt idx="672">
                  <c:v>87.08</c:v>
                </c:pt>
                <c:pt idx="673">
                  <c:v>86.96</c:v>
                </c:pt>
                <c:pt idx="674">
                  <c:v>86.85</c:v>
                </c:pt>
                <c:pt idx="675">
                  <c:v>86.73</c:v>
                </c:pt>
                <c:pt idx="676">
                  <c:v>86.66</c:v>
                </c:pt>
                <c:pt idx="677">
                  <c:v>86.52</c:v>
                </c:pt>
                <c:pt idx="678">
                  <c:v>86.43</c:v>
                </c:pt>
                <c:pt idx="679">
                  <c:v>86.28</c:v>
                </c:pt>
                <c:pt idx="680">
                  <c:v>86.17</c:v>
                </c:pt>
                <c:pt idx="681">
                  <c:v>86.03</c:v>
                </c:pt>
                <c:pt idx="682">
                  <c:v>85.96</c:v>
                </c:pt>
                <c:pt idx="683">
                  <c:v>85.88</c:v>
                </c:pt>
                <c:pt idx="684">
                  <c:v>85.72</c:v>
                </c:pt>
                <c:pt idx="685">
                  <c:v>85.57</c:v>
                </c:pt>
                <c:pt idx="686">
                  <c:v>85.47</c:v>
                </c:pt>
                <c:pt idx="687">
                  <c:v>85.38</c:v>
                </c:pt>
                <c:pt idx="688">
                  <c:v>85.41</c:v>
                </c:pt>
                <c:pt idx="689">
                  <c:v>85.44</c:v>
                </c:pt>
                <c:pt idx="690">
                  <c:v>85.44</c:v>
                </c:pt>
                <c:pt idx="691">
                  <c:v>85.41</c:v>
                </c:pt>
                <c:pt idx="692">
                  <c:v>85.33</c:v>
                </c:pt>
                <c:pt idx="693">
                  <c:v>85.15</c:v>
                </c:pt>
                <c:pt idx="694">
                  <c:v>84.98</c:v>
                </c:pt>
                <c:pt idx="695">
                  <c:v>84.89</c:v>
                </c:pt>
                <c:pt idx="696">
                  <c:v>84.77</c:v>
                </c:pt>
                <c:pt idx="697">
                  <c:v>84.62</c:v>
                </c:pt>
                <c:pt idx="698">
                  <c:v>84.46</c:v>
                </c:pt>
                <c:pt idx="699">
                  <c:v>84.3</c:v>
                </c:pt>
                <c:pt idx="700">
                  <c:v>84.15</c:v>
                </c:pt>
                <c:pt idx="701">
                  <c:v>84.05</c:v>
                </c:pt>
                <c:pt idx="702">
                  <c:v>83.8</c:v>
                </c:pt>
                <c:pt idx="703">
                  <c:v>83.56</c:v>
                </c:pt>
                <c:pt idx="704">
                  <c:v>83.29</c:v>
                </c:pt>
                <c:pt idx="705">
                  <c:v>83.05</c:v>
                </c:pt>
                <c:pt idx="706">
                  <c:v>82.81</c:v>
                </c:pt>
                <c:pt idx="707">
                  <c:v>82.59</c:v>
                </c:pt>
                <c:pt idx="708">
                  <c:v>82.36</c:v>
                </c:pt>
                <c:pt idx="709">
                  <c:v>82.24</c:v>
                </c:pt>
                <c:pt idx="710">
                  <c:v>82.09</c:v>
                </c:pt>
                <c:pt idx="711">
                  <c:v>81.94</c:v>
                </c:pt>
                <c:pt idx="712">
                  <c:v>81.83</c:v>
                </c:pt>
                <c:pt idx="713">
                  <c:v>81.72</c:v>
                </c:pt>
                <c:pt idx="714">
                  <c:v>81.67</c:v>
                </c:pt>
                <c:pt idx="715">
                  <c:v>81.58</c:v>
                </c:pt>
                <c:pt idx="716">
                  <c:v>81.43</c:v>
                </c:pt>
                <c:pt idx="717">
                  <c:v>81.35</c:v>
                </c:pt>
                <c:pt idx="718">
                  <c:v>81.21</c:v>
                </c:pt>
                <c:pt idx="719">
                  <c:v>81.01</c:v>
                </c:pt>
                <c:pt idx="720">
                  <c:v>80.87</c:v>
                </c:pt>
                <c:pt idx="721">
                  <c:v>80.74</c:v>
                </c:pt>
                <c:pt idx="722">
                  <c:v>80.65</c:v>
                </c:pt>
                <c:pt idx="723">
                  <c:v>80.6</c:v>
                </c:pt>
                <c:pt idx="724">
                  <c:v>80.53</c:v>
                </c:pt>
                <c:pt idx="725">
                  <c:v>80.37</c:v>
                </c:pt>
                <c:pt idx="726">
                  <c:v>80.25</c:v>
                </c:pt>
                <c:pt idx="727">
                  <c:v>80.2</c:v>
                </c:pt>
                <c:pt idx="728">
                  <c:v>80.13</c:v>
                </c:pt>
                <c:pt idx="729">
                  <c:v>80.1</c:v>
                </c:pt>
                <c:pt idx="730">
                  <c:v>80.06</c:v>
                </c:pt>
                <c:pt idx="731">
                  <c:v>79.99</c:v>
                </c:pt>
                <c:pt idx="732">
                  <c:v>79.86</c:v>
                </c:pt>
                <c:pt idx="733">
                  <c:v>79.8</c:v>
                </c:pt>
                <c:pt idx="734">
                  <c:v>79.76</c:v>
                </c:pt>
                <c:pt idx="735">
                  <c:v>79.72</c:v>
                </c:pt>
                <c:pt idx="736">
                  <c:v>79.72</c:v>
                </c:pt>
                <c:pt idx="737">
                  <c:v>79.76</c:v>
                </c:pt>
                <c:pt idx="738">
                  <c:v>79.83</c:v>
                </c:pt>
                <c:pt idx="739">
                  <c:v>79.83</c:v>
                </c:pt>
                <c:pt idx="740">
                  <c:v>79.83</c:v>
                </c:pt>
                <c:pt idx="741">
                  <c:v>79.88</c:v>
                </c:pt>
                <c:pt idx="742">
                  <c:v>79.89</c:v>
                </c:pt>
                <c:pt idx="743">
                  <c:v>79.9</c:v>
                </c:pt>
                <c:pt idx="744">
                  <c:v>79.94</c:v>
                </c:pt>
                <c:pt idx="745">
                  <c:v>80.06</c:v>
                </c:pt>
                <c:pt idx="746">
                  <c:v>80.23</c:v>
                </c:pt>
                <c:pt idx="747">
                  <c:v>80.33</c:v>
                </c:pt>
                <c:pt idx="748">
                  <c:v>80.49</c:v>
                </c:pt>
                <c:pt idx="749">
                  <c:v>80.71</c:v>
                </c:pt>
                <c:pt idx="750">
                  <c:v>80.92</c:v>
                </c:pt>
                <c:pt idx="751">
                  <c:v>81.1</c:v>
                </c:pt>
                <c:pt idx="752">
                  <c:v>81.29</c:v>
                </c:pt>
                <c:pt idx="753">
                  <c:v>81.43</c:v>
                </c:pt>
                <c:pt idx="754">
                  <c:v>81.59</c:v>
                </c:pt>
                <c:pt idx="755">
                  <c:v>81.75</c:v>
                </c:pt>
                <c:pt idx="756">
                  <c:v>81.89</c:v>
                </c:pt>
                <c:pt idx="757">
                  <c:v>82</c:v>
                </c:pt>
                <c:pt idx="758">
                  <c:v>82.31</c:v>
                </c:pt>
                <c:pt idx="759">
                  <c:v>82.59</c:v>
                </c:pt>
                <c:pt idx="760">
                  <c:v>82.9</c:v>
                </c:pt>
                <c:pt idx="761">
                  <c:v>83.2</c:v>
                </c:pt>
                <c:pt idx="762">
                  <c:v>83.6</c:v>
                </c:pt>
                <c:pt idx="763">
                  <c:v>84.04</c:v>
                </c:pt>
                <c:pt idx="764">
                  <c:v>84.48</c:v>
                </c:pt>
                <c:pt idx="765">
                  <c:v>84.95</c:v>
                </c:pt>
                <c:pt idx="766">
                  <c:v>85.41</c:v>
                </c:pt>
                <c:pt idx="767">
                  <c:v>85.89</c:v>
                </c:pt>
                <c:pt idx="768">
                  <c:v>86.38</c:v>
                </c:pt>
                <c:pt idx="769">
                  <c:v>86.94</c:v>
                </c:pt>
                <c:pt idx="770">
                  <c:v>87.53</c:v>
                </c:pt>
                <c:pt idx="771">
                  <c:v>88.06</c:v>
                </c:pt>
                <c:pt idx="772">
                  <c:v>88.64</c:v>
                </c:pt>
                <c:pt idx="773">
                  <c:v>89.2</c:v>
                </c:pt>
                <c:pt idx="774">
                  <c:v>89.72</c:v>
                </c:pt>
                <c:pt idx="775">
                  <c:v>90.23</c:v>
                </c:pt>
                <c:pt idx="776">
                  <c:v>90.66</c:v>
                </c:pt>
                <c:pt idx="777">
                  <c:v>91.07</c:v>
                </c:pt>
                <c:pt idx="778">
                  <c:v>91.34</c:v>
                </c:pt>
                <c:pt idx="779">
                  <c:v>91.61</c:v>
                </c:pt>
                <c:pt idx="780">
                  <c:v>91.83</c:v>
                </c:pt>
                <c:pt idx="781">
                  <c:v>92.17</c:v>
                </c:pt>
                <c:pt idx="782">
                  <c:v>92.46</c:v>
                </c:pt>
                <c:pt idx="783">
                  <c:v>92.81</c:v>
                </c:pt>
                <c:pt idx="784">
                  <c:v>93.11</c:v>
                </c:pt>
                <c:pt idx="785">
                  <c:v>93.48</c:v>
                </c:pt>
                <c:pt idx="786">
                  <c:v>93.84</c:v>
                </c:pt>
                <c:pt idx="787">
                  <c:v>94.28</c:v>
                </c:pt>
                <c:pt idx="788">
                  <c:v>94.42</c:v>
                </c:pt>
                <c:pt idx="789">
                  <c:v>94.6</c:v>
                </c:pt>
                <c:pt idx="790">
                  <c:v>94.72</c:v>
                </c:pt>
                <c:pt idx="791">
                  <c:v>94.88</c:v>
                </c:pt>
                <c:pt idx="792">
                  <c:v>95.04</c:v>
                </c:pt>
                <c:pt idx="793">
                  <c:v>95.13</c:v>
                </c:pt>
                <c:pt idx="794">
                  <c:v>95.23</c:v>
                </c:pt>
                <c:pt idx="795">
                  <c:v>95.35</c:v>
                </c:pt>
                <c:pt idx="796">
                  <c:v>95.47</c:v>
                </c:pt>
                <c:pt idx="797">
                  <c:v>95.59</c:v>
                </c:pt>
                <c:pt idx="798">
                  <c:v>95.6</c:v>
                </c:pt>
                <c:pt idx="799">
                  <c:v>95.59</c:v>
                </c:pt>
                <c:pt idx="800">
                  <c:v/>
                </c:pt>
                <c:pt idx="801">
                  <c:v/>
                </c:pt>
                <c:pt idx="802">
                  <c:v/>
                </c:pt>
                <c:pt idx="803">
                  <c:v/>
                </c:pt>
                <c:pt idx="804">
                  <c:v/>
                </c:pt>
                <c:pt idx="805">
                  <c:v/>
                </c:pt>
                <c:pt idx="806">
                  <c:v/>
                </c:pt>
                <c:pt idx="807">
                  <c:v/>
                </c:pt>
                <c:pt idx="808">
                  <c:v/>
                </c:pt>
                <c:pt idx="809">
                  <c:v/>
                </c:pt>
                <c:pt idx="810">
                  <c:v/>
                </c:pt>
                <c:pt idx="811">
                  <c:v/>
                </c:pt>
                <c:pt idx="812">
                  <c:v/>
                </c:pt>
                <c:pt idx="813">
                  <c:v/>
                </c:pt>
                <c:pt idx="814">
                  <c:v/>
                </c:pt>
                <c:pt idx="815">
                  <c:v/>
                </c:pt>
                <c:pt idx="816">
                  <c:v/>
                </c:pt>
                <c:pt idx="817">
                  <c:v/>
                </c:pt>
                <c:pt idx="818">
                  <c:v/>
                </c:pt>
                <c:pt idx="819">
                  <c:v/>
                </c:pt>
                <c:pt idx="820">
                  <c:v/>
                </c:pt>
                <c:pt idx="821">
                  <c:v/>
                </c:pt>
                <c:pt idx="822">
                  <c:v/>
                </c:pt>
                <c:pt idx="823">
                  <c:v/>
                </c:pt>
                <c:pt idx="824">
                  <c:v/>
                </c:pt>
                <c:pt idx="825">
                  <c:v/>
                </c:pt>
                <c:pt idx="826">
                  <c:v/>
                </c:pt>
                <c:pt idx="827">
                  <c:v/>
                </c:pt>
                <c:pt idx="828">
                  <c:v/>
                </c:pt>
                <c:pt idx="829">
                  <c:v/>
                </c:pt>
                <c:pt idx="830">
                  <c:v/>
                </c:pt>
                <c:pt idx="831">
                  <c:v/>
                </c:pt>
                <c:pt idx="832">
                  <c:v/>
                </c:pt>
                <c:pt idx="833">
                  <c:v/>
                </c:pt>
                <c:pt idx="834">
                  <c:v/>
                </c:pt>
                <c:pt idx="835">
                  <c:v/>
                </c:pt>
                <c:pt idx="836">
                  <c:v/>
                </c:pt>
                <c:pt idx="837">
                  <c:v/>
                </c:pt>
                <c:pt idx="838">
                  <c:v/>
                </c:pt>
                <c:pt idx="839">
                  <c:v/>
                </c:pt>
                <c:pt idx="840">
                  <c:v/>
                </c:pt>
                <c:pt idx="841">
                  <c:v/>
                </c:pt>
                <c:pt idx="842">
                  <c:v/>
                </c:pt>
                <c:pt idx="843">
                  <c:v/>
                </c:pt>
                <c:pt idx="844">
                  <c:v/>
                </c:pt>
                <c:pt idx="845">
                  <c:v/>
                </c:pt>
                <c:pt idx="846">
                  <c:v/>
                </c:pt>
                <c:pt idx="847">
                  <c:v/>
                </c:pt>
                <c:pt idx="848">
                  <c:v/>
                </c:pt>
                <c:pt idx="849">
                  <c:v/>
                </c:pt>
              </c:numCache>
            </c:numRef>
          </c:val>
          <c:smooth val="0"/>
        </c:ser>
        <c:ser>
          <c:idx val="3"/>
          <c:order val="3"/>
          <c:tx>
            <c:strRef>
              <c:f>Sheet1!$E$1</c:f>
              <c:strCache>
                <c:ptCount val="1"/>
                <c:pt idx="0">
                  <c:v>Open (close hidden in Round 1)</c:v>
                </c:pt>
              </c:strCache>
            </c:strRef>
          </c:tx>
          <c:spPr>
            <a:solidFill>
              <a:srgbClr val="FF5A5F"/>
            </a:solidFill>
            <a:ln w="19050" cap="flat">
              <a:solidFill>
                <a:srgbClr val="FF5A5F"/>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FF5A5F"/>
              </a:solidFill>
              <a:ln w="9525" cap="flat">
                <a:solidFill>
                  <a:srgbClr val="FF5A5F"/>
                </a:solidFill>
                <a:prstDash val="solid"/>
                <a:round/>
              </a:ln>
              <a:effectLst/>
            </c:spPr>
          </c:marker>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Sheet1!$E$2:$E$851</c:f>
              <c:numCache>
                <c:formatCode>General</c:formatCode>
                <c:ptCount val="85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pt idx="385">
                  <c:v/>
                </c:pt>
                <c:pt idx="386">
                  <c:v/>
                </c:pt>
                <c:pt idx="387">
                  <c:v/>
                </c:pt>
                <c:pt idx="388">
                  <c:v/>
                </c:pt>
                <c:pt idx="389">
                  <c:v/>
                </c:pt>
                <c:pt idx="390">
                  <c:v/>
                </c:pt>
                <c:pt idx="391">
                  <c:v/>
                </c:pt>
                <c:pt idx="392">
                  <c:v/>
                </c:pt>
                <c:pt idx="393">
                  <c:v/>
                </c:pt>
                <c:pt idx="394">
                  <c:v/>
                </c:pt>
                <c:pt idx="395">
                  <c:v/>
                </c:pt>
                <c:pt idx="396">
                  <c:v/>
                </c:pt>
                <c:pt idx="397">
                  <c:v/>
                </c:pt>
                <c:pt idx="398">
                  <c:v/>
                </c:pt>
                <c:pt idx="399">
                  <c:v/>
                </c:pt>
                <c:pt idx="400">
                  <c:v/>
                </c:pt>
                <c:pt idx="401">
                  <c:v/>
                </c:pt>
                <c:pt idx="402">
                  <c:v/>
                </c:pt>
                <c:pt idx="403">
                  <c:v/>
                </c:pt>
                <c:pt idx="404">
                  <c:v/>
                </c:pt>
                <c:pt idx="405">
                  <c:v/>
                </c:pt>
                <c:pt idx="406">
                  <c:v/>
                </c:pt>
                <c:pt idx="407">
                  <c:v/>
                </c:pt>
                <c:pt idx="408">
                  <c:v/>
                </c:pt>
                <c:pt idx="409">
                  <c:v/>
                </c:pt>
                <c:pt idx="410">
                  <c:v/>
                </c:pt>
                <c:pt idx="411">
                  <c:v/>
                </c:pt>
                <c:pt idx="412">
                  <c:v/>
                </c:pt>
                <c:pt idx="413">
                  <c:v/>
                </c:pt>
                <c:pt idx="414">
                  <c:v/>
                </c:pt>
                <c:pt idx="415">
                  <c:v/>
                </c:pt>
                <c:pt idx="416">
                  <c:v/>
                </c:pt>
                <c:pt idx="417">
                  <c:v/>
                </c:pt>
                <c:pt idx="418">
                  <c:v/>
                </c:pt>
                <c:pt idx="419">
                  <c:v/>
                </c:pt>
                <c:pt idx="420">
                  <c:v/>
                </c:pt>
                <c:pt idx="421">
                  <c:v/>
                </c:pt>
                <c:pt idx="422">
                  <c:v/>
                </c:pt>
                <c:pt idx="423">
                  <c:v/>
                </c:pt>
                <c:pt idx="424">
                  <c:v/>
                </c:pt>
                <c:pt idx="425">
                  <c:v/>
                </c:pt>
                <c:pt idx="426">
                  <c:v/>
                </c:pt>
                <c:pt idx="427">
                  <c:v/>
                </c:pt>
                <c:pt idx="428">
                  <c:v/>
                </c:pt>
                <c:pt idx="429">
                  <c:v/>
                </c:pt>
                <c:pt idx="430">
                  <c:v/>
                </c:pt>
                <c:pt idx="431">
                  <c:v/>
                </c:pt>
                <c:pt idx="432">
                  <c:v/>
                </c:pt>
                <c:pt idx="433">
                  <c:v/>
                </c:pt>
                <c:pt idx="434">
                  <c:v/>
                </c:pt>
                <c:pt idx="435">
                  <c:v/>
                </c:pt>
                <c:pt idx="436">
                  <c:v/>
                </c:pt>
                <c:pt idx="437">
                  <c:v/>
                </c:pt>
                <c:pt idx="438">
                  <c:v/>
                </c:pt>
                <c:pt idx="439">
                  <c:v/>
                </c:pt>
                <c:pt idx="440">
                  <c:v/>
                </c:pt>
                <c:pt idx="441">
                  <c:v/>
                </c:pt>
                <c:pt idx="442">
                  <c:v/>
                </c:pt>
                <c:pt idx="443">
                  <c:v/>
                </c:pt>
                <c:pt idx="444">
                  <c:v/>
                </c:pt>
                <c:pt idx="445">
                  <c:v/>
                </c:pt>
                <c:pt idx="446">
                  <c:v/>
                </c:pt>
                <c:pt idx="447">
                  <c:v/>
                </c:pt>
                <c:pt idx="448">
                  <c:v/>
                </c:pt>
                <c:pt idx="449">
                  <c:v/>
                </c:pt>
                <c:pt idx="450">
                  <c:v/>
                </c:pt>
                <c:pt idx="451">
                  <c:v/>
                </c:pt>
                <c:pt idx="452">
                  <c:v/>
                </c:pt>
                <c:pt idx="453">
                  <c:v/>
                </c:pt>
                <c:pt idx="454">
                  <c:v/>
                </c:pt>
                <c:pt idx="455">
                  <c:v/>
                </c:pt>
                <c:pt idx="456">
                  <c:v/>
                </c:pt>
                <c:pt idx="457">
                  <c:v/>
                </c:pt>
                <c:pt idx="458">
                  <c:v/>
                </c:pt>
                <c:pt idx="459">
                  <c:v/>
                </c:pt>
                <c:pt idx="460">
                  <c:v/>
                </c:pt>
                <c:pt idx="461">
                  <c:v/>
                </c:pt>
                <c:pt idx="462">
                  <c:v/>
                </c:pt>
                <c:pt idx="463">
                  <c:v/>
                </c:pt>
                <c:pt idx="464">
                  <c:v/>
                </c:pt>
                <c:pt idx="465">
                  <c:v/>
                </c:pt>
                <c:pt idx="466">
                  <c:v/>
                </c:pt>
                <c:pt idx="467">
                  <c:v/>
                </c:pt>
                <c:pt idx="468">
                  <c:v/>
                </c:pt>
                <c:pt idx="469">
                  <c:v/>
                </c:pt>
                <c:pt idx="470">
                  <c:v/>
                </c:pt>
                <c:pt idx="471">
                  <c:v/>
                </c:pt>
                <c:pt idx="472">
                  <c:v/>
                </c:pt>
                <c:pt idx="473">
                  <c:v/>
                </c:pt>
                <c:pt idx="474">
                  <c:v/>
                </c:pt>
                <c:pt idx="475">
                  <c:v/>
                </c:pt>
                <c:pt idx="476">
                  <c:v/>
                </c:pt>
                <c:pt idx="477">
                  <c:v/>
                </c:pt>
                <c:pt idx="478">
                  <c:v/>
                </c:pt>
                <c:pt idx="479">
                  <c:v/>
                </c:pt>
                <c:pt idx="480">
                  <c:v/>
                </c:pt>
                <c:pt idx="481">
                  <c:v/>
                </c:pt>
                <c:pt idx="482">
                  <c:v/>
                </c:pt>
                <c:pt idx="483">
                  <c:v/>
                </c:pt>
                <c:pt idx="484">
                  <c:v/>
                </c:pt>
                <c:pt idx="485">
                  <c:v/>
                </c:pt>
                <c:pt idx="486">
                  <c:v/>
                </c:pt>
                <c:pt idx="487">
                  <c:v/>
                </c:pt>
                <c:pt idx="488">
                  <c:v/>
                </c:pt>
                <c:pt idx="489">
                  <c:v/>
                </c:pt>
                <c:pt idx="490">
                  <c:v/>
                </c:pt>
                <c:pt idx="491">
                  <c:v/>
                </c:pt>
                <c:pt idx="492">
                  <c:v/>
                </c:pt>
                <c:pt idx="493">
                  <c:v/>
                </c:pt>
                <c:pt idx="494">
                  <c:v/>
                </c:pt>
                <c:pt idx="495">
                  <c:v/>
                </c:pt>
                <c:pt idx="496">
                  <c:v/>
                </c:pt>
                <c:pt idx="497">
                  <c:v/>
                </c:pt>
                <c:pt idx="498">
                  <c:v/>
                </c:pt>
                <c:pt idx="499">
                  <c:v/>
                </c:pt>
                <c:pt idx="500">
                  <c:v/>
                </c:pt>
                <c:pt idx="501">
                  <c:v/>
                </c:pt>
                <c:pt idx="502">
                  <c:v/>
                </c:pt>
                <c:pt idx="503">
                  <c:v/>
                </c:pt>
                <c:pt idx="504">
                  <c:v/>
                </c:pt>
                <c:pt idx="505">
                  <c:v/>
                </c:pt>
                <c:pt idx="506">
                  <c:v/>
                </c:pt>
                <c:pt idx="507">
                  <c:v/>
                </c:pt>
                <c:pt idx="508">
                  <c:v/>
                </c:pt>
                <c:pt idx="509">
                  <c:v/>
                </c:pt>
                <c:pt idx="510">
                  <c:v/>
                </c:pt>
                <c:pt idx="511">
                  <c:v/>
                </c:pt>
                <c:pt idx="512">
                  <c:v/>
                </c:pt>
                <c:pt idx="513">
                  <c:v/>
                </c:pt>
                <c:pt idx="514">
                  <c:v/>
                </c:pt>
                <c:pt idx="515">
                  <c:v/>
                </c:pt>
                <c:pt idx="516">
                  <c:v/>
                </c:pt>
                <c:pt idx="517">
                  <c:v/>
                </c:pt>
                <c:pt idx="518">
                  <c:v/>
                </c:pt>
                <c:pt idx="519">
                  <c:v/>
                </c:pt>
                <c:pt idx="520">
                  <c:v/>
                </c:pt>
                <c:pt idx="521">
                  <c:v/>
                </c:pt>
                <c:pt idx="522">
                  <c:v/>
                </c:pt>
                <c:pt idx="523">
                  <c:v/>
                </c:pt>
                <c:pt idx="524">
                  <c:v/>
                </c:pt>
                <c:pt idx="525">
                  <c:v/>
                </c:pt>
                <c:pt idx="526">
                  <c:v/>
                </c:pt>
                <c:pt idx="527">
                  <c:v/>
                </c:pt>
                <c:pt idx="528">
                  <c:v/>
                </c:pt>
                <c:pt idx="529">
                  <c:v/>
                </c:pt>
                <c:pt idx="530">
                  <c:v/>
                </c:pt>
                <c:pt idx="531">
                  <c:v/>
                </c:pt>
                <c:pt idx="532">
                  <c:v/>
                </c:pt>
                <c:pt idx="533">
                  <c:v/>
                </c:pt>
                <c:pt idx="534">
                  <c:v/>
                </c:pt>
                <c:pt idx="535">
                  <c:v/>
                </c:pt>
                <c:pt idx="536">
                  <c:v/>
                </c:pt>
                <c:pt idx="537">
                  <c:v/>
                </c:pt>
                <c:pt idx="538">
                  <c:v/>
                </c:pt>
                <c:pt idx="539">
                  <c:v/>
                </c:pt>
                <c:pt idx="540">
                  <c:v/>
                </c:pt>
                <c:pt idx="541">
                  <c:v/>
                </c:pt>
                <c:pt idx="542">
                  <c:v/>
                </c:pt>
                <c:pt idx="543">
                  <c:v/>
                </c:pt>
                <c:pt idx="544">
                  <c:v/>
                </c:pt>
                <c:pt idx="545">
                  <c:v/>
                </c:pt>
                <c:pt idx="546">
                  <c:v/>
                </c:pt>
                <c:pt idx="547">
                  <c:v/>
                </c:pt>
                <c:pt idx="548">
                  <c:v/>
                </c:pt>
                <c:pt idx="549">
                  <c:v/>
                </c:pt>
                <c:pt idx="550">
                  <c:v/>
                </c:pt>
                <c:pt idx="551">
                  <c:v/>
                </c:pt>
                <c:pt idx="552">
                  <c:v/>
                </c:pt>
                <c:pt idx="553">
                  <c:v/>
                </c:pt>
                <c:pt idx="554">
                  <c:v/>
                </c:pt>
                <c:pt idx="555">
                  <c:v/>
                </c:pt>
                <c:pt idx="556">
                  <c:v/>
                </c:pt>
                <c:pt idx="557">
                  <c:v/>
                </c:pt>
                <c:pt idx="558">
                  <c:v/>
                </c:pt>
                <c:pt idx="559">
                  <c:v/>
                </c:pt>
                <c:pt idx="560">
                  <c:v/>
                </c:pt>
                <c:pt idx="561">
                  <c:v/>
                </c:pt>
                <c:pt idx="562">
                  <c:v/>
                </c:pt>
                <c:pt idx="563">
                  <c:v/>
                </c:pt>
                <c:pt idx="564">
                  <c:v/>
                </c:pt>
                <c:pt idx="565">
                  <c:v/>
                </c:pt>
                <c:pt idx="566">
                  <c:v/>
                </c:pt>
                <c:pt idx="567">
                  <c:v/>
                </c:pt>
                <c:pt idx="568">
                  <c:v/>
                </c:pt>
                <c:pt idx="569">
                  <c:v/>
                </c:pt>
                <c:pt idx="570">
                  <c:v/>
                </c:pt>
                <c:pt idx="571">
                  <c:v/>
                </c:pt>
                <c:pt idx="572">
                  <c:v/>
                </c:pt>
                <c:pt idx="573">
                  <c:v/>
                </c:pt>
                <c:pt idx="574">
                  <c:v/>
                </c:pt>
                <c:pt idx="575">
                  <c:v/>
                </c:pt>
                <c:pt idx="576">
                  <c:v/>
                </c:pt>
                <c:pt idx="577">
                  <c:v/>
                </c:pt>
                <c:pt idx="578">
                  <c:v/>
                </c:pt>
                <c:pt idx="579">
                  <c:v/>
                </c:pt>
                <c:pt idx="580">
                  <c:v/>
                </c:pt>
                <c:pt idx="581">
                  <c:v/>
                </c:pt>
                <c:pt idx="582">
                  <c:v/>
                </c:pt>
                <c:pt idx="583">
                  <c:v/>
                </c:pt>
                <c:pt idx="584">
                  <c:v/>
                </c:pt>
                <c:pt idx="585">
                  <c:v/>
                </c:pt>
                <c:pt idx="586">
                  <c:v/>
                </c:pt>
                <c:pt idx="587">
                  <c:v/>
                </c:pt>
                <c:pt idx="588">
                  <c:v/>
                </c:pt>
                <c:pt idx="589">
                  <c:v/>
                </c:pt>
                <c:pt idx="590">
                  <c:v/>
                </c:pt>
                <c:pt idx="591">
                  <c:v/>
                </c:pt>
                <c:pt idx="592">
                  <c:v/>
                </c:pt>
                <c:pt idx="593">
                  <c:v/>
                </c:pt>
                <c:pt idx="594">
                  <c:v/>
                </c:pt>
                <c:pt idx="595">
                  <c:v/>
                </c:pt>
                <c:pt idx="596">
                  <c:v/>
                </c:pt>
                <c:pt idx="597">
                  <c:v/>
                </c:pt>
                <c:pt idx="598">
                  <c:v/>
                </c:pt>
                <c:pt idx="599">
                  <c:v/>
                </c:pt>
                <c:pt idx="600">
                  <c:v/>
                </c:pt>
                <c:pt idx="601">
                  <c:v/>
                </c:pt>
                <c:pt idx="602">
                  <c:v/>
                </c:pt>
                <c:pt idx="603">
                  <c:v/>
                </c:pt>
                <c:pt idx="604">
                  <c:v/>
                </c:pt>
                <c:pt idx="605">
                  <c:v/>
                </c:pt>
                <c:pt idx="606">
                  <c:v/>
                </c:pt>
                <c:pt idx="607">
                  <c:v/>
                </c:pt>
                <c:pt idx="608">
                  <c:v/>
                </c:pt>
                <c:pt idx="609">
                  <c:v/>
                </c:pt>
                <c:pt idx="610">
                  <c:v/>
                </c:pt>
                <c:pt idx="611">
                  <c:v/>
                </c:pt>
                <c:pt idx="612">
                  <c:v/>
                </c:pt>
                <c:pt idx="613">
                  <c:v/>
                </c:pt>
                <c:pt idx="614">
                  <c:v/>
                </c:pt>
                <c:pt idx="615">
                  <c:v/>
                </c:pt>
                <c:pt idx="616">
                  <c:v/>
                </c:pt>
                <c:pt idx="617">
                  <c:v/>
                </c:pt>
                <c:pt idx="618">
                  <c:v/>
                </c:pt>
                <c:pt idx="619">
                  <c:v/>
                </c:pt>
                <c:pt idx="620">
                  <c:v/>
                </c:pt>
                <c:pt idx="621">
                  <c:v/>
                </c:pt>
                <c:pt idx="622">
                  <c:v/>
                </c:pt>
                <c:pt idx="623">
                  <c:v/>
                </c:pt>
                <c:pt idx="624">
                  <c:v/>
                </c:pt>
                <c:pt idx="625">
                  <c:v/>
                </c:pt>
                <c:pt idx="626">
                  <c:v/>
                </c:pt>
                <c:pt idx="627">
                  <c:v/>
                </c:pt>
                <c:pt idx="628">
                  <c:v/>
                </c:pt>
                <c:pt idx="629">
                  <c:v/>
                </c:pt>
                <c:pt idx="630">
                  <c:v/>
                </c:pt>
                <c:pt idx="631">
                  <c:v/>
                </c:pt>
                <c:pt idx="632">
                  <c:v/>
                </c:pt>
                <c:pt idx="633">
                  <c:v/>
                </c:pt>
                <c:pt idx="634">
                  <c:v/>
                </c:pt>
                <c:pt idx="635">
                  <c:v/>
                </c:pt>
                <c:pt idx="636">
                  <c:v/>
                </c:pt>
                <c:pt idx="637">
                  <c:v/>
                </c:pt>
                <c:pt idx="638">
                  <c:v/>
                </c:pt>
                <c:pt idx="639">
                  <c:v/>
                </c:pt>
                <c:pt idx="640">
                  <c:v/>
                </c:pt>
                <c:pt idx="641">
                  <c:v/>
                </c:pt>
                <c:pt idx="642">
                  <c:v/>
                </c:pt>
                <c:pt idx="643">
                  <c:v/>
                </c:pt>
                <c:pt idx="644">
                  <c:v/>
                </c:pt>
                <c:pt idx="645">
                  <c:v/>
                </c:pt>
                <c:pt idx="646">
                  <c:v/>
                </c:pt>
                <c:pt idx="647">
                  <c:v/>
                </c:pt>
                <c:pt idx="648">
                  <c:v/>
                </c:pt>
                <c:pt idx="649">
                  <c:v/>
                </c:pt>
                <c:pt idx="650">
                  <c:v/>
                </c:pt>
                <c:pt idx="651">
                  <c:v/>
                </c:pt>
                <c:pt idx="652">
                  <c:v/>
                </c:pt>
                <c:pt idx="653">
                  <c:v/>
                </c:pt>
                <c:pt idx="654">
                  <c:v/>
                </c:pt>
                <c:pt idx="655">
                  <c:v/>
                </c:pt>
                <c:pt idx="656">
                  <c:v/>
                </c:pt>
                <c:pt idx="657">
                  <c:v/>
                </c:pt>
                <c:pt idx="658">
                  <c:v/>
                </c:pt>
                <c:pt idx="659">
                  <c:v/>
                </c:pt>
                <c:pt idx="660">
                  <c:v/>
                </c:pt>
                <c:pt idx="661">
                  <c:v/>
                </c:pt>
                <c:pt idx="662">
                  <c:v/>
                </c:pt>
                <c:pt idx="663">
                  <c:v/>
                </c:pt>
                <c:pt idx="664">
                  <c:v/>
                </c:pt>
                <c:pt idx="665">
                  <c:v/>
                </c:pt>
                <c:pt idx="666">
                  <c:v/>
                </c:pt>
                <c:pt idx="667">
                  <c:v/>
                </c:pt>
                <c:pt idx="668">
                  <c:v/>
                </c:pt>
                <c:pt idx="669">
                  <c:v/>
                </c:pt>
                <c:pt idx="670">
                  <c:v/>
                </c:pt>
                <c:pt idx="671">
                  <c:v/>
                </c:pt>
                <c:pt idx="672">
                  <c:v/>
                </c:pt>
                <c:pt idx="673">
                  <c:v/>
                </c:pt>
                <c:pt idx="674">
                  <c:v/>
                </c:pt>
                <c:pt idx="675">
                  <c:v/>
                </c:pt>
                <c:pt idx="676">
                  <c:v/>
                </c:pt>
                <c:pt idx="677">
                  <c:v/>
                </c:pt>
                <c:pt idx="678">
                  <c:v/>
                </c:pt>
                <c:pt idx="679">
                  <c:v/>
                </c:pt>
                <c:pt idx="680">
                  <c:v/>
                </c:pt>
                <c:pt idx="681">
                  <c:v/>
                </c:pt>
                <c:pt idx="682">
                  <c:v/>
                </c:pt>
                <c:pt idx="683">
                  <c:v/>
                </c:pt>
                <c:pt idx="684">
                  <c:v/>
                </c:pt>
                <c:pt idx="685">
                  <c:v/>
                </c:pt>
                <c:pt idx="686">
                  <c:v/>
                </c:pt>
                <c:pt idx="687">
                  <c:v/>
                </c:pt>
                <c:pt idx="688">
                  <c:v/>
                </c:pt>
                <c:pt idx="689">
                  <c:v/>
                </c:pt>
                <c:pt idx="690">
                  <c:v/>
                </c:pt>
                <c:pt idx="691">
                  <c:v/>
                </c:pt>
                <c:pt idx="692">
                  <c:v/>
                </c:pt>
                <c:pt idx="693">
                  <c:v/>
                </c:pt>
                <c:pt idx="694">
                  <c:v/>
                </c:pt>
                <c:pt idx="695">
                  <c:v/>
                </c:pt>
                <c:pt idx="696">
                  <c:v/>
                </c:pt>
                <c:pt idx="697">
                  <c:v/>
                </c:pt>
                <c:pt idx="698">
                  <c:v/>
                </c:pt>
                <c:pt idx="699">
                  <c:v/>
                </c:pt>
                <c:pt idx="700">
                  <c:v/>
                </c:pt>
                <c:pt idx="701">
                  <c:v/>
                </c:pt>
                <c:pt idx="702">
                  <c:v/>
                </c:pt>
                <c:pt idx="703">
                  <c:v/>
                </c:pt>
                <c:pt idx="704">
                  <c:v/>
                </c:pt>
                <c:pt idx="705">
                  <c:v/>
                </c:pt>
                <c:pt idx="706">
                  <c:v/>
                </c:pt>
                <c:pt idx="707">
                  <c:v/>
                </c:pt>
                <c:pt idx="708">
                  <c:v/>
                </c:pt>
                <c:pt idx="709">
                  <c:v/>
                </c:pt>
                <c:pt idx="710">
                  <c:v/>
                </c:pt>
                <c:pt idx="711">
                  <c:v/>
                </c:pt>
                <c:pt idx="712">
                  <c:v/>
                </c:pt>
                <c:pt idx="713">
                  <c:v/>
                </c:pt>
                <c:pt idx="714">
                  <c:v/>
                </c:pt>
                <c:pt idx="715">
                  <c:v/>
                </c:pt>
                <c:pt idx="716">
                  <c:v/>
                </c:pt>
                <c:pt idx="717">
                  <c:v/>
                </c:pt>
                <c:pt idx="718">
                  <c:v/>
                </c:pt>
                <c:pt idx="719">
                  <c:v/>
                </c:pt>
                <c:pt idx="720">
                  <c:v/>
                </c:pt>
                <c:pt idx="721">
                  <c:v/>
                </c:pt>
                <c:pt idx="722">
                  <c:v/>
                </c:pt>
                <c:pt idx="723">
                  <c:v/>
                </c:pt>
                <c:pt idx="724">
                  <c:v/>
                </c:pt>
                <c:pt idx="725">
                  <c:v/>
                </c:pt>
                <c:pt idx="726">
                  <c:v/>
                </c:pt>
                <c:pt idx="727">
                  <c:v/>
                </c:pt>
                <c:pt idx="728">
                  <c:v/>
                </c:pt>
                <c:pt idx="729">
                  <c:v/>
                </c:pt>
                <c:pt idx="730">
                  <c:v/>
                </c:pt>
                <c:pt idx="731">
                  <c:v/>
                </c:pt>
                <c:pt idx="732">
                  <c:v/>
                </c:pt>
                <c:pt idx="733">
                  <c:v/>
                </c:pt>
                <c:pt idx="734">
                  <c:v/>
                </c:pt>
                <c:pt idx="735">
                  <c:v/>
                </c:pt>
                <c:pt idx="736">
                  <c:v/>
                </c:pt>
                <c:pt idx="737">
                  <c:v/>
                </c:pt>
                <c:pt idx="738">
                  <c:v/>
                </c:pt>
                <c:pt idx="739">
                  <c:v/>
                </c:pt>
                <c:pt idx="740">
                  <c:v/>
                </c:pt>
                <c:pt idx="741">
                  <c:v/>
                </c:pt>
                <c:pt idx="742">
                  <c:v/>
                </c:pt>
                <c:pt idx="743">
                  <c:v/>
                </c:pt>
                <c:pt idx="744">
                  <c:v/>
                </c:pt>
                <c:pt idx="745">
                  <c:v/>
                </c:pt>
                <c:pt idx="746">
                  <c:v/>
                </c:pt>
                <c:pt idx="747">
                  <c:v/>
                </c:pt>
                <c:pt idx="748">
                  <c:v/>
                </c:pt>
                <c:pt idx="749">
                  <c:v/>
                </c:pt>
                <c:pt idx="750">
                  <c:v/>
                </c:pt>
                <c:pt idx="751">
                  <c:v/>
                </c:pt>
                <c:pt idx="752">
                  <c:v/>
                </c:pt>
                <c:pt idx="753">
                  <c:v/>
                </c:pt>
                <c:pt idx="754">
                  <c:v/>
                </c:pt>
                <c:pt idx="755">
                  <c:v/>
                </c:pt>
                <c:pt idx="756">
                  <c:v/>
                </c:pt>
                <c:pt idx="757">
                  <c:v/>
                </c:pt>
                <c:pt idx="758">
                  <c:v/>
                </c:pt>
                <c:pt idx="759">
                  <c:v/>
                </c:pt>
                <c:pt idx="760">
                  <c:v/>
                </c:pt>
                <c:pt idx="761">
                  <c:v/>
                </c:pt>
                <c:pt idx="762">
                  <c:v/>
                </c:pt>
                <c:pt idx="763">
                  <c:v/>
                </c:pt>
                <c:pt idx="764">
                  <c:v/>
                </c:pt>
                <c:pt idx="765">
                  <c:v/>
                </c:pt>
                <c:pt idx="766">
                  <c:v/>
                </c:pt>
                <c:pt idx="767">
                  <c:v/>
                </c:pt>
                <c:pt idx="768">
                  <c:v/>
                </c:pt>
                <c:pt idx="769">
                  <c:v/>
                </c:pt>
                <c:pt idx="770">
                  <c:v/>
                </c:pt>
                <c:pt idx="771">
                  <c:v/>
                </c:pt>
                <c:pt idx="772">
                  <c:v/>
                </c:pt>
                <c:pt idx="773">
                  <c:v/>
                </c:pt>
                <c:pt idx="774">
                  <c:v/>
                </c:pt>
                <c:pt idx="775">
                  <c:v/>
                </c:pt>
                <c:pt idx="776">
                  <c:v/>
                </c:pt>
                <c:pt idx="777">
                  <c:v/>
                </c:pt>
                <c:pt idx="778">
                  <c:v/>
                </c:pt>
                <c:pt idx="779">
                  <c:v/>
                </c:pt>
                <c:pt idx="780">
                  <c:v/>
                </c:pt>
                <c:pt idx="781">
                  <c:v/>
                </c:pt>
                <c:pt idx="782">
                  <c:v/>
                </c:pt>
                <c:pt idx="783">
                  <c:v/>
                </c:pt>
                <c:pt idx="784">
                  <c:v/>
                </c:pt>
                <c:pt idx="785">
                  <c:v/>
                </c:pt>
                <c:pt idx="786">
                  <c:v/>
                </c:pt>
                <c:pt idx="787">
                  <c:v/>
                </c:pt>
                <c:pt idx="788">
                  <c:v/>
                </c:pt>
                <c:pt idx="789">
                  <c:v/>
                </c:pt>
                <c:pt idx="790">
                  <c:v/>
                </c:pt>
                <c:pt idx="791">
                  <c:v/>
                </c:pt>
                <c:pt idx="792">
                  <c:v/>
                </c:pt>
                <c:pt idx="793">
                  <c:v/>
                </c:pt>
                <c:pt idx="794">
                  <c:v/>
                </c:pt>
                <c:pt idx="795">
                  <c:v/>
                </c:pt>
                <c:pt idx="796">
                  <c:v/>
                </c:pt>
                <c:pt idx="797">
                  <c:v/>
                </c:pt>
                <c:pt idx="798">
                  <c:v/>
                </c:pt>
                <c:pt idx="799">
                  <c:v/>
                </c:pt>
                <c:pt idx="800">
                  <c:v>96.17</c:v>
                </c:pt>
                <c:pt idx="801">
                  <c:v>99.03</c:v>
                </c:pt>
                <c:pt idx="802">
                  <c:v>98.46</c:v>
                </c:pt>
                <c:pt idx="803">
                  <c:v>100.36</c:v>
                </c:pt>
                <c:pt idx="804">
                  <c:v>101.89</c:v>
                </c:pt>
                <c:pt idx="805">
                  <c:v>102.07</c:v>
                </c:pt>
                <c:pt idx="806">
                  <c:v>101.89</c:v>
                </c:pt>
                <c:pt idx="807">
                  <c:v>101.2</c:v>
                </c:pt>
                <c:pt idx="808">
                  <c:v>100.39</c:v>
                </c:pt>
                <c:pt idx="809">
                  <c:v>102.41</c:v>
                </c:pt>
                <c:pt idx="810">
                  <c:v>103.5</c:v>
                </c:pt>
                <c:pt idx="811">
                  <c:v>103.54</c:v>
                </c:pt>
                <c:pt idx="812">
                  <c:v>101.41</c:v>
                </c:pt>
                <c:pt idx="813">
                  <c:v>100.52</c:v>
                </c:pt>
                <c:pt idx="814">
                  <c:v>98.77</c:v>
                </c:pt>
                <c:pt idx="815">
                  <c:v>99.61</c:v>
                </c:pt>
                <c:pt idx="816">
                  <c:v>102.34</c:v>
                </c:pt>
                <c:pt idx="817">
                  <c:v>101.92</c:v>
                </c:pt>
                <c:pt idx="818">
                  <c:v>102.71</c:v>
                </c:pt>
                <c:pt idx="819">
                  <c:v>102.95</c:v>
                </c:pt>
                <c:pt idx="820">
                  <c:v>103</c:v>
                </c:pt>
                <c:pt idx="821">
                  <c:v>103.15</c:v>
                </c:pt>
                <c:pt idx="822">
                  <c:v>104.02</c:v>
                </c:pt>
                <c:pt idx="823">
                  <c:v>104.34</c:v>
                </c:pt>
                <c:pt idx="824">
                  <c:v>104.14</c:v>
                </c:pt>
                <c:pt idx="825">
                  <c:v>105.82</c:v>
                </c:pt>
                <c:pt idx="826">
                  <c:v>108.38</c:v>
                </c:pt>
                <c:pt idx="827">
                  <c:v>109.23</c:v>
                </c:pt>
                <c:pt idx="828">
                  <c:v>109.07</c:v>
                </c:pt>
                <c:pt idx="829">
                  <c:v>109.83</c:v>
                </c:pt>
                <c:pt idx="830">
                  <c:v>114.58</c:v>
                </c:pt>
                <c:pt idx="831">
                  <c:v>115.45</c:v>
                </c:pt>
                <c:pt idx="832">
                  <c:v>114.34</c:v>
                </c:pt>
                <c:pt idx="833">
                  <c:v>115.01</c:v>
                </c:pt>
                <c:pt idx="834">
                  <c:v>110.6</c:v>
                </c:pt>
                <c:pt idx="835">
                  <c:v>111.27</c:v>
                </c:pt>
                <c:pt idx="836">
                  <c:v>108.66</c:v>
                </c:pt>
                <c:pt idx="837">
                  <c:v>110.66</c:v>
                </c:pt>
                <c:pt idx="838">
                  <c:v>109.39</c:v>
                </c:pt>
                <c:pt idx="839">
                  <c:v>110.15</c:v>
                </c:pt>
                <c:pt idx="840">
                  <c:v>109.39</c:v>
                </c:pt>
                <c:pt idx="841">
                  <c:v>108.38</c:v>
                </c:pt>
                <c:pt idx="842">
                  <c:v>107.98</c:v>
                </c:pt>
                <c:pt idx="843">
                  <c:v>101.09</c:v>
                </c:pt>
                <c:pt idx="844">
                  <c:v>104.06</c:v>
                </c:pt>
                <c:pt idx="845">
                  <c:v>105.55</c:v>
                </c:pt>
                <c:pt idx="846">
                  <c:v>105.84</c:v>
                </c:pt>
                <c:pt idx="847">
                  <c:v>107.41</c:v>
                </c:pt>
                <c:pt idx="848">
                  <c:v>106.14</c:v>
                </c:pt>
                <c:pt idx="849">
                  <c:v>106.69</c:v>
                </c:pt>
              </c:numCache>
            </c:numRef>
          </c:val>
          <c:smooth val="0"/>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B8C4D6"/>
                </a:solidFill>
                <a:latin typeface="+mn-lt"/>
              </a:defRPr>
            </a:pPr>
            <a:endParaRPr lang="en-US"/>
          </a:p>
        </c:txPr>
        <c:crossAx val="2094734552"/>
        <c:crosses val="autoZero"/>
        <c:auto val="1"/>
        <c:lblAlgn val="ctr"/>
        <c:noMultiLvlLbl val="1"/>
        <c:tickLblSkip val="120"/>
      </c:catAx>
      <c:valAx>
        <c:axId val="2094734552"/>
        <c:scaling>
          <c:orientation val="minMax"/>
          <c:max val="120"/>
          <c:min val="70"/>
        </c:scaling>
        <c:delete val="0"/>
        <c:axPos val="l"/>
        <c:majorGridlines>
          <c:spPr>
            <a:ln w="9525" cap="flat">
              <a:solidFill>
                <a:srgbClr val="2A355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B8C4D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B8C4D6"/>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mn-lt"/>
              </a:defRPr>
            </a:pPr>
            <a:r>
              <a:rPr sz="1200" b="0" i="0" u="none" strike="noStrike">
                <a:solidFill>
                  <a:srgbClr val="FFFFFF"/>
                </a:solidFill>
                <a:latin typeface="+mn-lt"/>
              </a:rPr>
              <a:t>Volume (millions)</a:t>
            </a:r>
          </a:p>
        </c:rich>
      </c:tx>
      <c:layout/>
      <c:overlay val="0"/>
    </c:title>
    <c:autoTitleDeleted val="0"/>
    <c:plotArea>
      <c:layout>
        <c:manualLayout>
          <c:layoutTarget val="inner"/>
          <c:xMode val="edge"/>
          <c:yMode val="edge"/>
          <c:x val="0.13"/>
          <c:y val="0.2"/>
          <c:w val="0.83"/>
          <c:h val="0.62"/>
        </c:manualLayout>
      </c:layout>
      <c:barChart>
        <c:barDir val="col"/>
        <c:grouping val="clustered"/>
        <c:varyColors val="0"/>
        <c:ser>
          <c:idx val="0"/>
          <c:order val="0"/>
          <c:tx>
            <c:strRef>
              <c:f>Sheet1!$B$1</c:f>
              <c:strCache>
                <c:ptCount val="1"/>
                <c:pt idx="0">
                  <c:v>Volume</c:v>
                </c:pt>
              </c:strCache>
            </c:strRef>
          </c:tx>
          <c:spPr>
            <a:solidFill>
              <a:srgbClr val="64748B"/>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Sheet1!$B$2:$B$851</c:f>
              <c:numCache>
                <c:formatCode>General</c:formatCode>
                <c:ptCount val="850"/>
                <c:pt idx="0">
                  <c:v>0.985</c:v>
                </c:pt>
                <c:pt idx="1">
                  <c:v>1.175</c:v>
                </c:pt>
                <c:pt idx="2">
                  <c:v>1.282</c:v>
                </c:pt>
                <c:pt idx="3">
                  <c:v>1.287</c:v>
                </c:pt>
                <c:pt idx="4">
                  <c:v>2.417</c:v>
                </c:pt>
                <c:pt idx="5">
                  <c:v>2.273</c:v>
                </c:pt>
                <c:pt idx="6">
                  <c:v>1.614</c:v>
                </c:pt>
                <c:pt idx="7">
                  <c:v>1.57</c:v>
                </c:pt>
                <c:pt idx="8">
                  <c:v>3.885</c:v>
                </c:pt>
                <c:pt idx="9">
                  <c:v>0.916</c:v>
                </c:pt>
                <c:pt idx="10">
                  <c:v>1.36</c:v>
                </c:pt>
                <c:pt idx="11">
                  <c:v>0.834</c:v>
                </c:pt>
                <c:pt idx="12">
                  <c:v>1.999</c:v>
                </c:pt>
                <c:pt idx="13">
                  <c:v>1.373</c:v>
                </c:pt>
                <c:pt idx="14">
                  <c:v>7.275</c:v>
                </c:pt>
                <c:pt idx="15">
                  <c:v>2.681</c:v>
                </c:pt>
                <c:pt idx="16">
                  <c:v>2.109</c:v>
                </c:pt>
                <c:pt idx="17">
                  <c:v>2.009</c:v>
                </c:pt>
                <c:pt idx="18">
                  <c:v>1.52</c:v>
                </c:pt>
                <c:pt idx="19">
                  <c:v>2.195</c:v>
                </c:pt>
                <c:pt idx="20">
                  <c:v>1.499</c:v>
                </c:pt>
                <c:pt idx="21">
                  <c:v>1.358</c:v>
                </c:pt>
                <c:pt idx="22">
                  <c:v>1.779</c:v>
                </c:pt>
                <c:pt idx="23">
                  <c:v>0.953</c:v>
                </c:pt>
                <c:pt idx="24">
                  <c:v>1.281</c:v>
                </c:pt>
                <c:pt idx="25">
                  <c:v>1.265</c:v>
                </c:pt>
                <c:pt idx="26">
                  <c:v>2.023</c:v>
                </c:pt>
                <c:pt idx="27">
                  <c:v>1.207</c:v>
                </c:pt>
                <c:pt idx="28">
                  <c:v>0.902</c:v>
                </c:pt>
                <c:pt idx="29">
                  <c:v>1.002</c:v>
                </c:pt>
                <c:pt idx="30">
                  <c:v>1.408</c:v>
                </c:pt>
                <c:pt idx="31">
                  <c:v>1.775</c:v>
                </c:pt>
                <c:pt idx="32">
                  <c:v>1.199</c:v>
                </c:pt>
                <c:pt idx="33">
                  <c:v>3.252</c:v>
                </c:pt>
                <c:pt idx="34">
                  <c:v>1.006</c:v>
                </c:pt>
                <c:pt idx="35">
                  <c:v>1.225</c:v>
                </c:pt>
                <c:pt idx="36">
                  <c:v>1.414</c:v>
                </c:pt>
                <c:pt idx="37">
                  <c:v>1.152</c:v>
                </c:pt>
                <c:pt idx="38">
                  <c:v>0.751</c:v>
                </c:pt>
                <c:pt idx="39">
                  <c:v>3.008</c:v>
                </c:pt>
                <c:pt idx="40">
                  <c:v>1.337</c:v>
                </c:pt>
                <c:pt idx="41">
                  <c:v>1.014</c:v>
                </c:pt>
                <c:pt idx="42">
                  <c:v>1.486</c:v>
                </c:pt>
                <c:pt idx="43">
                  <c:v>1.403</c:v>
                </c:pt>
                <c:pt idx="44">
                  <c:v>1.439</c:v>
                </c:pt>
                <c:pt idx="45">
                  <c:v>2.773</c:v>
                </c:pt>
                <c:pt idx="46">
                  <c:v>1.585</c:v>
                </c:pt>
                <c:pt idx="47">
                  <c:v>1.649</c:v>
                </c:pt>
                <c:pt idx="48">
                  <c:v>1.597</c:v>
                </c:pt>
                <c:pt idx="49">
                  <c:v>2.225</c:v>
                </c:pt>
                <c:pt idx="50">
                  <c:v>1.43</c:v>
                </c:pt>
                <c:pt idx="51">
                  <c:v>1.739</c:v>
                </c:pt>
                <c:pt idx="52">
                  <c:v>1.107</c:v>
                </c:pt>
                <c:pt idx="53">
                  <c:v>3.829</c:v>
                </c:pt>
                <c:pt idx="54">
                  <c:v>2.341</c:v>
                </c:pt>
                <c:pt idx="55">
                  <c:v>1.296</c:v>
                </c:pt>
                <c:pt idx="56">
                  <c:v>1.845</c:v>
                </c:pt>
                <c:pt idx="57">
                  <c:v>1.068</c:v>
                </c:pt>
                <c:pt idx="58">
                  <c:v>1.752</c:v>
                </c:pt>
                <c:pt idx="59">
                  <c:v>1.174</c:v>
                </c:pt>
                <c:pt idx="60">
                  <c:v>0.485</c:v>
                </c:pt>
                <c:pt idx="61">
                  <c:v>1.824</c:v>
                </c:pt>
                <c:pt idx="62">
                  <c:v>0.734</c:v>
                </c:pt>
                <c:pt idx="63">
                  <c:v>1.731</c:v>
                </c:pt>
                <c:pt idx="64">
                  <c:v>1.605</c:v>
                </c:pt>
                <c:pt idx="65">
                  <c:v>2.081</c:v>
                </c:pt>
                <c:pt idx="66">
                  <c:v>1.484</c:v>
                </c:pt>
                <c:pt idx="67">
                  <c:v>1.677</c:v>
                </c:pt>
                <c:pt idx="68">
                  <c:v>2.306</c:v>
                </c:pt>
                <c:pt idx="69">
                  <c:v>1.555</c:v>
                </c:pt>
                <c:pt idx="70">
                  <c:v>1.793</c:v>
                </c:pt>
                <c:pt idx="71">
                  <c:v>1.385</c:v>
                </c:pt>
                <c:pt idx="72">
                  <c:v>1.71</c:v>
                </c:pt>
                <c:pt idx="73">
                  <c:v>1.262</c:v>
                </c:pt>
                <c:pt idx="74">
                  <c:v>1.342</c:v>
                </c:pt>
                <c:pt idx="75">
                  <c:v>1.958</c:v>
                </c:pt>
                <c:pt idx="76">
                  <c:v>2.369</c:v>
                </c:pt>
                <c:pt idx="77">
                  <c:v>1.415</c:v>
                </c:pt>
                <c:pt idx="78">
                  <c:v>1.526</c:v>
                </c:pt>
                <c:pt idx="79">
                  <c:v>2.309</c:v>
                </c:pt>
                <c:pt idx="80">
                  <c:v>1.427</c:v>
                </c:pt>
                <c:pt idx="81">
                  <c:v>2.328</c:v>
                </c:pt>
                <c:pt idx="82">
                  <c:v>1.007</c:v>
                </c:pt>
                <c:pt idx="83">
                  <c:v>1.196</c:v>
                </c:pt>
                <c:pt idx="84">
                  <c:v>1.098</c:v>
                </c:pt>
                <c:pt idx="85">
                  <c:v>1.526</c:v>
                </c:pt>
                <c:pt idx="86">
                  <c:v>0.991</c:v>
                </c:pt>
                <c:pt idx="87">
                  <c:v>0.809</c:v>
                </c:pt>
                <c:pt idx="88">
                  <c:v>0.943</c:v>
                </c:pt>
                <c:pt idx="89">
                  <c:v>0.839</c:v>
                </c:pt>
                <c:pt idx="90">
                  <c:v>0.808</c:v>
                </c:pt>
                <c:pt idx="91">
                  <c:v>1.098</c:v>
                </c:pt>
                <c:pt idx="92">
                  <c:v>1.618</c:v>
                </c:pt>
                <c:pt idx="93">
                  <c:v>1.683</c:v>
                </c:pt>
                <c:pt idx="94">
                  <c:v>1.047</c:v>
                </c:pt>
                <c:pt idx="95">
                  <c:v>1.027</c:v>
                </c:pt>
                <c:pt idx="96">
                  <c:v>0.852</c:v>
                </c:pt>
                <c:pt idx="97">
                  <c:v>1.501</c:v>
                </c:pt>
                <c:pt idx="98">
                  <c:v>1.269</c:v>
                </c:pt>
                <c:pt idx="99">
                  <c:v>0.852</c:v>
                </c:pt>
                <c:pt idx="100">
                  <c:v>0.595</c:v>
                </c:pt>
                <c:pt idx="101">
                  <c:v>0.649</c:v>
                </c:pt>
                <c:pt idx="102">
                  <c:v>0.469</c:v>
                </c:pt>
                <c:pt idx="103">
                  <c:v>1.046</c:v>
                </c:pt>
                <c:pt idx="104">
                  <c:v>0.556</c:v>
                </c:pt>
                <c:pt idx="105">
                  <c:v>0.622</c:v>
                </c:pt>
                <c:pt idx="106">
                  <c:v>1.048</c:v>
                </c:pt>
                <c:pt idx="107">
                  <c:v>1.527</c:v>
                </c:pt>
                <c:pt idx="108">
                  <c:v>1.763</c:v>
                </c:pt>
                <c:pt idx="109">
                  <c:v>0.869</c:v>
                </c:pt>
                <c:pt idx="110">
                  <c:v>0.717</c:v>
                </c:pt>
                <c:pt idx="111">
                  <c:v>0.913</c:v>
                </c:pt>
                <c:pt idx="112">
                  <c:v>0.888</c:v>
                </c:pt>
                <c:pt idx="113">
                  <c:v>1.349</c:v>
                </c:pt>
                <c:pt idx="114">
                  <c:v>0.533</c:v>
                </c:pt>
                <c:pt idx="115">
                  <c:v>0.743</c:v>
                </c:pt>
                <c:pt idx="116">
                  <c:v>0.79</c:v>
                </c:pt>
                <c:pt idx="117">
                  <c:v>0.469</c:v>
                </c:pt>
                <c:pt idx="118">
                  <c:v>0.436</c:v>
                </c:pt>
                <c:pt idx="119">
                  <c:v>0.494</c:v>
                </c:pt>
                <c:pt idx="120">
                  <c:v>0.343</c:v>
                </c:pt>
                <c:pt idx="121">
                  <c:v>0.413</c:v>
                </c:pt>
                <c:pt idx="122">
                  <c:v>0.652</c:v>
                </c:pt>
                <c:pt idx="123">
                  <c:v>0.732</c:v>
                </c:pt>
                <c:pt idx="124">
                  <c:v>1.055</c:v>
                </c:pt>
                <c:pt idx="125">
                  <c:v>0.631</c:v>
                </c:pt>
                <c:pt idx="126">
                  <c:v>0.669</c:v>
                </c:pt>
                <c:pt idx="127">
                  <c:v>0.606</c:v>
                </c:pt>
                <c:pt idx="128">
                  <c:v>0.665</c:v>
                </c:pt>
                <c:pt idx="129">
                  <c:v>0.724</c:v>
                </c:pt>
                <c:pt idx="130">
                  <c:v>0.524</c:v>
                </c:pt>
                <c:pt idx="131">
                  <c:v>1.839</c:v>
                </c:pt>
                <c:pt idx="132">
                  <c:v>0.915</c:v>
                </c:pt>
                <c:pt idx="133">
                  <c:v>1.061</c:v>
                </c:pt>
                <c:pt idx="134">
                  <c:v>0.975</c:v>
                </c:pt>
                <c:pt idx="135">
                  <c:v>2.06</c:v>
                </c:pt>
                <c:pt idx="136">
                  <c:v>0.902</c:v>
                </c:pt>
                <c:pt idx="137">
                  <c:v>0.993</c:v>
                </c:pt>
                <c:pt idx="138">
                  <c:v>0.952</c:v>
                </c:pt>
                <c:pt idx="139">
                  <c:v>0.924</c:v>
                </c:pt>
                <c:pt idx="140">
                  <c:v>1.038</c:v>
                </c:pt>
                <c:pt idx="141">
                  <c:v>1.116</c:v>
                </c:pt>
                <c:pt idx="142">
                  <c:v>1.348</c:v>
                </c:pt>
                <c:pt idx="143">
                  <c:v>0.862</c:v>
                </c:pt>
                <c:pt idx="144">
                  <c:v>0.837</c:v>
                </c:pt>
                <c:pt idx="145">
                  <c:v>0.586</c:v>
                </c:pt>
                <c:pt idx="146">
                  <c:v>1.176</c:v>
                </c:pt>
                <c:pt idx="147">
                  <c:v>1.032</c:v>
                </c:pt>
                <c:pt idx="148">
                  <c:v>1.626</c:v>
                </c:pt>
                <c:pt idx="149">
                  <c:v>1.45</c:v>
                </c:pt>
                <c:pt idx="150">
                  <c:v>0.917</c:v>
                </c:pt>
                <c:pt idx="151">
                  <c:v>1.222</c:v>
                </c:pt>
                <c:pt idx="152">
                  <c:v>0.758</c:v>
                </c:pt>
                <c:pt idx="153">
                  <c:v>0.964</c:v>
                </c:pt>
                <c:pt idx="154">
                  <c:v>1.01</c:v>
                </c:pt>
                <c:pt idx="155">
                  <c:v>0.815</c:v>
                </c:pt>
                <c:pt idx="156">
                  <c:v>0.692</c:v>
                </c:pt>
                <c:pt idx="157">
                  <c:v>0.706</c:v>
                </c:pt>
                <c:pt idx="158">
                  <c:v>0.768</c:v>
                </c:pt>
                <c:pt idx="159">
                  <c:v>0.578</c:v>
                </c:pt>
                <c:pt idx="160">
                  <c:v>1.441</c:v>
                </c:pt>
                <c:pt idx="161">
                  <c:v>1.02</c:v>
                </c:pt>
                <c:pt idx="162">
                  <c:v>0.663</c:v>
                </c:pt>
                <c:pt idx="163">
                  <c:v>1.22</c:v>
                </c:pt>
                <c:pt idx="164">
                  <c:v>1.439</c:v>
                </c:pt>
                <c:pt idx="165">
                  <c:v>0.902</c:v>
                </c:pt>
                <c:pt idx="166">
                  <c:v>1.2</c:v>
                </c:pt>
                <c:pt idx="167">
                  <c:v>1.051</c:v>
                </c:pt>
                <c:pt idx="168">
                  <c:v>1.512</c:v>
                </c:pt>
                <c:pt idx="169">
                  <c:v>2.119</c:v>
                </c:pt>
                <c:pt idx="170">
                  <c:v>1.829</c:v>
                </c:pt>
                <c:pt idx="171">
                  <c:v>1.09</c:v>
                </c:pt>
                <c:pt idx="172">
                  <c:v>1.397</c:v>
                </c:pt>
                <c:pt idx="173">
                  <c:v>1.132</c:v>
                </c:pt>
                <c:pt idx="174">
                  <c:v>1.513</c:v>
                </c:pt>
                <c:pt idx="175">
                  <c:v>1.049</c:v>
                </c:pt>
                <c:pt idx="176">
                  <c:v>0.797</c:v>
                </c:pt>
                <c:pt idx="177">
                  <c:v>0.673</c:v>
                </c:pt>
                <c:pt idx="178">
                  <c:v>0.729</c:v>
                </c:pt>
                <c:pt idx="179">
                  <c:v>1.159</c:v>
                </c:pt>
                <c:pt idx="180">
                  <c:v>1.79</c:v>
                </c:pt>
                <c:pt idx="181">
                  <c:v>1.433</c:v>
                </c:pt>
                <c:pt idx="182">
                  <c:v>2.712</c:v>
                </c:pt>
                <c:pt idx="183">
                  <c:v>2.066</c:v>
                </c:pt>
                <c:pt idx="184">
                  <c:v>1.83</c:v>
                </c:pt>
                <c:pt idx="185">
                  <c:v>1.721</c:v>
                </c:pt>
                <c:pt idx="186">
                  <c:v>1.035</c:v>
                </c:pt>
                <c:pt idx="187">
                  <c:v>1.232</c:v>
                </c:pt>
                <c:pt idx="188">
                  <c:v>0.759</c:v>
                </c:pt>
                <c:pt idx="189">
                  <c:v>0.916</c:v>
                </c:pt>
                <c:pt idx="190">
                  <c:v>1.111</c:v>
                </c:pt>
                <c:pt idx="191">
                  <c:v>1.668</c:v>
                </c:pt>
                <c:pt idx="192">
                  <c:v>2.37</c:v>
                </c:pt>
                <c:pt idx="193">
                  <c:v>1.566</c:v>
                </c:pt>
                <c:pt idx="194">
                  <c:v>1.054</c:v>
                </c:pt>
                <c:pt idx="195">
                  <c:v>1.783</c:v>
                </c:pt>
                <c:pt idx="196">
                  <c:v>1.015</c:v>
                </c:pt>
                <c:pt idx="197">
                  <c:v>0.996</c:v>
                </c:pt>
                <c:pt idx="198">
                  <c:v>1.364</c:v>
                </c:pt>
                <c:pt idx="199">
                  <c:v>1.908</c:v>
                </c:pt>
                <c:pt idx="200">
                  <c:v>1.635</c:v>
                </c:pt>
                <c:pt idx="201">
                  <c:v>1.584</c:v>
                </c:pt>
                <c:pt idx="202">
                  <c:v>2.644</c:v>
                </c:pt>
                <c:pt idx="203">
                  <c:v>2.305</c:v>
                </c:pt>
                <c:pt idx="204">
                  <c:v>1.867</c:v>
                </c:pt>
                <c:pt idx="205">
                  <c:v>0.715</c:v>
                </c:pt>
                <c:pt idx="206">
                  <c:v>0.98</c:v>
                </c:pt>
                <c:pt idx="207">
                  <c:v>1.681</c:v>
                </c:pt>
                <c:pt idx="208">
                  <c:v>1.057</c:v>
                </c:pt>
                <c:pt idx="209">
                  <c:v>0.608</c:v>
                </c:pt>
                <c:pt idx="210">
                  <c:v>1.537</c:v>
                </c:pt>
                <c:pt idx="211">
                  <c:v>0.748</c:v>
                </c:pt>
                <c:pt idx="212">
                  <c:v>0.85</c:v>
                </c:pt>
                <c:pt idx="213">
                  <c:v>1.327</c:v>
                </c:pt>
                <c:pt idx="214">
                  <c:v>0.785</c:v>
                </c:pt>
                <c:pt idx="215">
                  <c:v>0.728</c:v>
                </c:pt>
                <c:pt idx="216">
                  <c:v>1.165</c:v>
                </c:pt>
                <c:pt idx="217">
                  <c:v>1.118</c:v>
                </c:pt>
                <c:pt idx="218">
                  <c:v>0.85</c:v>
                </c:pt>
                <c:pt idx="219">
                  <c:v>0.959</c:v>
                </c:pt>
                <c:pt idx="220">
                  <c:v>1.155</c:v>
                </c:pt>
                <c:pt idx="221">
                  <c:v>1.289</c:v>
                </c:pt>
                <c:pt idx="222">
                  <c:v>3.535</c:v>
                </c:pt>
                <c:pt idx="223">
                  <c:v>1.495</c:v>
                </c:pt>
                <c:pt idx="224">
                  <c:v>0.808</c:v>
                </c:pt>
                <c:pt idx="225">
                  <c:v>1.337</c:v>
                </c:pt>
                <c:pt idx="226">
                  <c:v>1.341</c:v>
                </c:pt>
                <c:pt idx="227">
                  <c:v>1.221</c:v>
                </c:pt>
                <c:pt idx="228">
                  <c:v>1.696</c:v>
                </c:pt>
                <c:pt idx="229">
                  <c:v>1.06</c:v>
                </c:pt>
                <c:pt idx="230">
                  <c:v>0.857</c:v>
                </c:pt>
                <c:pt idx="231">
                  <c:v>0.943</c:v>
                </c:pt>
                <c:pt idx="232">
                  <c:v>0.656</c:v>
                </c:pt>
                <c:pt idx="233">
                  <c:v>1.029</c:v>
                </c:pt>
                <c:pt idx="234">
                  <c:v>1.115</c:v>
                </c:pt>
                <c:pt idx="235">
                  <c:v>1.159</c:v>
                </c:pt>
                <c:pt idx="236">
                  <c:v>1.151</c:v>
                </c:pt>
                <c:pt idx="237">
                  <c:v>1.343</c:v>
                </c:pt>
                <c:pt idx="238">
                  <c:v>3.511</c:v>
                </c:pt>
                <c:pt idx="239">
                  <c:v>1.378</c:v>
                </c:pt>
                <c:pt idx="240">
                  <c:v>0.93</c:v>
                </c:pt>
                <c:pt idx="241">
                  <c:v>1.099</c:v>
                </c:pt>
                <c:pt idx="242">
                  <c:v>1.538</c:v>
                </c:pt>
                <c:pt idx="243">
                  <c:v>1.459</c:v>
                </c:pt>
                <c:pt idx="244">
                  <c:v>1.004</c:v>
                </c:pt>
                <c:pt idx="245">
                  <c:v>1.16</c:v>
                </c:pt>
                <c:pt idx="246">
                  <c:v>1.67</c:v>
                </c:pt>
                <c:pt idx="247">
                  <c:v>0.975</c:v>
                </c:pt>
                <c:pt idx="248">
                  <c:v>0.922</c:v>
                </c:pt>
                <c:pt idx="249">
                  <c:v>1.085</c:v>
                </c:pt>
                <c:pt idx="250">
                  <c:v>0.622</c:v>
                </c:pt>
                <c:pt idx="251">
                  <c:v>0.492</c:v>
                </c:pt>
                <c:pt idx="252">
                  <c:v>0.39</c:v>
                </c:pt>
                <c:pt idx="253">
                  <c:v>0.538</c:v>
                </c:pt>
                <c:pt idx="254">
                  <c:v>0.613</c:v>
                </c:pt>
                <c:pt idx="255">
                  <c:v>0.665</c:v>
                </c:pt>
                <c:pt idx="256">
                  <c:v>0.633</c:v>
                </c:pt>
                <c:pt idx="257">
                  <c:v>1.14</c:v>
                </c:pt>
                <c:pt idx="258">
                  <c:v>1.681</c:v>
                </c:pt>
                <c:pt idx="259">
                  <c:v>2.509</c:v>
                </c:pt>
                <c:pt idx="260">
                  <c:v>2.004</c:v>
                </c:pt>
                <c:pt idx="261">
                  <c:v>2.814</c:v>
                </c:pt>
                <c:pt idx="262">
                  <c:v>3.357</c:v>
                </c:pt>
                <c:pt idx="263">
                  <c:v>1.876</c:v>
                </c:pt>
                <c:pt idx="264">
                  <c:v>1.49</c:v>
                </c:pt>
                <c:pt idx="265">
                  <c:v>2.911</c:v>
                </c:pt>
                <c:pt idx="266">
                  <c:v>1.077</c:v>
                </c:pt>
                <c:pt idx="267">
                  <c:v>0.921</c:v>
                </c:pt>
                <c:pt idx="268">
                  <c:v>0.995</c:v>
                </c:pt>
                <c:pt idx="269">
                  <c:v>1.184</c:v>
                </c:pt>
                <c:pt idx="270">
                  <c:v>0.852</c:v>
                </c:pt>
                <c:pt idx="271">
                  <c:v>1.319</c:v>
                </c:pt>
                <c:pt idx="272">
                  <c:v>0.904</c:v>
                </c:pt>
                <c:pt idx="273">
                  <c:v>1.266</c:v>
                </c:pt>
                <c:pt idx="274">
                  <c:v>0.986</c:v>
                </c:pt>
                <c:pt idx="275">
                  <c:v>1.19</c:v>
                </c:pt>
                <c:pt idx="276">
                  <c:v>1.832</c:v>
                </c:pt>
                <c:pt idx="277">
                  <c:v>1.952</c:v>
                </c:pt>
                <c:pt idx="278">
                  <c:v>2.159</c:v>
                </c:pt>
                <c:pt idx="279">
                  <c:v>1.964</c:v>
                </c:pt>
                <c:pt idx="280">
                  <c:v>1.331</c:v>
                </c:pt>
                <c:pt idx="281">
                  <c:v>2.347</c:v>
                </c:pt>
                <c:pt idx="282">
                  <c:v>1.41</c:v>
                </c:pt>
                <c:pt idx="283">
                  <c:v>2.348</c:v>
                </c:pt>
                <c:pt idx="284">
                  <c:v>1.969</c:v>
                </c:pt>
                <c:pt idx="285">
                  <c:v>2.903</c:v>
                </c:pt>
                <c:pt idx="286">
                  <c:v>1.526</c:v>
                </c:pt>
                <c:pt idx="287">
                  <c:v>1.199</c:v>
                </c:pt>
                <c:pt idx="288">
                  <c:v>0.945</c:v>
                </c:pt>
                <c:pt idx="289">
                  <c:v>2.323</c:v>
                </c:pt>
                <c:pt idx="290">
                  <c:v>2.098</c:v>
                </c:pt>
                <c:pt idx="291">
                  <c:v>1.884</c:v>
                </c:pt>
                <c:pt idx="292">
                  <c:v>1.863</c:v>
                </c:pt>
                <c:pt idx="293">
                  <c:v>1.233</c:v>
                </c:pt>
                <c:pt idx="294">
                  <c:v>1.122</c:v>
                </c:pt>
                <c:pt idx="295">
                  <c:v>1.633</c:v>
                </c:pt>
                <c:pt idx="296">
                  <c:v>1.602</c:v>
                </c:pt>
                <c:pt idx="297">
                  <c:v>0.695</c:v>
                </c:pt>
                <c:pt idx="298">
                  <c:v>0.704</c:v>
                </c:pt>
                <c:pt idx="299">
                  <c:v>1.19</c:v>
                </c:pt>
                <c:pt idx="300">
                  <c:v>1.567</c:v>
                </c:pt>
                <c:pt idx="301">
                  <c:v>3.888</c:v>
                </c:pt>
                <c:pt idx="302">
                  <c:v>1.268</c:v>
                </c:pt>
                <c:pt idx="303">
                  <c:v>1.521</c:v>
                </c:pt>
                <c:pt idx="304">
                  <c:v>1.735</c:v>
                </c:pt>
                <c:pt idx="305">
                  <c:v>2.132</c:v>
                </c:pt>
                <c:pt idx="306">
                  <c:v>1.647</c:v>
                </c:pt>
                <c:pt idx="307">
                  <c:v>1.359</c:v>
                </c:pt>
                <c:pt idx="308">
                  <c:v>4.401</c:v>
                </c:pt>
                <c:pt idx="309">
                  <c:v>1.329</c:v>
                </c:pt>
                <c:pt idx="310">
                  <c:v>1.42</c:v>
                </c:pt>
                <c:pt idx="311">
                  <c:v>1.666</c:v>
                </c:pt>
                <c:pt idx="312">
                  <c:v>1.218</c:v>
                </c:pt>
                <c:pt idx="313">
                  <c:v>1.977</c:v>
                </c:pt>
                <c:pt idx="314">
                  <c:v>1.38</c:v>
                </c:pt>
                <c:pt idx="315">
                  <c:v>1.906</c:v>
                </c:pt>
                <c:pt idx="316">
                  <c:v>3.448</c:v>
                </c:pt>
                <c:pt idx="317">
                  <c:v>2.72</c:v>
                </c:pt>
                <c:pt idx="318">
                  <c:v>1.647</c:v>
                </c:pt>
                <c:pt idx="319">
                  <c:v>1.592</c:v>
                </c:pt>
                <c:pt idx="320">
                  <c:v>0.58</c:v>
                </c:pt>
                <c:pt idx="321">
                  <c:v>0.939</c:v>
                </c:pt>
                <c:pt idx="322">
                  <c:v>2.102</c:v>
                </c:pt>
                <c:pt idx="323">
                  <c:v>1.754</c:v>
                </c:pt>
                <c:pt idx="324">
                  <c:v>2.176</c:v>
                </c:pt>
                <c:pt idx="325">
                  <c:v>2.81</c:v>
                </c:pt>
                <c:pt idx="326">
                  <c:v>2.769</c:v>
                </c:pt>
                <c:pt idx="327">
                  <c:v>1.989</c:v>
                </c:pt>
                <c:pt idx="328">
                  <c:v>2.36</c:v>
                </c:pt>
                <c:pt idx="329">
                  <c:v>1.924</c:v>
                </c:pt>
                <c:pt idx="330">
                  <c:v>1.578</c:v>
                </c:pt>
                <c:pt idx="331">
                  <c:v>2.088</c:v>
                </c:pt>
                <c:pt idx="332">
                  <c:v>2.394</c:v>
                </c:pt>
                <c:pt idx="333">
                  <c:v>1.154</c:v>
                </c:pt>
                <c:pt idx="334">
                  <c:v>1.347</c:v>
                </c:pt>
                <c:pt idx="335">
                  <c:v>0.883</c:v>
                </c:pt>
                <c:pt idx="336">
                  <c:v>0.987</c:v>
                </c:pt>
                <c:pt idx="337">
                  <c:v>2.231</c:v>
                </c:pt>
                <c:pt idx="338">
                  <c:v>1.105</c:v>
                </c:pt>
                <c:pt idx="339">
                  <c:v>1.489</c:v>
                </c:pt>
                <c:pt idx="340">
                  <c:v>1.326</c:v>
                </c:pt>
                <c:pt idx="341">
                  <c:v>0.984</c:v>
                </c:pt>
                <c:pt idx="342">
                  <c:v>0.978</c:v>
                </c:pt>
                <c:pt idx="343">
                  <c:v>0.906</c:v>
                </c:pt>
                <c:pt idx="344">
                  <c:v>0.7</c:v>
                </c:pt>
                <c:pt idx="345">
                  <c:v>1.136</c:v>
                </c:pt>
                <c:pt idx="346">
                  <c:v>1.176</c:v>
                </c:pt>
                <c:pt idx="347">
                  <c:v>1.279</c:v>
                </c:pt>
                <c:pt idx="348">
                  <c:v>1.185</c:v>
                </c:pt>
                <c:pt idx="349">
                  <c:v>1.549</c:v>
                </c:pt>
                <c:pt idx="350">
                  <c:v>0.916</c:v>
                </c:pt>
                <c:pt idx="351">
                  <c:v>1.561</c:v>
                </c:pt>
                <c:pt idx="352">
                  <c:v>0.779</c:v>
                </c:pt>
                <c:pt idx="353">
                  <c:v>0.792</c:v>
                </c:pt>
                <c:pt idx="354">
                  <c:v>1.742</c:v>
                </c:pt>
                <c:pt idx="355">
                  <c:v>1.508</c:v>
                </c:pt>
                <c:pt idx="356">
                  <c:v>1.481</c:v>
                </c:pt>
                <c:pt idx="357">
                  <c:v>1.251</c:v>
                </c:pt>
                <c:pt idx="358">
                  <c:v>1.284</c:v>
                </c:pt>
                <c:pt idx="359">
                  <c:v>0.99</c:v>
                </c:pt>
                <c:pt idx="360">
                  <c:v>0.956</c:v>
                </c:pt>
                <c:pt idx="361">
                  <c:v>1.066</c:v>
                </c:pt>
                <c:pt idx="362">
                  <c:v>1.705</c:v>
                </c:pt>
                <c:pt idx="363">
                  <c:v>1.257</c:v>
                </c:pt>
                <c:pt idx="364">
                  <c:v>1.305</c:v>
                </c:pt>
                <c:pt idx="365">
                  <c:v>1.109</c:v>
                </c:pt>
                <c:pt idx="366">
                  <c:v>0.871</c:v>
                </c:pt>
                <c:pt idx="367">
                  <c:v>0.835</c:v>
                </c:pt>
                <c:pt idx="368">
                  <c:v>0.738</c:v>
                </c:pt>
                <c:pt idx="369">
                  <c:v>1.044</c:v>
                </c:pt>
                <c:pt idx="370">
                  <c:v>1.191</c:v>
                </c:pt>
                <c:pt idx="371">
                  <c:v>1.427</c:v>
                </c:pt>
                <c:pt idx="372">
                  <c:v>1.768</c:v>
                </c:pt>
                <c:pt idx="373">
                  <c:v>1.473</c:v>
                </c:pt>
                <c:pt idx="374">
                  <c:v>1.458</c:v>
                </c:pt>
                <c:pt idx="375">
                  <c:v>1.824</c:v>
                </c:pt>
                <c:pt idx="376">
                  <c:v>0.953</c:v>
                </c:pt>
                <c:pt idx="377">
                  <c:v>0.998</c:v>
                </c:pt>
                <c:pt idx="378">
                  <c:v>0.617</c:v>
                </c:pt>
                <c:pt idx="379">
                  <c:v>0.83</c:v>
                </c:pt>
                <c:pt idx="380">
                  <c:v>0.823</c:v>
                </c:pt>
                <c:pt idx="381">
                  <c:v>0.803</c:v>
                </c:pt>
                <c:pt idx="382">
                  <c:v>1.503</c:v>
                </c:pt>
                <c:pt idx="383">
                  <c:v>0.965</c:v>
                </c:pt>
                <c:pt idx="384">
                  <c:v>0.876</c:v>
                </c:pt>
                <c:pt idx="385">
                  <c:v>2.148</c:v>
                </c:pt>
                <c:pt idx="386">
                  <c:v>0.96</c:v>
                </c:pt>
                <c:pt idx="387">
                  <c:v>0.832</c:v>
                </c:pt>
                <c:pt idx="388">
                  <c:v>1.415</c:v>
                </c:pt>
                <c:pt idx="389">
                  <c:v>0.498</c:v>
                </c:pt>
                <c:pt idx="390">
                  <c:v>0.844</c:v>
                </c:pt>
                <c:pt idx="391">
                  <c:v>0.689</c:v>
                </c:pt>
                <c:pt idx="392">
                  <c:v>0.667</c:v>
                </c:pt>
                <c:pt idx="393">
                  <c:v>0.893</c:v>
                </c:pt>
                <c:pt idx="394">
                  <c:v>1.082</c:v>
                </c:pt>
                <c:pt idx="395">
                  <c:v>1.244</c:v>
                </c:pt>
                <c:pt idx="396">
                  <c:v>0.961</c:v>
                </c:pt>
                <c:pt idx="397">
                  <c:v>0.954</c:v>
                </c:pt>
                <c:pt idx="398">
                  <c:v>1.706</c:v>
                </c:pt>
                <c:pt idx="399">
                  <c:v>1.352</c:v>
                </c:pt>
                <c:pt idx="400">
                  <c:v>0.904</c:v>
                </c:pt>
                <c:pt idx="401">
                  <c:v>1.064</c:v>
                </c:pt>
                <c:pt idx="402">
                  <c:v>1.281</c:v>
                </c:pt>
                <c:pt idx="403">
                  <c:v>1.562</c:v>
                </c:pt>
                <c:pt idx="404">
                  <c:v>1.985</c:v>
                </c:pt>
                <c:pt idx="405">
                  <c:v>0.936</c:v>
                </c:pt>
                <c:pt idx="406">
                  <c:v>1.37</c:v>
                </c:pt>
                <c:pt idx="407">
                  <c:v>0.905</c:v>
                </c:pt>
                <c:pt idx="408">
                  <c:v>1.046</c:v>
                </c:pt>
                <c:pt idx="409">
                  <c:v>0.879</c:v>
                </c:pt>
                <c:pt idx="410">
                  <c:v>0.777</c:v>
                </c:pt>
                <c:pt idx="411">
                  <c:v>0.936</c:v>
                </c:pt>
                <c:pt idx="412">
                  <c:v>1.388</c:v>
                </c:pt>
                <c:pt idx="413">
                  <c:v>1.164</c:v>
                </c:pt>
                <c:pt idx="414">
                  <c:v>2.424</c:v>
                </c:pt>
                <c:pt idx="415">
                  <c:v>1.629</c:v>
                </c:pt>
                <c:pt idx="416">
                  <c:v>1.722</c:v>
                </c:pt>
                <c:pt idx="417">
                  <c:v>1.405</c:v>
                </c:pt>
                <c:pt idx="418">
                  <c:v>1.822</c:v>
                </c:pt>
                <c:pt idx="419">
                  <c:v>1.26</c:v>
                </c:pt>
                <c:pt idx="420">
                  <c:v>1.335</c:v>
                </c:pt>
                <c:pt idx="421">
                  <c:v>1.295</c:v>
                </c:pt>
                <c:pt idx="422">
                  <c:v>1.94</c:v>
                </c:pt>
                <c:pt idx="423">
                  <c:v>1.119</c:v>
                </c:pt>
                <c:pt idx="424">
                  <c:v>1.099</c:v>
                </c:pt>
                <c:pt idx="425">
                  <c:v>1.016</c:v>
                </c:pt>
                <c:pt idx="426">
                  <c:v>1.208</c:v>
                </c:pt>
                <c:pt idx="427">
                  <c:v>0.937</c:v>
                </c:pt>
                <c:pt idx="428">
                  <c:v>0.84</c:v>
                </c:pt>
                <c:pt idx="429">
                  <c:v>0.666</c:v>
                </c:pt>
                <c:pt idx="430">
                  <c:v>0.739</c:v>
                </c:pt>
                <c:pt idx="431">
                  <c:v>0.993</c:v>
                </c:pt>
                <c:pt idx="432">
                  <c:v>1.479</c:v>
                </c:pt>
                <c:pt idx="433">
                  <c:v>0.724</c:v>
                </c:pt>
                <c:pt idx="434">
                  <c:v>1.138</c:v>
                </c:pt>
                <c:pt idx="435">
                  <c:v>1.042</c:v>
                </c:pt>
                <c:pt idx="436">
                  <c:v>0.989</c:v>
                </c:pt>
                <c:pt idx="437">
                  <c:v>1.242</c:v>
                </c:pt>
                <c:pt idx="438">
                  <c:v>0.86</c:v>
                </c:pt>
                <c:pt idx="439">
                  <c:v>0.977</c:v>
                </c:pt>
                <c:pt idx="440">
                  <c:v>4.091</c:v>
                </c:pt>
                <c:pt idx="441">
                  <c:v>3.506</c:v>
                </c:pt>
                <c:pt idx="442">
                  <c:v>1.156</c:v>
                </c:pt>
                <c:pt idx="443">
                  <c:v>0.932</c:v>
                </c:pt>
                <c:pt idx="444">
                  <c:v>0.946</c:v>
                </c:pt>
                <c:pt idx="445">
                  <c:v>1.448</c:v>
                </c:pt>
                <c:pt idx="446">
                  <c:v>1.069</c:v>
                </c:pt>
                <c:pt idx="447">
                  <c:v>0.695</c:v>
                </c:pt>
                <c:pt idx="448">
                  <c:v>0.546</c:v>
                </c:pt>
                <c:pt idx="449">
                  <c:v>0.566</c:v>
                </c:pt>
                <c:pt idx="450">
                  <c:v>0.443</c:v>
                </c:pt>
                <c:pt idx="451">
                  <c:v>1.476</c:v>
                </c:pt>
                <c:pt idx="452">
                  <c:v>0.802</c:v>
                </c:pt>
                <c:pt idx="453">
                  <c:v>0.511</c:v>
                </c:pt>
                <c:pt idx="454">
                  <c:v>0.781</c:v>
                </c:pt>
                <c:pt idx="455">
                  <c:v>0.816</c:v>
                </c:pt>
                <c:pt idx="456">
                  <c:v>0.837</c:v>
                </c:pt>
                <c:pt idx="457">
                  <c:v>0.557</c:v>
                </c:pt>
                <c:pt idx="458">
                  <c:v>0.583</c:v>
                </c:pt>
                <c:pt idx="459">
                  <c:v>0.608</c:v>
                </c:pt>
                <c:pt idx="460">
                  <c:v>1.121</c:v>
                </c:pt>
                <c:pt idx="461">
                  <c:v>1.832</c:v>
                </c:pt>
                <c:pt idx="462">
                  <c:v>1.631</c:v>
                </c:pt>
                <c:pt idx="463">
                  <c:v>2.26</c:v>
                </c:pt>
                <c:pt idx="464">
                  <c:v>2.186</c:v>
                </c:pt>
                <c:pt idx="465">
                  <c:v>1.848</c:v>
                </c:pt>
                <c:pt idx="466">
                  <c:v>1.268</c:v>
                </c:pt>
                <c:pt idx="467">
                  <c:v>0.853</c:v>
                </c:pt>
                <c:pt idx="468">
                  <c:v>1.491</c:v>
                </c:pt>
                <c:pt idx="469">
                  <c:v>1.256</c:v>
                </c:pt>
                <c:pt idx="470">
                  <c:v>0.882</c:v>
                </c:pt>
                <c:pt idx="471">
                  <c:v>1.126</c:v>
                </c:pt>
                <c:pt idx="472">
                  <c:v>1.203</c:v>
                </c:pt>
                <c:pt idx="473">
                  <c:v>1.532</c:v>
                </c:pt>
                <c:pt idx="474">
                  <c:v>1.378</c:v>
                </c:pt>
                <c:pt idx="475">
                  <c:v>1.015</c:v>
                </c:pt>
                <c:pt idx="476">
                  <c:v>1.752</c:v>
                </c:pt>
                <c:pt idx="477">
                  <c:v>1.672</c:v>
                </c:pt>
                <c:pt idx="478">
                  <c:v>1.433</c:v>
                </c:pt>
                <c:pt idx="479">
                  <c:v>1.314</c:v>
                </c:pt>
                <c:pt idx="480">
                  <c:v>2.096</c:v>
                </c:pt>
                <c:pt idx="481">
                  <c:v>1.195</c:v>
                </c:pt>
                <c:pt idx="482">
                  <c:v>1.091</c:v>
                </c:pt>
                <c:pt idx="483">
                  <c:v>1.207</c:v>
                </c:pt>
                <c:pt idx="484">
                  <c:v>1.423</c:v>
                </c:pt>
                <c:pt idx="485">
                  <c:v>2.178</c:v>
                </c:pt>
                <c:pt idx="486">
                  <c:v>1.569</c:v>
                </c:pt>
                <c:pt idx="487">
                  <c:v>1.712</c:v>
                </c:pt>
                <c:pt idx="488">
                  <c:v>1.675</c:v>
                </c:pt>
                <c:pt idx="489">
                  <c:v>1.792</c:v>
                </c:pt>
                <c:pt idx="490">
                  <c:v>1.016</c:v>
                </c:pt>
                <c:pt idx="491">
                  <c:v>0.916</c:v>
                </c:pt>
                <c:pt idx="492">
                  <c:v>1.864</c:v>
                </c:pt>
                <c:pt idx="493">
                  <c:v>2.656</c:v>
                </c:pt>
                <c:pt idx="494">
                  <c:v>2.487</c:v>
                </c:pt>
                <c:pt idx="495">
                  <c:v>2.037</c:v>
                </c:pt>
                <c:pt idx="496">
                  <c:v>1.822</c:v>
                </c:pt>
                <c:pt idx="497">
                  <c:v>1.597</c:v>
                </c:pt>
                <c:pt idx="498">
                  <c:v>2.485</c:v>
                </c:pt>
                <c:pt idx="499">
                  <c:v>1.103</c:v>
                </c:pt>
                <c:pt idx="500">
                  <c:v>1.36</c:v>
                </c:pt>
                <c:pt idx="501">
                  <c:v>0.782</c:v>
                </c:pt>
                <c:pt idx="502">
                  <c:v>0.933</c:v>
                </c:pt>
                <c:pt idx="503">
                  <c:v>0.377</c:v>
                </c:pt>
                <c:pt idx="504">
                  <c:v>1.049</c:v>
                </c:pt>
                <c:pt idx="505">
                  <c:v>0.944</c:v>
                </c:pt>
                <c:pt idx="506">
                  <c:v>3.757</c:v>
                </c:pt>
                <c:pt idx="507">
                  <c:v>1.76</c:v>
                </c:pt>
                <c:pt idx="508">
                  <c:v>1.849</c:v>
                </c:pt>
                <c:pt idx="509">
                  <c:v>1.189</c:v>
                </c:pt>
                <c:pt idx="510">
                  <c:v>1.419</c:v>
                </c:pt>
                <c:pt idx="511">
                  <c:v>0.748</c:v>
                </c:pt>
                <c:pt idx="512">
                  <c:v>0.715</c:v>
                </c:pt>
                <c:pt idx="513">
                  <c:v>0.798</c:v>
                </c:pt>
                <c:pt idx="514">
                  <c:v>0.807</c:v>
                </c:pt>
                <c:pt idx="515">
                  <c:v>2.609</c:v>
                </c:pt>
                <c:pt idx="516">
                  <c:v>1.145</c:v>
                </c:pt>
                <c:pt idx="517">
                  <c:v>1.835</c:v>
                </c:pt>
                <c:pt idx="518">
                  <c:v>3.874</c:v>
                </c:pt>
                <c:pt idx="519">
                  <c:v>1.549</c:v>
                </c:pt>
                <c:pt idx="520">
                  <c:v>1.905</c:v>
                </c:pt>
                <c:pt idx="521">
                  <c:v>2.215</c:v>
                </c:pt>
                <c:pt idx="522">
                  <c:v>2.607</c:v>
                </c:pt>
                <c:pt idx="523">
                  <c:v>1.551</c:v>
                </c:pt>
                <c:pt idx="524">
                  <c:v>1.579</c:v>
                </c:pt>
                <c:pt idx="525">
                  <c:v>1.058</c:v>
                </c:pt>
                <c:pt idx="526">
                  <c:v>4.818</c:v>
                </c:pt>
                <c:pt idx="527">
                  <c:v>0.86</c:v>
                </c:pt>
                <c:pt idx="528">
                  <c:v>2.152</c:v>
                </c:pt>
                <c:pt idx="529">
                  <c:v>1.506</c:v>
                </c:pt>
                <c:pt idx="530">
                  <c:v>1.653</c:v>
                </c:pt>
                <c:pt idx="531">
                  <c:v>1.569</c:v>
                </c:pt>
                <c:pt idx="532">
                  <c:v>1.152</c:v>
                </c:pt>
                <c:pt idx="533">
                  <c:v>1.114</c:v>
                </c:pt>
                <c:pt idx="534">
                  <c:v>1.114</c:v>
                </c:pt>
                <c:pt idx="535">
                  <c:v>1.432</c:v>
                </c:pt>
                <c:pt idx="536">
                  <c:v>1.027</c:v>
                </c:pt>
                <c:pt idx="537">
                  <c:v>1.543</c:v>
                </c:pt>
                <c:pt idx="538">
                  <c:v>2.076</c:v>
                </c:pt>
                <c:pt idx="539">
                  <c:v>1.781</c:v>
                </c:pt>
                <c:pt idx="540">
                  <c:v>4.819</c:v>
                </c:pt>
                <c:pt idx="541">
                  <c:v>2.023</c:v>
                </c:pt>
                <c:pt idx="542">
                  <c:v>1.118</c:v>
                </c:pt>
                <c:pt idx="543">
                  <c:v>0.987</c:v>
                </c:pt>
                <c:pt idx="544">
                  <c:v>1.136</c:v>
                </c:pt>
                <c:pt idx="545">
                  <c:v>1.003</c:v>
                </c:pt>
                <c:pt idx="546">
                  <c:v>1.202</c:v>
                </c:pt>
                <c:pt idx="547">
                  <c:v>1.127</c:v>
                </c:pt>
                <c:pt idx="548">
                  <c:v>1.672</c:v>
                </c:pt>
                <c:pt idx="549">
                  <c:v>1.458</c:v>
                </c:pt>
                <c:pt idx="550">
                  <c:v>1.031</c:v>
                </c:pt>
                <c:pt idx="551">
                  <c:v>1.959</c:v>
                </c:pt>
                <c:pt idx="552">
                  <c:v>1.19</c:v>
                </c:pt>
                <c:pt idx="553">
                  <c:v>0.95</c:v>
                </c:pt>
                <c:pt idx="554">
                  <c:v>0.755</c:v>
                </c:pt>
                <c:pt idx="555">
                  <c:v>0.925</c:v>
                </c:pt>
                <c:pt idx="556">
                  <c:v>2.711</c:v>
                </c:pt>
                <c:pt idx="557">
                  <c:v>0.672</c:v>
                </c:pt>
                <c:pt idx="558">
                  <c:v>1.099</c:v>
                </c:pt>
                <c:pt idx="559">
                  <c:v>0.62</c:v>
                </c:pt>
                <c:pt idx="560">
                  <c:v>0.604</c:v>
                </c:pt>
                <c:pt idx="561">
                  <c:v>0.733</c:v>
                </c:pt>
                <c:pt idx="562">
                  <c:v>0.777</c:v>
                </c:pt>
                <c:pt idx="563">
                  <c:v>1</c:v>
                </c:pt>
                <c:pt idx="564">
                  <c:v>1.443</c:v>
                </c:pt>
                <c:pt idx="565">
                  <c:v>2.125</c:v>
                </c:pt>
                <c:pt idx="566">
                  <c:v>1.095</c:v>
                </c:pt>
                <c:pt idx="567">
                  <c:v>1.41</c:v>
                </c:pt>
                <c:pt idx="568">
                  <c:v>1.51</c:v>
                </c:pt>
                <c:pt idx="569">
                  <c:v>0.867</c:v>
                </c:pt>
                <c:pt idx="570">
                  <c:v>0.911</c:v>
                </c:pt>
                <c:pt idx="571">
                  <c:v>0.878</c:v>
                </c:pt>
                <c:pt idx="572">
                  <c:v>0.524</c:v>
                </c:pt>
                <c:pt idx="573">
                  <c:v>0.953</c:v>
                </c:pt>
                <c:pt idx="574">
                  <c:v>0.921</c:v>
                </c:pt>
                <c:pt idx="575">
                  <c:v>1.157</c:v>
                </c:pt>
                <c:pt idx="576">
                  <c:v>1.163</c:v>
                </c:pt>
                <c:pt idx="577">
                  <c:v>0.95</c:v>
                </c:pt>
                <c:pt idx="578">
                  <c:v>2.709</c:v>
                </c:pt>
                <c:pt idx="579">
                  <c:v>0.799</c:v>
                </c:pt>
                <c:pt idx="580">
                  <c:v>0.938</c:v>
                </c:pt>
                <c:pt idx="581">
                  <c:v>1.153</c:v>
                </c:pt>
                <c:pt idx="582">
                  <c:v>1.084</c:v>
                </c:pt>
                <c:pt idx="583">
                  <c:v>0.959</c:v>
                </c:pt>
                <c:pt idx="584">
                  <c:v>0.961</c:v>
                </c:pt>
                <c:pt idx="585">
                  <c:v>0.847</c:v>
                </c:pt>
                <c:pt idx="586">
                  <c:v>1.225</c:v>
                </c:pt>
                <c:pt idx="587">
                  <c:v>0.997</c:v>
                </c:pt>
                <c:pt idx="588">
                  <c:v>0.964</c:v>
                </c:pt>
                <c:pt idx="589">
                  <c:v>1.151</c:v>
                </c:pt>
                <c:pt idx="590">
                  <c:v>2.111</c:v>
                </c:pt>
                <c:pt idx="591">
                  <c:v>2.341</c:v>
                </c:pt>
                <c:pt idx="592">
                  <c:v>3.583</c:v>
                </c:pt>
                <c:pt idx="593">
                  <c:v>0.809</c:v>
                </c:pt>
                <c:pt idx="594">
                  <c:v>1.28</c:v>
                </c:pt>
                <c:pt idx="595">
                  <c:v>1.462</c:v>
                </c:pt>
                <c:pt idx="596">
                  <c:v>1.847</c:v>
                </c:pt>
                <c:pt idx="597">
                  <c:v>1.463</c:v>
                </c:pt>
                <c:pt idx="598">
                  <c:v>1.19</c:v>
                </c:pt>
                <c:pt idx="599">
                  <c:v>2.868</c:v>
                </c:pt>
                <c:pt idx="600">
                  <c:v>2.08</c:v>
                </c:pt>
                <c:pt idx="601">
                  <c:v>2.134</c:v>
                </c:pt>
                <c:pt idx="602">
                  <c:v>1.761</c:v>
                </c:pt>
                <c:pt idx="603">
                  <c:v>1.14</c:v>
                </c:pt>
                <c:pt idx="604">
                  <c:v>1.357</c:v>
                </c:pt>
                <c:pt idx="605">
                  <c:v>2.474</c:v>
                </c:pt>
                <c:pt idx="606">
                  <c:v>1.659</c:v>
                </c:pt>
                <c:pt idx="607">
                  <c:v>0.993</c:v>
                </c:pt>
                <c:pt idx="608">
                  <c:v>1.375</c:v>
                </c:pt>
                <c:pt idx="609">
                  <c:v>1.099</c:v>
                </c:pt>
                <c:pt idx="610">
                  <c:v>1.885</c:v>
                </c:pt>
                <c:pt idx="611">
                  <c:v>1.588</c:v>
                </c:pt>
                <c:pt idx="612">
                  <c:v>1.108</c:v>
                </c:pt>
                <c:pt idx="613">
                  <c:v>1.026</c:v>
                </c:pt>
                <c:pt idx="614">
                  <c:v>0.915</c:v>
                </c:pt>
                <c:pt idx="615">
                  <c:v>1.236</c:v>
                </c:pt>
                <c:pt idx="616">
                  <c:v>1.01</c:v>
                </c:pt>
                <c:pt idx="617">
                  <c:v>1.14</c:v>
                </c:pt>
                <c:pt idx="618">
                  <c:v>0.993</c:v>
                </c:pt>
                <c:pt idx="619">
                  <c:v>1.242</c:v>
                </c:pt>
                <c:pt idx="620">
                  <c:v>0.803</c:v>
                </c:pt>
                <c:pt idx="621">
                  <c:v>0.898</c:v>
                </c:pt>
                <c:pt idx="622">
                  <c:v>1.458</c:v>
                </c:pt>
                <c:pt idx="623">
                  <c:v>2.17</c:v>
                </c:pt>
                <c:pt idx="624">
                  <c:v>1.348</c:v>
                </c:pt>
                <c:pt idx="625">
                  <c:v>0.699</c:v>
                </c:pt>
                <c:pt idx="626">
                  <c:v>0.717</c:v>
                </c:pt>
                <c:pt idx="627">
                  <c:v>0.96</c:v>
                </c:pt>
                <c:pt idx="628">
                  <c:v>1.096</c:v>
                </c:pt>
                <c:pt idx="629">
                  <c:v>1.221</c:v>
                </c:pt>
                <c:pt idx="630">
                  <c:v>0.876</c:v>
                </c:pt>
                <c:pt idx="631">
                  <c:v>0.765</c:v>
                </c:pt>
                <c:pt idx="632">
                  <c:v>1.216</c:v>
                </c:pt>
                <c:pt idx="633">
                  <c:v>1.648</c:v>
                </c:pt>
                <c:pt idx="634">
                  <c:v>0.644</c:v>
                </c:pt>
                <c:pt idx="635">
                  <c:v>0.783</c:v>
                </c:pt>
                <c:pt idx="636">
                  <c:v>1.043</c:v>
                </c:pt>
                <c:pt idx="637">
                  <c:v>1.246</c:v>
                </c:pt>
                <c:pt idx="638">
                  <c:v>0.818</c:v>
                </c:pt>
                <c:pt idx="639">
                  <c:v>0.586</c:v>
                </c:pt>
                <c:pt idx="640">
                  <c:v>1.189</c:v>
                </c:pt>
                <c:pt idx="641">
                  <c:v>0.833</c:v>
                </c:pt>
                <c:pt idx="642">
                  <c:v>1.237</c:v>
                </c:pt>
                <c:pt idx="643">
                  <c:v>0.927</c:v>
                </c:pt>
                <c:pt idx="644">
                  <c:v>1.299</c:v>
                </c:pt>
                <c:pt idx="645">
                  <c:v>1.72</c:v>
                </c:pt>
                <c:pt idx="646">
                  <c:v>1.982</c:v>
                </c:pt>
                <c:pt idx="647">
                  <c:v>0.669</c:v>
                </c:pt>
                <c:pt idx="648">
                  <c:v>0.523</c:v>
                </c:pt>
                <c:pt idx="649">
                  <c:v>0.788</c:v>
                </c:pt>
                <c:pt idx="650">
                  <c:v>0.882</c:v>
                </c:pt>
                <c:pt idx="651">
                  <c:v>0.675</c:v>
                </c:pt>
                <c:pt idx="652">
                  <c:v>1.486</c:v>
                </c:pt>
                <c:pt idx="653">
                  <c:v>0.725</c:v>
                </c:pt>
                <c:pt idx="654">
                  <c:v>0.858</c:v>
                </c:pt>
                <c:pt idx="655">
                  <c:v>0.579</c:v>
                </c:pt>
                <c:pt idx="656">
                  <c:v>0.521</c:v>
                </c:pt>
                <c:pt idx="657">
                  <c:v>0.475</c:v>
                </c:pt>
                <c:pt idx="658">
                  <c:v>1.362</c:v>
                </c:pt>
                <c:pt idx="659">
                  <c:v>1.034</c:v>
                </c:pt>
                <c:pt idx="660">
                  <c:v>1.078</c:v>
                </c:pt>
                <c:pt idx="661">
                  <c:v>0.903</c:v>
                </c:pt>
                <c:pt idx="662">
                  <c:v>1.111</c:v>
                </c:pt>
                <c:pt idx="663">
                  <c:v>2.05</c:v>
                </c:pt>
                <c:pt idx="664">
                  <c:v>1.365</c:v>
                </c:pt>
                <c:pt idx="665">
                  <c:v>0.917</c:v>
                </c:pt>
                <c:pt idx="666">
                  <c:v>0.722</c:v>
                </c:pt>
                <c:pt idx="667">
                  <c:v>0.966</c:v>
                </c:pt>
                <c:pt idx="668">
                  <c:v>1.248</c:v>
                </c:pt>
                <c:pt idx="669">
                  <c:v>1.112</c:v>
                </c:pt>
                <c:pt idx="670">
                  <c:v>1.039</c:v>
                </c:pt>
                <c:pt idx="671">
                  <c:v>1.686</c:v>
                </c:pt>
                <c:pt idx="672">
                  <c:v>3.241</c:v>
                </c:pt>
                <c:pt idx="673">
                  <c:v>1.453</c:v>
                </c:pt>
                <c:pt idx="674">
                  <c:v>0.888</c:v>
                </c:pt>
                <c:pt idx="675">
                  <c:v>1.539</c:v>
                </c:pt>
                <c:pt idx="676">
                  <c:v>0.87</c:v>
                </c:pt>
                <c:pt idx="677">
                  <c:v>1.59</c:v>
                </c:pt>
                <c:pt idx="678">
                  <c:v>1.878</c:v>
                </c:pt>
                <c:pt idx="679">
                  <c:v>1.985</c:v>
                </c:pt>
                <c:pt idx="680">
                  <c:v>1.762</c:v>
                </c:pt>
                <c:pt idx="681">
                  <c:v>2.136</c:v>
                </c:pt>
                <c:pt idx="682">
                  <c:v>1.086</c:v>
                </c:pt>
                <c:pt idx="683">
                  <c:v>0.755</c:v>
                </c:pt>
                <c:pt idx="684">
                  <c:v>1.355</c:v>
                </c:pt>
                <c:pt idx="685">
                  <c:v>1.212</c:v>
                </c:pt>
                <c:pt idx="686">
                  <c:v>2.165</c:v>
                </c:pt>
                <c:pt idx="687">
                  <c:v>0.697</c:v>
                </c:pt>
                <c:pt idx="688">
                  <c:v>0.706</c:v>
                </c:pt>
                <c:pt idx="689">
                  <c:v>1.069</c:v>
                </c:pt>
                <c:pt idx="690">
                  <c:v>0.959</c:v>
                </c:pt>
                <c:pt idx="691">
                  <c:v>0.505</c:v>
                </c:pt>
                <c:pt idx="692">
                  <c:v>0.693</c:v>
                </c:pt>
                <c:pt idx="693">
                  <c:v>0.706</c:v>
                </c:pt>
                <c:pt idx="694">
                  <c:v>1.471</c:v>
                </c:pt>
                <c:pt idx="695">
                  <c:v>1.37</c:v>
                </c:pt>
                <c:pt idx="696">
                  <c:v>0.779</c:v>
                </c:pt>
                <c:pt idx="697">
                  <c:v>1.049</c:v>
                </c:pt>
                <c:pt idx="698">
                  <c:v>0.769</c:v>
                </c:pt>
                <c:pt idx="699">
                  <c:v>1.421</c:v>
                </c:pt>
                <c:pt idx="700">
                  <c:v>0.846</c:v>
                </c:pt>
                <c:pt idx="701">
                  <c:v>0.695</c:v>
                </c:pt>
                <c:pt idx="702">
                  <c:v>1.078</c:v>
                </c:pt>
                <c:pt idx="703">
                  <c:v>1.515</c:v>
                </c:pt>
                <c:pt idx="704">
                  <c:v>0.976</c:v>
                </c:pt>
                <c:pt idx="705">
                  <c:v>0.938</c:v>
                </c:pt>
                <c:pt idx="706">
                  <c:v>0.826</c:v>
                </c:pt>
                <c:pt idx="707">
                  <c:v>1.044</c:v>
                </c:pt>
                <c:pt idx="708">
                  <c:v>0.539</c:v>
                </c:pt>
                <c:pt idx="709">
                  <c:v>0.318</c:v>
                </c:pt>
                <c:pt idx="710">
                  <c:v>0.378</c:v>
                </c:pt>
                <c:pt idx="711">
                  <c:v>0.507</c:v>
                </c:pt>
                <c:pt idx="712">
                  <c:v>0.549</c:v>
                </c:pt>
                <c:pt idx="713">
                  <c:v>0.324</c:v>
                </c:pt>
                <c:pt idx="714">
                  <c:v>0.324</c:v>
                </c:pt>
                <c:pt idx="715">
                  <c:v>1.043</c:v>
                </c:pt>
                <c:pt idx="716">
                  <c:v>0.705</c:v>
                </c:pt>
                <c:pt idx="717">
                  <c:v>1.037</c:v>
                </c:pt>
                <c:pt idx="718">
                  <c:v>0.609</c:v>
                </c:pt>
                <c:pt idx="719">
                  <c:v>0.472</c:v>
                </c:pt>
                <c:pt idx="720">
                  <c:v>0.755</c:v>
                </c:pt>
                <c:pt idx="721">
                  <c:v>0.658</c:v>
                </c:pt>
                <c:pt idx="722">
                  <c:v>1.026</c:v>
                </c:pt>
                <c:pt idx="723">
                  <c:v>0.626</c:v>
                </c:pt>
                <c:pt idx="724">
                  <c:v>0.827</c:v>
                </c:pt>
                <c:pt idx="725">
                  <c:v>0.715</c:v>
                </c:pt>
                <c:pt idx="726">
                  <c:v>0.959</c:v>
                </c:pt>
                <c:pt idx="727">
                  <c:v>1.589</c:v>
                </c:pt>
                <c:pt idx="728">
                  <c:v>1.639</c:v>
                </c:pt>
                <c:pt idx="729">
                  <c:v>0.793</c:v>
                </c:pt>
                <c:pt idx="730">
                  <c:v>0.539</c:v>
                </c:pt>
                <c:pt idx="731">
                  <c:v>1.608</c:v>
                </c:pt>
                <c:pt idx="732">
                  <c:v>2.524</c:v>
                </c:pt>
                <c:pt idx="733">
                  <c:v>1.025</c:v>
                </c:pt>
                <c:pt idx="734">
                  <c:v>0.958</c:v>
                </c:pt>
                <c:pt idx="735">
                  <c:v>1.592</c:v>
                </c:pt>
                <c:pt idx="736">
                  <c:v>1.427</c:v>
                </c:pt>
                <c:pt idx="737">
                  <c:v>1.366</c:v>
                </c:pt>
                <c:pt idx="738">
                  <c:v>2.039</c:v>
                </c:pt>
                <c:pt idx="739">
                  <c:v>2.222</c:v>
                </c:pt>
                <c:pt idx="740">
                  <c:v>1.539</c:v>
                </c:pt>
                <c:pt idx="741">
                  <c:v>1.198</c:v>
                </c:pt>
                <c:pt idx="742">
                  <c:v>1.043</c:v>
                </c:pt>
                <c:pt idx="743">
                  <c:v>1.058</c:v>
                </c:pt>
                <c:pt idx="744">
                  <c:v>1.391</c:v>
                </c:pt>
                <c:pt idx="745">
                  <c:v>2.376</c:v>
                </c:pt>
                <c:pt idx="746">
                  <c:v>1.624</c:v>
                </c:pt>
                <c:pt idx="747">
                  <c:v>0.995</c:v>
                </c:pt>
                <c:pt idx="748">
                  <c:v>1.342</c:v>
                </c:pt>
                <c:pt idx="749">
                  <c:v>1.468</c:v>
                </c:pt>
                <c:pt idx="750">
                  <c:v>0.949</c:v>
                </c:pt>
                <c:pt idx="751">
                  <c:v>2.103</c:v>
                </c:pt>
                <c:pt idx="752">
                  <c:v>2.431</c:v>
                </c:pt>
                <c:pt idx="753">
                  <c:v>2.086</c:v>
                </c:pt>
                <c:pt idx="754">
                  <c:v>1.799</c:v>
                </c:pt>
                <c:pt idx="755">
                  <c:v>2.813</c:v>
                </c:pt>
                <c:pt idx="756">
                  <c:v>1.81</c:v>
                </c:pt>
                <c:pt idx="757">
                  <c:v>1.414</c:v>
                </c:pt>
                <c:pt idx="758">
                  <c:v>6.48</c:v>
                </c:pt>
                <c:pt idx="759">
                  <c:v>2.529</c:v>
                </c:pt>
                <c:pt idx="760">
                  <c:v>2.496</c:v>
                </c:pt>
                <c:pt idx="761">
                  <c:v>1.696</c:v>
                </c:pt>
                <c:pt idx="762">
                  <c:v>1.52</c:v>
                </c:pt>
                <c:pt idx="763">
                  <c:v>2.189</c:v>
                </c:pt>
                <c:pt idx="764">
                  <c:v>1.28</c:v>
                </c:pt>
                <c:pt idx="765">
                  <c:v>1.749</c:v>
                </c:pt>
                <c:pt idx="766">
                  <c:v>1.505</c:v>
                </c:pt>
                <c:pt idx="767">
                  <c:v>2.905</c:v>
                </c:pt>
                <c:pt idx="768">
                  <c:v>2.522</c:v>
                </c:pt>
                <c:pt idx="769">
                  <c:v>2.634</c:v>
                </c:pt>
                <c:pt idx="770">
                  <c:v>1.972</c:v>
                </c:pt>
                <c:pt idx="771">
                  <c:v>1.396</c:v>
                </c:pt>
                <c:pt idx="772">
                  <c:v>1.241</c:v>
                </c:pt>
                <c:pt idx="773">
                  <c:v>1.092</c:v>
                </c:pt>
                <c:pt idx="774">
                  <c:v>1.288</c:v>
                </c:pt>
                <c:pt idx="775">
                  <c:v>1.91</c:v>
                </c:pt>
                <c:pt idx="776">
                  <c:v>1.023</c:v>
                </c:pt>
                <c:pt idx="777">
                  <c:v>0.848</c:v>
                </c:pt>
                <c:pt idx="778">
                  <c:v>2.255</c:v>
                </c:pt>
                <c:pt idx="779">
                  <c:v>1.142</c:v>
                </c:pt>
                <c:pt idx="780">
                  <c:v>1.184</c:v>
                </c:pt>
                <c:pt idx="781">
                  <c:v>2.667</c:v>
                </c:pt>
                <c:pt idx="782">
                  <c:v>1.428</c:v>
                </c:pt>
                <c:pt idx="783">
                  <c:v>2.454</c:v>
                </c:pt>
                <c:pt idx="784">
                  <c:v>1.673</c:v>
                </c:pt>
                <c:pt idx="785">
                  <c:v>2.009</c:v>
                </c:pt>
                <c:pt idx="786">
                  <c:v>1.786</c:v>
                </c:pt>
                <c:pt idx="787">
                  <c:v>3.108</c:v>
                </c:pt>
                <c:pt idx="788">
                  <c:v>3.317</c:v>
                </c:pt>
                <c:pt idx="789">
                  <c:v>1.136</c:v>
                </c:pt>
                <c:pt idx="790">
                  <c:v>2.346</c:v>
                </c:pt>
                <c:pt idx="791">
                  <c:v>1.159</c:v>
                </c:pt>
                <c:pt idx="792">
                  <c:v>1.232</c:v>
                </c:pt>
                <c:pt idx="793">
                  <c:v>1.139</c:v>
                </c:pt>
                <c:pt idx="794">
                  <c:v>1.32</c:v>
                </c:pt>
                <c:pt idx="795">
                  <c:v>0.912</c:v>
                </c:pt>
                <c:pt idx="796">
                  <c:v>0.872</c:v>
                </c:pt>
                <c:pt idx="797">
                  <c:v>0.895</c:v>
                </c:pt>
                <c:pt idx="798">
                  <c:v>0.78</c:v>
                </c:pt>
                <c:pt idx="799">
                  <c:v>0.923</c:v>
                </c:pt>
                <c:pt idx="800">
                  <c:v>2.308</c:v>
                </c:pt>
                <c:pt idx="801">
                  <c:v>1.434</c:v>
                </c:pt>
                <c:pt idx="802">
                  <c:v>2.038</c:v>
                </c:pt>
                <c:pt idx="803">
                  <c:v>1.902</c:v>
                </c:pt>
                <c:pt idx="804">
                  <c:v>2.003</c:v>
                </c:pt>
                <c:pt idx="805">
                  <c:v>1.333</c:v>
                </c:pt>
                <c:pt idx="806">
                  <c:v>1.634</c:v>
                </c:pt>
                <c:pt idx="807">
                  <c:v>1.513</c:v>
                </c:pt>
                <c:pt idx="808">
                  <c:v>1.625</c:v>
                </c:pt>
                <c:pt idx="809">
                  <c:v>2.063</c:v>
                </c:pt>
                <c:pt idx="810">
                  <c:v>1.691</c:v>
                </c:pt>
                <c:pt idx="811">
                  <c:v>2.848</c:v>
                </c:pt>
                <c:pt idx="812">
                  <c:v>2.2</c:v>
                </c:pt>
                <c:pt idx="813">
                  <c:v>2.531</c:v>
                </c:pt>
                <c:pt idx="814">
                  <c:v>1.536</c:v>
                </c:pt>
                <c:pt idx="815">
                  <c:v>2.112</c:v>
                </c:pt>
                <c:pt idx="816">
                  <c:v>1.69</c:v>
                </c:pt>
                <c:pt idx="817">
                  <c:v>1.815</c:v>
                </c:pt>
                <c:pt idx="818">
                  <c:v>2.078</c:v>
                </c:pt>
                <c:pt idx="819">
                  <c:v>1.624</c:v>
                </c:pt>
                <c:pt idx="820">
                  <c:v>1.568</c:v>
                </c:pt>
                <c:pt idx="821">
                  <c:v>1.553</c:v>
                </c:pt>
                <c:pt idx="822">
                  <c:v>1.036</c:v>
                </c:pt>
                <c:pt idx="823">
                  <c:v>1.228</c:v>
                </c:pt>
                <c:pt idx="824">
                  <c:v>1.512</c:v>
                </c:pt>
                <c:pt idx="825">
                  <c:v>1.313</c:v>
                </c:pt>
                <c:pt idx="826">
                  <c:v>0.675</c:v>
                </c:pt>
                <c:pt idx="827">
                  <c:v>0.922</c:v>
                </c:pt>
                <c:pt idx="828">
                  <c:v>1.144</c:v>
                </c:pt>
                <c:pt idx="829">
                  <c:v>4.363</c:v>
                </c:pt>
                <c:pt idx="830">
                  <c:v>2.751</c:v>
                </c:pt>
                <c:pt idx="831">
                  <c:v>2.858</c:v>
                </c:pt>
                <c:pt idx="832">
                  <c:v>1.57</c:v>
                </c:pt>
                <c:pt idx="833">
                  <c:v>4.659</c:v>
                </c:pt>
                <c:pt idx="834">
                  <c:v>1.09</c:v>
                </c:pt>
                <c:pt idx="835">
                  <c:v>2.323</c:v>
                </c:pt>
                <c:pt idx="836">
                  <c:v>1.866</c:v>
                </c:pt>
                <c:pt idx="837">
                  <c:v>0.967</c:v>
                </c:pt>
                <c:pt idx="838">
                  <c:v>1.305</c:v>
                </c:pt>
                <c:pt idx="839">
                  <c:v>1.822</c:v>
                </c:pt>
                <c:pt idx="840">
                  <c:v>1.266</c:v>
                </c:pt>
                <c:pt idx="841">
                  <c:v>0.982</c:v>
                </c:pt>
                <c:pt idx="842">
                  <c:v>6.108</c:v>
                </c:pt>
                <c:pt idx="843">
                  <c:v>1.809</c:v>
                </c:pt>
                <c:pt idx="844">
                  <c:v>1.327</c:v>
                </c:pt>
                <c:pt idx="845">
                  <c:v>1.276</c:v>
                </c:pt>
                <c:pt idx="846">
                  <c:v>1.566</c:v>
                </c:pt>
                <c:pt idx="847">
                  <c:v>1.63</c:v>
                </c:pt>
                <c:pt idx="848">
                  <c:v>2.071</c:v>
                </c:pt>
                <c:pt idx="849">
                  <c:v>6.577</c:v>
                </c:pt>
              </c:numCache>
            </c:numRef>
          </c:val>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gapWidth val="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B8C4D6"/>
                </a:solidFill>
                <a:latin typeface="+mn-lt"/>
              </a:defRPr>
            </a:pPr>
            <a:endParaRPr lang="en-US"/>
          </a:p>
        </c:txPr>
        <c:crossAx val="2094734552"/>
        <c:crosses val="autoZero"/>
        <c:auto val="1"/>
        <c:lblAlgn val="ctr"/>
        <c:noMultiLvlLbl val="1"/>
        <c:tickLblSkip val="300"/>
      </c:catAx>
      <c:valAx>
        <c:axId val="2094734552"/>
        <c:scaling>
          <c:orientation val="minMax"/>
        </c:scaling>
        <c:delete val="0"/>
        <c:axPos val="l"/>
        <c:majorGridlines>
          <c:spPr>
            <a:ln w="9525" cap="flat">
              <a:solidFill>
                <a:srgbClr val="2A3550"/>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B8C4D6"/>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mn-lt"/>
              </a:defRPr>
            </a:pPr>
            <a:r>
              <a:rPr sz="1200" b="0" i="0" u="none" strike="noStrike">
                <a:solidFill>
                  <a:srgbClr val="FFFFFF"/>
                </a:solidFill>
                <a:latin typeface="+mn-lt"/>
              </a:rPr>
              <a:t>RSI 14 with 70 / 30 bands</a:t>
            </a:r>
          </a:p>
        </c:rich>
      </c:tx>
      <c:layout/>
      <c:overlay val="0"/>
    </c:title>
    <c:autoTitleDeleted val="0"/>
    <c:plotArea>
      <c:layout>
        <c:manualLayout>
          <c:layoutTarget val="inner"/>
          <c:xMode val="edge"/>
          <c:yMode val="edge"/>
          <c:x val="0.13"/>
          <c:y val="0.2"/>
          <c:w val="0.83"/>
          <c:h val="0.62"/>
        </c:manualLayout>
      </c:layout>
      <c:lineChart>
        <c:varyColors val="0"/>
        <c:ser>
          <c:idx val="0"/>
          <c:order val="0"/>
          <c:tx>
            <c:strRef>
              <c:f>Sheet1!$B$1</c:f>
              <c:strCache>
                <c:ptCount val="1"/>
                <c:pt idx="0">
                  <c:v>RSI 14</c:v>
                </c:pt>
              </c:strCache>
            </c:strRef>
          </c:tx>
          <c:spPr>
            <a:solidFill>
              <a:srgbClr val="8B7CF6"/>
            </a:solidFill>
            <a:ln w="12700" cap="flat">
              <a:solidFill>
                <a:srgbClr val="8B7CF6"/>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8B7CF6"/>
              </a:solidFill>
              <a:ln w="9525" cap="flat">
                <a:solidFill>
                  <a:srgbClr val="8B7CF6"/>
                </a:solidFill>
                <a:prstDash val="solid"/>
                <a:round/>
              </a:ln>
              <a:effectLst/>
            </c:spPr>
          </c:marker>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Sheet1!$B$2:$B$851</c:f>
              <c:numCache>
                <c:formatCode>General</c:formatCode>
                <c:ptCount val="850"/>
                <c:pt idx="0">
                  <c:v>46.8</c:v>
                </c:pt>
                <c:pt idx="1">
                  <c:v>51.5</c:v>
                </c:pt>
                <c:pt idx="2">
                  <c:v>52.8</c:v>
                </c:pt>
                <c:pt idx="3">
                  <c:v>53.4</c:v>
                </c:pt>
                <c:pt idx="4">
                  <c:v>55.6</c:v>
                </c:pt>
                <c:pt idx="5">
                  <c:v>57.9</c:v>
                </c:pt>
                <c:pt idx="6">
                  <c:v>56.4</c:v>
                </c:pt>
                <c:pt idx="7">
                  <c:v>54</c:v>
                </c:pt>
                <c:pt idx="8">
                  <c:v>63</c:v>
                </c:pt>
                <c:pt idx="9">
                  <c:v>62.3</c:v>
                </c:pt>
                <c:pt idx="10">
                  <c:v>66.2</c:v>
                </c:pt>
                <c:pt idx="11">
                  <c:v>65.7</c:v>
                </c:pt>
                <c:pt idx="12">
                  <c:v>68.6</c:v>
                </c:pt>
                <c:pt idx="13">
                  <c:v>69.1</c:v>
                </c:pt>
                <c:pt idx="14">
                  <c:v>77.3</c:v>
                </c:pt>
                <c:pt idx="15">
                  <c:v>77.4</c:v>
                </c:pt>
                <c:pt idx="16">
                  <c:v>77.2</c:v>
                </c:pt>
                <c:pt idx="17">
                  <c:v>73.8</c:v>
                </c:pt>
                <c:pt idx="18">
                  <c:v>68.9</c:v>
                </c:pt>
                <c:pt idx="19">
                  <c:v>71.8</c:v>
                </c:pt>
                <c:pt idx="20">
                  <c:v>67.7</c:v>
                </c:pt>
                <c:pt idx="21">
                  <c:v>70</c:v>
                </c:pt>
                <c:pt idx="22">
                  <c:v>65.7</c:v>
                </c:pt>
                <c:pt idx="23">
                  <c:v>65.8</c:v>
                </c:pt>
                <c:pt idx="24">
                  <c:v>60.1</c:v>
                </c:pt>
                <c:pt idx="25">
                  <c:v>55.7</c:v>
                </c:pt>
                <c:pt idx="26">
                  <c:v>59.5</c:v>
                </c:pt>
                <c:pt idx="27">
                  <c:v>57.4</c:v>
                </c:pt>
                <c:pt idx="28">
                  <c:v>58</c:v>
                </c:pt>
                <c:pt idx="29">
                  <c:v>60.6</c:v>
                </c:pt>
                <c:pt idx="30">
                  <c:v>64.9</c:v>
                </c:pt>
                <c:pt idx="31">
                  <c:v>56.5</c:v>
                </c:pt>
                <c:pt idx="32">
                  <c:v>57.9</c:v>
                </c:pt>
                <c:pt idx="33">
                  <c:v>66</c:v>
                </c:pt>
                <c:pt idx="34">
                  <c:v>67.4</c:v>
                </c:pt>
                <c:pt idx="35">
                  <c:v>70.2</c:v>
                </c:pt>
                <c:pt idx="36">
                  <c:v>64.1</c:v>
                </c:pt>
                <c:pt idx="37">
                  <c:v>59.3</c:v>
                </c:pt>
                <c:pt idx="38">
                  <c:v>58.5</c:v>
                </c:pt>
                <c:pt idx="39">
                  <c:v>46.8</c:v>
                </c:pt>
                <c:pt idx="40">
                  <c:v>46.1</c:v>
                </c:pt>
                <c:pt idx="41">
                  <c:v>46.1</c:v>
                </c:pt>
                <c:pt idx="42">
                  <c:v>43.1</c:v>
                </c:pt>
                <c:pt idx="43">
                  <c:v>46.9</c:v>
                </c:pt>
                <c:pt idx="44">
                  <c:v>51.4</c:v>
                </c:pt>
                <c:pt idx="45">
                  <c:v>61.1</c:v>
                </c:pt>
                <c:pt idx="46">
                  <c:v>62.3</c:v>
                </c:pt>
                <c:pt idx="47">
                  <c:v>60.7</c:v>
                </c:pt>
                <c:pt idx="48">
                  <c:v>57.6</c:v>
                </c:pt>
                <c:pt idx="49">
                  <c:v>62.5</c:v>
                </c:pt>
                <c:pt idx="50">
                  <c:v>57.8</c:v>
                </c:pt>
                <c:pt idx="51">
                  <c:v>55.4</c:v>
                </c:pt>
                <c:pt idx="52">
                  <c:v>53.2</c:v>
                </c:pt>
                <c:pt idx="53">
                  <c:v>65.6</c:v>
                </c:pt>
                <c:pt idx="54">
                  <c:v>69</c:v>
                </c:pt>
                <c:pt idx="55">
                  <c:v>70.5</c:v>
                </c:pt>
                <c:pt idx="56">
                  <c:v>72.3</c:v>
                </c:pt>
                <c:pt idx="57">
                  <c:v>72.5</c:v>
                </c:pt>
                <c:pt idx="58">
                  <c:v>56.3</c:v>
                </c:pt>
                <c:pt idx="59">
                  <c:v>63.1</c:v>
                </c:pt>
                <c:pt idx="60">
                  <c:v>63.1</c:v>
                </c:pt>
                <c:pt idx="61">
                  <c:v>70.1</c:v>
                </c:pt>
                <c:pt idx="62">
                  <c:v>70.3</c:v>
                </c:pt>
                <c:pt idx="63">
                  <c:v>68.1</c:v>
                </c:pt>
                <c:pt idx="64">
                  <c:v>63</c:v>
                </c:pt>
                <c:pt idx="65">
                  <c:v>55</c:v>
                </c:pt>
                <c:pt idx="66">
                  <c:v>53.2</c:v>
                </c:pt>
                <c:pt idx="67">
                  <c:v>51.3</c:v>
                </c:pt>
                <c:pt idx="68">
                  <c:v>52.2</c:v>
                </c:pt>
                <c:pt idx="69">
                  <c:v>51.8</c:v>
                </c:pt>
                <c:pt idx="70">
                  <c:v>50.8</c:v>
                </c:pt>
                <c:pt idx="71">
                  <c:v>53.3</c:v>
                </c:pt>
                <c:pt idx="72">
                  <c:v>51.3</c:v>
                </c:pt>
                <c:pt idx="73">
                  <c:v>51.3</c:v>
                </c:pt>
                <c:pt idx="74">
                  <c:v>54.4</c:v>
                </c:pt>
                <c:pt idx="75">
                  <c:v>51.4</c:v>
                </c:pt>
                <c:pt idx="76">
                  <c:v>56.7</c:v>
                </c:pt>
                <c:pt idx="77">
                  <c:v>59.5</c:v>
                </c:pt>
                <c:pt idx="78">
                  <c:v>61.3</c:v>
                </c:pt>
                <c:pt idx="79">
                  <c:v>68</c:v>
                </c:pt>
                <c:pt idx="80">
                  <c:v>68.2</c:v>
                </c:pt>
                <c:pt idx="81">
                  <c:v>73</c:v>
                </c:pt>
                <c:pt idx="82">
                  <c:v>66</c:v>
                </c:pt>
                <c:pt idx="83">
                  <c:v>67.7</c:v>
                </c:pt>
                <c:pt idx="84">
                  <c:v>62.4</c:v>
                </c:pt>
                <c:pt idx="85">
                  <c:v>64</c:v>
                </c:pt>
                <c:pt idx="86">
                  <c:v>65.2</c:v>
                </c:pt>
                <c:pt idx="87">
                  <c:v>65.9</c:v>
                </c:pt>
                <c:pt idx="88">
                  <c:v>59.7</c:v>
                </c:pt>
                <c:pt idx="89">
                  <c:v>63.8</c:v>
                </c:pt>
                <c:pt idx="90">
                  <c:v>63.3</c:v>
                </c:pt>
                <c:pt idx="91">
                  <c:v>62.2</c:v>
                </c:pt>
                <c:pt idx="92">
                  <c:v>53.9</c:v>
                </c:pt>
                <c:pt idx="93">
                  <c:v>61.3</c:v>
                </c:pt>
                <c:pt idx="94">
                  <c:v>63.4</c:v>
                </c:pt>
                <c:pt idx="95">
                  <c:v>60.8</c:v>
                </c:pt>
                <c:pt idx="96">
                  <c:v>59.3</c:v>
                </c:pt>
                <c:pt idx="97">
                  <c:v>62.7</c:v>
                </c:pt>
                <c:pt idx="98">
                  <c:v>58.1</c:v>
                </c:pt>
                <c:pt idx="99">
                  <c:v>59</c:v>
                </c:pt>
                <c:pt idx="100">
                  <c:v>57.1</c:v>
                </c:pt>
                <c:pt idx="101">
                  <c:v>52.7</c:v>
                </c:pt>
                <c:pt idx="102">
                  <c:v>53.6</c:v>
                </c:pt>
                <c:pt idx="103">
                  <c:v>41.1</c:v>
                </c:pt>
                <c:pt idx="104">
                  <c:v>40</c:v>
                </c:pt>
                <c:pt idx="105">
                  <c:v>38.5</c:v>
                </c:pt>
                <c:pt idx="106">
                  <c:v>35.3</c:v>
                </c:pt>
                <c:pt idx="107">
                  <c:v>32.9</c:v>
                </c:pt>
                <c:pt idx="108">
                  <c:v>26.7</c:v>
                </c:pt>
                <c:pt idx="109">
                  <c:v>29.6</c:v>
                </c:pt>
                <c:pt idx="110">
                  <c:v>28</c:v>
                </c:pt>
                <c:pt idx="111">
                  <c:v>27.7</c:v>
                </c:pt>
                <c:pt idx="112">
                  <c:v>28.2</c:v>
                </c:pt>
                <c:pt idx="113">
                  <c:v>33.9</c:v>
                </c:pt>
                <c:pt idx="114">
                  <c:v>33.8</c:v>
                </c:pt>
                <c:pt idx="115">
                  <c:v>31.3</c:v>
                </c:pt>
                <c:pt idx="116">
                  <c:v>34.9</c:v>
                </c:pt>
                <c:pt idx="117">
                  <c:v>35.7</c:v>
                </c:pt>
                <c:pt idx="118">
                  <c:v>39</c:v>
                </c:pt>
                <c:pt idx="119">
                  <c:v>38.5</c:v>
                </c:pt>
                <c:pt idx="120">
                  <c:v>37.9</c:v>
                </c:pt>
                <c:pt idx="121">
                  <c:v>43.6</c:v>
                </c:pt>
                <c:pt idx="122">
                  <c:v>44.4</c:v>
                </c:pt>
                <c:pt idx="123">
                  <c:v>41.4</c:v>
                </c:pt>
                <c:pt idx="124">
                  <c:v>47.6</c:v>
                </c:pt>
                <c:pt idx="125">
                  <c:v>47.8</c:v>
                </c:pt>
                <c:pt idx="126">
                  <c:v>50.6</c:v>
                </c:pt>
                <c:pt idx="127">
                  <c:v>50.6</c:v>
                </c:pt>
                <c:pt idx="128">
                  <c:v>52.5</c:v>
                </c:pt>
                <c:pt idx="129">
                  <c:v>47.4</c:v>
                </c:pt>
                <c:pt idx="130">
                  <c:v>49.1</c:v>
                </c:pt>
                <c:pt idx="131">
                  <c:v>34.7</c:v>
                </c:pt>
                <c:pt idx="132">
                  <c:v>37.4</c:v>
                </c:pt>
                <c:pt idx="133">
                  <c:v>42.9</c:v>
                </c:pt>
                <c:pt idx="134">
                  <c:v>39.2</c:v>
                </c:pt>
                <c:pt idx="135">
                  <c:v>31.6</c:v>
                </c:pt>
                <c:pt idx="136">
                  <c:v>31.4</c:v>
                </c:pt>
                <c:pt idx="137">
                  <c:v>29</c:v>
                </c:pt>
                <c:pt idx="138">
                  <c:v>32.3</c:v>
                </c:pt>
                <c:pt idx="139">
                  <c:v>31.3</c:v>
                </c:pt>
                <c:pt idx="140">
                  <c:v>30.5</c:v>
                </c:pt>
                <c:pt idx="141">
                  <c:v>41.5</c:v>
                </c:pt>
                <c:pt idx="142">
                  <c:v>35.1</c:v>
                </c:pt>
                <c:pt idx="143">
                  <c:v>36.2</c:v>
                </c:pt>
                <c:pt idx="144">
                  <c:v>33.4</c:v>
                </c:pt>
                <c:pt idx="145">
                  <c:v>32.9</c:v>
                </c:pt>
                <c:pt idx="146">
                  <c:v>31.1</c:v>
                </c:pt>
                <c:pt idx="147">
                  <c:v>34.3</c:v>
                </c:pt>
                <c:pt idx="148">
                  <c:v>32.4</c:v>
                </c:pt>
                <c:pt idx="149">
                  <c:v>37.2</c:v>
                </c:pt>
                <c:pt idx="150">
                  <c:v>38.6</c:v>
                </c:pt>
                <c:pt idx="151">
                  <c:v>47.5</c:v>
                </c:pt>
                <c:pt idx="152">
                  <c:v>48</c:v>
                </c:pt>
                <c:pt idx="153">
                  <c:v>44.9</c:v>
                </c:pt>
                <c:pt idx="154">
                  <c:v>40.4</c:v>
                </c:pt>
                <c:pt idx="155">
                  <c:v>41.5</c:v>
                </c:pt>
                <c:pt idx="156">
                  <c:v>35.5</c:v>
                </c:pt>
                <c:pt idx="157">
                  <c:v>44.5</c:v>
                </c:pt>
                <c:pt idx="158">
                  <c:v>38</c:v>
                </c:pt>
                <c:pt idx="159">
                  <c:v>38.2</c:v>
                </c:pt>
                <c:pt idx="160">
                  <c:v>29.7</c:v>
                </c:pt>
                <c:pt idx="161">
                  <c:v>35.4</c:v>
                </c:pt>
                <c:pt idx="162">
                  <c:v>36.6</c:v>
                </c:pt>
                <c:pt idx="163">
                  <c:v>32.9</c:v>
                </c:pt>
                <c:pt idx="164">
                  <c:v>40.9</c:v>
                </c:pt>
                <c:pt idx="165">
                  <c:v>40.3</c:v>
                </c:pt>
                <c:pt idx="166">
                  <c:v>45.8</c:v>
                </c:pt>
                <c:pt idx="167">
                  <c:v>43.8</c:v>
                </c:pt>
                <c:pt idx="168">
                  <c:v>49</c:v>
                </c:pt>
                <c:pt idx="169">
                  <c:v>42.7</c:v>
                </c:pt>
                <c:pt idx="170">
                  <c:v>40.2</c:v>
                </c:pt>
                <c:pt idx="171">
                  <c:v>41.2</c:v>
                </c:pt>
                <c:pt idx="172">
                  <c:v>39.6</c:v>
                </c:pt>
                <c:pt idx="173">
                  <c:v>37.8</c:v>
                </c:pt>
                <c:pt idx="174">
                  <c:v>41.2</c:v>
                </c:pt>
                <c:pt idx="175">
                  <c:v>39.3</c:v>
                </c:pt>
                <c:pt idx="176">
                  <c:v>37.3</c:v>
                </c:pt>
                <c:pt idx="177">
                  <c:v>36.1</c:v>
                </c:pt>
                <c:pt idx="178">
                  <c:v>34.6</c:v>
                </c:pt>
                <c:pt idx="179">
                  <c:v>31.8</c:v>
                </c:pt>
                <c:pt idx="180">
                  <c:v>36.8</c:v>
                </c:pt>
                <c:pt idx="181">
                  <c:v>35.4</c:v>
                </c:pt>
                <c:pt idx="182">
                  <c:v>41.3</c:v>
                </c:pt>
                <c:pt idx="183">
                  <c:v>40.5</c:v>
                </c:pt>
                <c:pt idx="184">
                  <c:v>40.2</c:v>
                </c:pt>
                <c:pt idx="185">
                  <c:v>38.3</c:v>
                </c:pt>
                <c:pt idx="186">
                  <c:v>35.1</c:v>
                </c:pt>
                <c:pt idx="187">
                  <c:v>32.9</c:v>
                </c:pt>
                <c:pt idx="188">
                  <c:v>34.2</c:v>
                </c:pt>
                <c:pt idx="189">
                  <c:v>32.3</c:v>
                </c:pt>
                <c:pt idx="190">
                  <c:v>31.5</c:v>
                </c:pt>
                <c:pt idx="191">
                  <c:v>30.2</c:v>
                </c:pt>
                <c:pt idx="192">
                  <c:v>26.9</c:v>
                </c:pt>
                <c:pt idx="193">
                  <c:v>31.8</c:v>
                </c:pt>
                <c:pt idx="194">
                  <c:v>33.1</c:v>
                </c:pt>
                <c:pt idx="195">
                  <c:v>28.2</c:v>
                </c:pt>
                <c:pt idx="196">
                  <c:v>26.1</c:v>
                </c:pt>
                <c:pt idx="197">
                  <c:v>34.8</c:v>
                </c:pt>
                <c:pt idx="198">
                  <c:v>30.3</c:v>
                </c:pt>
                <c:pt idx="199">
                  <c:v>37.8</c:v>
                </c:pt>
                <c:pt idx="200">
                  <c:v>46.2</c:v>
                </c:pt>
                <c:pt idx="201">
                  <c:v>42.8</c:v>
                </c:pt>
                <c:pt idx="202">
                  <c:v>49.7</c:v>
                </c:pt>
                <c:pt idx="203">
                  <c:v>58.3</c:v>
                </c:pt>
                <c:pt idx="204">
                  <c:v>66.8</c:v>
                </c:pt>
                <c:pt idx="205">
                  <c:v>64.5</c:v>
                </c:pt>
                <c:pt idx="206">
                  <c:v>64.8</c:v>
                </c:pt>
                <c:pt idx="207">
                  <c:v>60.2</c:v>
                </c:pt>
                <c:pt idx="208">
                  <c:v>57.6</c:v>
                </c:pt>
                <c:pt idx="209">
                  <c:v>57.5</c:v>
                </c:pt>
                <c:pt idx="210">
                  <c:v>50.3</c:v>
                </c:pt>
                <c:pt idx="211">
                  <c:v>50.2</c:v>
                </c:pt>
                <c:pt idx="212">
                  <c:v>48.1</c:v>
                </c:pt>
                <c:pt idx="213">
                  <c:v>45.4</c:v>
                </c:pt>
                <c:pt idx="214">
                  <c:v>44.1</c:v>
                </c:pt>
                <c:pt idx="215">
                  <c:v>44.9</c:v>
                </c:pt>
                <c:pt idx="216">
                  <c:v>47.7</c:v>
                </c:pt>
                <c:pt idx="217">
                  <c:v>45.9</c:v>
                </c:pt>
                <c:pt idx="218">
                  <c:v>45</c:v>
                </c:pt>
                <c:pt idx="219">
                  <c:v>44.5</c:v>
                </c:pt>
                <c:pt idx="220">
                  <c:v>43</c:v>
                </c:pt>
                <c:pt idx="221">
                  <c:v>42.3</c:v>
                </c:pt>
                <c:pt idx="222">
                  <c:v>54</c:v>
                </c:pt>
                <c:pt idx="223">
                  <c:v>54.7</c:v>
                </c:pt>
                <c:pt idx="224">
                  <c:v>52.5</c:v>
                </c:pt>
                <c:pt idx="225">
                  <c:v>57.9</c:v>
                </c:pt>
                <c:pt idx="226">
                  <c:v>63.4</c:v>
                </c:pt>
                <c:pt idx="227">
                  <c:v>60.4</c:v>
                </c:pt>
                <c:pt idx="228">
                  <c:v>67.8</c:v>
                </c:pt>
                <c:pt idx="229">
                  <c:v>68.9</c:v>
                </c:pt>
                <c:pt idx="230">
                  <c:v>63.7</c:v>
                </c:pt>
                <c:pt idx="231">
                  <c:v>59</c:v>
                </c:pt>
                <c:pt idx="232">
                  <c:v>60</c:v>
                </c:pt>
                <c:pt idx="233">
                  <c:v>57.4</c:v>
                </c:pt>
                <c:pt idx="234">
                  <c:v>55.3</c:v>
                </c:pt>
                <c:pt idx="235">
                  <c:v>56.9</c:v>
                </c:pt>
                <c:pt idx="236">
                  <c:v>59.3</c:v>
                </c:pt>
                <c:pt idx="237">
                  <c:v>54.9</c:v>
                </c:pt>
                <c:pt idx="238">
                  <c:v>64.5</c:v>
                </c:pt>
                <c:pt idx="239">
                  <c:v>67.2</c:v>
                </c:pt>
                <c:pt idx="240">
                  <c:v>70</c:v>
                </c:pt>
                <c:pt idx="241">
                  <c:v>61.2</c:v>
                </c:pt>
                <c:pt idx="242">
                  <c:v>64.2</c:v>
                </c:pt>
                <c:pt idx="243">
                  <c:v>60.7</c:v>
                </c:pt>
                <c:pt idx="244">
                  <c:v>61</c:v>
                </c:pt>
                <c:pt idx="245">
                  <c:v>56.2</c:v>
                </c:pt>
                <c:pt idx="246">
                  <c:v>62.3</c:v>
                </c:pt>
                <c:pt idx="247">
                  <c:v>63.7</c:v>
                </c:pt>
                <c:pt idx="248">
                  <c:v>61.1</c:v>
                </c:pt>
                <c:pt idx="249">
                  <c:v>53.6</c:v>
                </c:pt>
                <c:pt idx="250">
                  <c:v>53.2</c:v>
                </c:pt>
                <c:pt idx="251">
                  <c:v>56.8</c:v>
                </c:pt>
                <c:pt idx="252">
                  <c:v>52.9</c:v>
                </c:pt>
                <c:pt idx="253">
                  <c:v>58</c:v>
                </c:pt>
                <c:pt idx="254">
                  <c:v>53.4</c:v>
                </c:pt>
                <c:pt idx="255">
                  <c:v>57.1</c:v>
                </c:pt>
                <c:pt idx="256">
                  <c:v>56.4</c:v>
                </c:pt>
                <c:pt idx="257">
                  <c:v>58.2</c:v>
                </c:pt>
                <c:pt idx="258">
                  <c:v>51.8</c:v>
                </c:pt>
                <c:pt idx="259">
                  <c:v>60.6</c:v>
                </c:pt>
                <c:pt idx="260">
                  <c:v>61.3</c:v>
                </c:pt>
                <c:pt idx="261">
                  <c:v>62.9</c:v>
                </c:pt>
                <c:pt idx="262">
                  <c:v>50.5</c:v>
                </c:pt>
                <c:pt idx="263">
                  <c:v>55.3</c:v>
                </c:pt>
                <c:pt idx="264">
                  <c:v>58.2</c:v>
                </c:pt>
                <c:pt idx="265">
                  <c:v>64.9</c:v>
                </c:pt>
                <c:pt idx="266">
                  <c:v>61.7</c:v>
                </c:pt>
                <c:pt idx="267">
                  <c:v>61.9</c:v>
                </c:pt>
                <c:pt idx="268">
                  <c:v>63.4</c:v>
                </c:pt>
                <c:pt idx="269">
                  <c:v>63.3</c:v>
                </c:pt>
                <c:pt idx="270">
                  <c:v>64.7</c:v>
                </c:pt>
                <c:pt idx="271">
                  <c:v>58.6</c:v>
                </c:pt>
                <c:pt idx="272">
                  <c:v>60.9</c:v>
                </c:pt>
                <c:pt idx="273">
                  <c:v>68.6</c:v>
                </c:pt>
                <c:pt idx="274">
                  <c:v>67.6</c:v>
                </c:pt>
                <c:pt idx="275">
                  <c:v>71.7</c:v>
                </c:pt>
                <c:pt idx="276">
                  <c:v>73.9</c:v>
                </c:pt>
                <c:pt idx="277">
                  <c:v>75.5</c:v>
                </c:pt>
                <c:pt idx="278">
                  <c:v>67.3</c:v>
                </c:pt>
                <c:pt idx="279">
                  <c:v>60.2</c:v>
                </c:pt>
                <c:pt idx="280">
                  <c:v>62.1</c:v>
                </c:pt>
                <c:pt idx="281">
                  <c:v>66.5</c:v>
                </c:pt>
                <c:pt idx="282">
                  <c:v>65.1</c:v>
                </c:pt>
                <c:pt idx="283">
                  <c:v>69.1</c:v>
                </c:pt>
                <c:pt idx="284">
                  <c:v>74.2</c:v>
                </c:pt>
                <c:pt idx="285">
                  <c:v>78.1</c:v>
                </c:pt>
                <c:pt idx="286">
                  <c:v>78.3</c:v>
                </c:pt>
                <c:pt idx="287">
                  <c:v>78.4</c:v>
                </c:pt>
                <c:pt idx="288">
                  <c:v>77.5</c:v>
                </c:pt>
                <c:pt idx="289">
                  <c:v>79.3</c:v>
                </c:pt>
                <c:pt idx="290">
                  <c:v>81.1</c:v>
                </c:pt>
                <c:pt idx="291">
                  <c:v>74.7</c:v>
                </c:pt>
                <c:pt idx="292">
                  <c:v>67.7</c:v>
                </c:pt>
                <c:pt idx="293">
                  <c:v>69.2</c:v>
                </c:pt>
                <c:pt idx="294">
                  <c:v>70.5</c:v>
                </c:pt>
                <c:pt idx="295">
                  <c:v>60.4</c:v>
                </c:pt>
                <c:pt idx="296">
                  <c:v>52.4</c:v>
                </c:pt>
                <c:pt idx="297">
                  <c:v>51.3</c:v>
                </c:pt>
                <c:pt idx="298">
                  <c:v>50.7</c:v>
                </c:pt>
                <c:pt idx="299">
                  <c:v>54</c:v>
                </c:pt>
                <c:pt idx="300">
                  <c:v>51</c:v>
                </c:pt>
                <c:pt idx="301">
                  <c:v>60.6</c:v>
                </c:pt>
                <c:pt idx="302">
                  <c:v>57.7</c:v>
                </c:pt>
                <c:pt idx="303">
                  <c:v>61.2</c:v>
                </c:pt>
                <c:pt idx="304">
                  <c:v>65</c:v>
                </c:pt>
                <c:pt idx="305">
                  <c:v>70</c:v>
                </c:pt>
                <c:pt idx="306">
                  <c:v>62.6</c:v>
                </c:pt>
                <c:pt idx="307">
                  <c:v>63.9</c:v>
                </c:pt>
                <c:pt idx="308">
                  <c:v>50.1</c:v>
                </c:pt>
                <c:pt idx="309">
                  <c:v>50.8</c:v>
                </c:pt>
                <c:pt idx="310">
                  <c:v>49.6</c:v>
                </c:pt>
                <c:pt idx="311">
                  <c:v>51.8</c:v>
                </c:pt>
                <c:pt idx="312">
                  <c:v>52.6</c:v>
                </c:pt>
                <c:pt idx="313">
                  <c:v>58.3</c:v>
                </c:pt>
                <c:pt idx="314">
                  <c:v>58.4</c:v>
                </c:pt>
                <c:pt idx="315">
                  <c:v>63.3</c:v>
                </c:pt>
                <c:pt idx="316">
                  <c:v>70.8</c:v>
                </c:pt>
                <c:pt idx="317">
                  <c:v>65.9</c:v>
                </c:pt>
                <c:pt idx="318">
                  <c:v>67.2</c:v>
                </c:pt>
                <c:pt idx="319">
                  <c:v>60.7</c:v>
                </c:pt>
                <c:pt idx="320">
                  <c:v>60.7</c:v>
                </c:pt>
                <c:pt idx="321">
                  <c:v>61.6</c:v>
                </c:pt>
                <c:pt idx="322">
                  <c:v>57.1</c:v>
                </c:pt>
                <c:pt idx="323">
                  <c:v>62.4</c:v>
                </c:pt>
                <c:pt idx="324">
                  <c:v>58</c:v>
                </c:pt>
                <c:pt idx="325">
                  <c:v>60.1</c:v>
                </c:pt>
                <c:pt idx="326">
                  <c:v>55.9</c:v>
                </c:pt>
                <c:pt idx="327">
                  <c:v>56.3</c:v>
                </c:pt>
                <c:pt idx="328">
                  <c:v>58</c:v>
                </c:pt>
                <c:pt idx="329">
                  <c:v>61.2</c:v>
                </c:pt>
                <c:pt idx="330">
                  <c:v>57</c:v>
                </c:pt>
                <c:pt idx="331">
                  <c:v>52.5</c:v>
                </c:pt>
                <c:pt idx="332">
                  <c:v>44</c:v>
                </c:pt>
                <c:pt idx="333">
                  <c:v>46.4</c:v>
                </c:pt>
                <c:pt idx="334">
                  <c:v>43.8</c:v>
                </c:pt>
                <c:pt idx="335">
                  <c:v>42</c:v>
                </c:pt>
                <c:pt idx="336">
                  <c:v>44.7</c:v>
                </c:pt>
                <c:pt idx="337">
                  <c:v>49.4</c:v>
                </c:pt>
                <c:pt idx="338">
                  <c:v>50.6</c:v>
                </c:pt>
                <c:pt idx="339">
                  <c:v>46.3</c:v>
                </c:pt>
                <c:pt idx="340">
                  <c:v>47.8</c:v>
                </c:pt>
                <c:pt idx="341">
                  <c:v>48.8</c:v>
                </c:pt>
                <c:pt idx="342">
                  <c:v>48.2</c:v>
                </c:pt>
                <c:pt idx="343">
                  <c:v>49.3</c:v>
                </c:pt>
                <c:pt idx="344">
                  <c:v>49.2</c:v>
                </c:pt>
                <c:pt idx="345">
                  <c:v>47.9</c:v>
                </c:pt>
                <c:pt idx="346">
                  <c:v>48.6</c:v>
                </c:pt>
                <c:pt idx="347">
                  <c:v>48.3</c:v>
                </c:pt>
                <c:pt idx="348">
                  <c:v>50.3</c:v>
                </c:pt>
                <c:pt idx="349">
                  <c:v>56.8</c:v>
                </c:pt>
                <c:pt idx="350">
                  <c:v>56.1</c:v>
                </c:pt>
                <c:pt idx="351">
                  <c:v>43.2</c:v>
                </c:pt>
                <c:pt idx="352">
                  <c:v>41.6</c:v>
                </c:pt>
                <c:pt idx="353">
                  <c:v>39.8</c:v>
                </c:pt>
                <c:pt idx="354">
                  <c:v>31.7</c:v>
                </c:pt>
                <c:pt idx="355">
                  <c:v>34.7</c:v>
                </c:pt>
                <c:pt idx="356">
                  <c:v>33.1</c:v>
                </c:pt>
                <c:pt idx="357">
                  <c:v>31.3</c:v>
                </c:pt>
                <c:pt idx="358">
                  <c:v>35.6</c:v>
                </c:pt>
                <c:pt idx="359">
                  <c:v>33.9</c:v>
                </c:pt>
                <c:pt idx="360">
                  <c:v>33.1</c:v>
                </c:pt>
                <c:pt idx="361">
                  <c:v>34.5</c:v>
                </c:pt>
                <c:pt idx="362">
                  <c:v>32.2</c:v>
                </c:pt>
                <c:pt idx="363">
                  <c:v>36.4</c:v>
                </c:pt>
                <c:pt idx="364">
                  <c:v>33.3</c:v>
                </c:pt>
                <c:pt idx="365">
                  <c:v>38</c:v>
                </c:pt>
                <c:pt idx="366">
                  <c:v>41</c:v>
                </c:pt>
                <c:pt idx="367">
                  <c:v>39.4</c:v>
                </c:pt>
                <c:pt idx="368">
                  <c:v>36.9</c:v>
                </c:pt>
                <c:pt idx="369">
                  <c:v>46</c:v>
                </c:pt>
                <c:pt idx="370">
                  <c:v>43.2</c:v>
                </c:pt>
                <c:pt idx="371">
                  <c:v>43.4</c:v>
                </c:pt>
                <c:pt idx="372">
                  <c:v>39.7</c:v>
                </c:pt>
                <c:pt idx="373">
                  <c:v>41.3</c:v>
                </c:pt>
                <c:pt idx="374">
                  <c:v>43.3</c:v>
                </c:pt>
                <c:pt idx="375">
                  <c:v>46.9</c:v>
                </c:pt>
                <c:pt idx="376">
                  <c:v>46.1</c:v>
                </c:pt>
                <c:pt idx="377">
                  <c:v>49.7</c:v>
                </c:pt>
                <c:pt idx="378">
                  <c:v>43.5</c:v>
                </c:pt>
                <c:pt idx="379">
                  <c:v>47.5</c:v>
                </c:pt>
                <c:pt idx="380">
                  <c:v>40.8</c:v>
                </c:pt>
                <c:pt idx="381">
                  <c:v>38.1</c:v>
                </c:pt>
                <c:pt idx="382">
                  <c:v>34.5</c:v>
                </c:pt>
                <c:pt idx="383">
                  <c:v>31.3</c:v>
                </c:pt>
                <c:pt idx="384">
                  <c:v>31.9</c:v>
                </c:pt>
                <c:pt idx="385">
                  <c:v>26.1</c:v>
                </c:pt>
                <c:pt idx="386">
                  <c:v>24.8</c:v>
                </c:pt>
                <c:pt idx="387">
                  <c:v>26.3</c:v>
                </c:pt>
                <c:pt idx="388">
                  <c:v>22.5</c:v>
                </c:pt>
                <c:pt idx="389">
                  <c:v>23</c:v>
                </c:pt>
                <c:pt idx="390">
                  <c:v>24.4</c:v>
                </c:pt>
                <c:pt idx="391">
                  <c:v>22.4</c:v>
                </c:pt>
                <c:pt idx="392">
                  <c:v>24.8</c:v>
                </c:pt>
                <c:pt idx="393">
                  <c:v>25.1</c:v>
                </c:pt>
                <c:pt idx="394">
                  <c:v>28</c:v>
                </c:pt>
                <c:pt idx="395">
                  <c:v>34.5</c:v>
                </c:pt>
                <c:pt idx="396">
                  <c:v>33.1</c:v>
                </c:pt>
                <c:pt idx="397">
                  <c:v>35.3</c:v>
                </c:pt>
                <c:pt idx="398">
                  <c:v>45.8</c:v>
                </c:pt>
                <c:pt idx="399">
                  <c:v>42.7</c:v>
                </c:pt>
                <c:pt idx="400">
                  <c:v>43.5</c:v>
                </c:pt>
                <c:pt idx="401">
                  <c:v>41</c:v>
                </c:pt>
                <c:pt idx="402">
                  <c:v>37.5</c:v>
                </c:pt>
                <c:pt idx="403">
                  <c:v>43.5</c:v>
                </c:pt>
                <c:pt idx="404">
                  <c:v>35.4</c:v>
                </c:pt>
                <c:pt idx="405">
                  <c:v>35.4</c:v>
                </c:pt>
                <c:pt idx="406">
                  <c:v>41.7</c:v>
                </c:pt>
                <c:pt idx="407">
                  <c:v>38.8</c:v>
                </c:pt>
                <c:pt idx="408">
                  <c:v>32.1</c:v>
                </c:pt>
                <c:pt idx="409">
                  <c:v>30.2</c:v>
                </c:pt>
                <c:pt idx="410">
                  <c:v>28.7</c:v>
                </c:pt>
                <c:pt idx="411">
                  <c:v>26.9</c:v>
                </c:pt>
                <c:pt idx="412">
                  <c:v>22.5</c:v>
                </c:pt>
                <c:pt idx="413">
                  <c:v>25.8</c:v>
                </c:pt>
                <c:pt idx="414">
                  <c:v>23.5</c:v>
                </c:pt>
                <c:pt idx="415">
                  <c:v>25</c:v>
                </c:pt>
                <c:pt idx="416">
                  <c:v>23.4</c:v>
                </c:pt>
                <c:pt idx="417">
                  <c:v>23.6</c:v>
                </c:pt>
                <c:pt idx="418">
                  <c:v>30.2</c:v>
                </c:pt>
                <c:pt idx="419">
                  <c:v>31.3</c:v>
                </c:pt>
                <c:pt idx="420">
                  <c:v>28.4</c:v>
                </c:pt>
                <c:pt idx="421">
                  <c:v>26.2</c:v>
                </c:pt>
                <c:pt idx="422">
                  <c:v>21.5</c:v>
                </c:pt>
                <c:pt idx="423">
                  <c:v>20</c:v>
                </c:pt>
                <c:pt idx="424">
                  <c:v>25</c:v>
                </c:pt>
                <c:pt idx="425">
                  <c:v>28.7</c:v>
                </c:pt>
                <c:pt idx="426">
                  <c:v>27.2</c:v>
                </c:pt>
                <c:pt idx="427">
                  <c:v>29.9</c:v>
                </c:pt>
                <c:pt idx="428">
                  <c:v>32.6</c:v>
                </c:pt>
                <c:pt idx="429">
                  <c:v>37.3</c:v>
                </c:pt>
                <c:pt idx="430">
                  <c:v>36.7</c:v>
                </c:pt>
                <c:pt idx="431">
                  <c:v>34.5</c:v>
                </c:pt>
                <c:pt idx="432">
                  <c:v>28.2</c:v>
                </c:pt>
                <c:pt idx="433">
                  <c:v>27.2</c:v>
                </c:pt>
                <c:pt idx="434">
                  <c:v>25.3</c:v>
                </c:pt>
                <c:pt idx="435">
                  <c:v>24.1</c:v>
                </c:pt>
                <c:pt idx="436">
                  <c:v>32.6</c:v>
                </c:pt>
                <c:pt idx="437">
                  <c:v>32.1</c:v>
                </c:pt>
                <c:pt idx="438">
                  <c:v>31.6</c:v>
                </c:pt>
                <c:pt idx="439">
                  <c:v>28.3</c:v>
                </c:pt>
                <c:pt idx="440">
                  <c:v>19</c:v>
                </c:pt>
                <c:pt idx="441">
                  <c:v>35.2</c:v>
                </c:pt>
                <c:pt idx="442">
                  <c:v>39.6</c:v>
                </c:pt>
                <c:pt idx="443">
                  <c:v>39.5</c:v>
                </c:pt>
                <c:pt idx="444">
                  <c:v>43.2</c:v>
                </c:pt>
                <c:pt idx="445">
                  <c:v>39.9</c:v>
                </c:pt>
                <c:pt idx="446">
                  <c:v>39</c:v>
                </c:pt>
                <c:pt idx="447">
                  <c:v>40.7</c:v>
                </c:pt>
                <c:pt idx="448">
                  <c:v>37.9</c:v>
                </c:pt>
                <c:pt idx="449">
                  <c:v>37.9</c:v>
                </c:pt>
                <c:pt idx="450">
                  <c:v>36.7</c:v>
                </c:pt>
                <c:pt idx="451">
                  <c:v>48.1</c:v>
                </c:pt>
                <c:pt idx="452">
                  <c:v>44.4</c:v>
                </c:pt>
                <c:pt idx="453">
                  <c:v>45.9</c:v>
                </c:pt>
                <c:pt idx="454">
                  <c:v>48.5</c:v>
                </c:pt>
                <c:pt idx="455">
                  <c:v>50.2</c:v>
                </c:pt>
                <c:pt idx="456">
                  <c:v>52.4</c:v>
                </c:pt>
                <c:pt idx="457">
                  <c:v>52</c:v>
                </c:pt>
                <c:pt idx="458">
                  <c:v>53.7</c:v>
                </c:pt>
                <c:pt idx="459">
                  <c:v>52.9</c:v>
                </c:pt>
                <c:pt idx="460">
                  <c:v>53.5</c:v>
                </c:pt>
                <c:pt idx="461">
                  <c:v>60.9</c:v>
                </c:pt>
                <c:pt idx="462">
                  <c:v>57.7</c:v>
                </c:pt>
                <c:pt idx="463">
                  <c:v>55.6</c:v>
                </c:pt>
                <c:pt idx="464">
                  <c:v>60.3</c:v>
                </c:pt>
                <c:pt idx="465">
                  <c:v>53.4</c:v>
                </c:pt>
                <c:pt idx="466">
                  <c:v>59.1</c:v>
                </c:pt>
                <c:pt idx="467">
                  <c:v>57.7</c:v>
                </c:pt>
                <c:pt idx="468">
                  <c:v>61.7</c:v>
                </c:pt>
                <c:pt idx="469">
                  <c:v>57.8</c:v>
                </c:pt>
                <c:pt idx="470">
                  <c:v>54.6</c:v>
                </c:pt>
                <c:pt idx="471">
                  <c:v>49.9</c:v>
                </c:pt>
                <c:pt idx="472">
                  <c:v>46.8</c:v>
                </c:pt>
                <c:pt idx="473">
                  <c:v>48.7</c:v>
                </c:pt>
                <c:pt idx="474">
                  <c:v>46.9</c:v>
                </c:pt>
                <c:pt idx="475">
                  <c:v>50.1</c:v>
                </c:pt>
                <c:pt idx="476">
                  <c:v>44.1</c:v>
                </c:pt>
                <c:pt idx="477">
                  <c:v>42.5</c:v>
                </c:pt>
                <c:pt idx="478">
                  <c:v>39.8</c:v>
                </c:pt>
                <c:pt idx="479">
                  <c:v>41.9</c:v>
                </c:pt>
                <c:pt idx="480">
                  <c:v>38.5</c:v>
                </c:pt>
                <c:pt idx="481">
                  <c:v>36.6</c:v>
                </c:pt>
                <c:pt idx="482">
                  <c:v>38.5</c:v>
                </c:pt>
                <c:pt idx="483">
                  <c:v>38.3</c:v>
                </c:pt>
                <c:pt idx="484">
                  <c:v>35.8</c:v>
                </c:pt>
                <c:pt idx="485">
                  <c:v>48.9</c:v>
                </c:pt>
                <c:pt idx="486">
                  <c:v>52.5</c:v>
                </c:pt>
                <c:pt idx="487">
                  <c:v>57.4</c:v>
                </c:pt>
                <c:pt idx="488">
                  <c:v>60.9</c:v>
                </c:pt>
                <c:pt idx="489">
                  <c:v>51.4</c:v>
                </c:pt>
                <c:pt idx="490">
                  <c:v>52.8</c:v>
                </c:pt>
                <c:pt idx="491">
                  <c:v>53.6</c:v>
                </c:pt>
                <c:pt idx="492">
                  <c:v>59.3</c:v>
                </c:pt>
                <c:pt idx="493">
                  <c:v>56.5</c:v>
                </c:pt>
                <c:pt idx="494">
                  <c:v>54.6</c:v>
                </c:pt>
                <c:pt idx="495">
                  <c:v>58.8</c:v>
                </c:pt>
                <c:pt idx="496">
                  <c:v>56.4</c:v>
                </c:pt>
                <c:pt idx="497">
                  <c:v>58.3</c:v>
                </c:pt>
                <c:pt idx="498">
                  <c:v>65.9</c:v>
                </c:pt>
                <c:pt idx="499">
                  <c:v>59.5</c:v>
                </c:pt>
                <c:pt idx="500">
                  <c:v>62.5</c:v>
                </c:pt>
                <c:pt idx="501">
                  <c:v>58.9</c:v>
                </c:pt>
                <c:pt idx="502">
                  <c:v>63.5</c:v>
                </c:pt>
                <c:pt idx="503">
                  <c:v>62.2</c:v>
                </c:pt>
                <c:pt idx="504">
                  <c:v>68.5</c:v>
                </c:pt>
                <c:pt idx="505">
                  <c:v>69.2</c:v>
                </c:pt>
                <c:pt idx="506">
                  <c:v>53</c:v>
                </c:pt>
                <c:pt idx="507">
                  <c:v>49.2</c:v>
                </c:pt>
                <c:pt idx="508">
                  <c:v>46.7</c:v>
                </c:pt>
                <c:pt idx="509">
                  <c:v>49.8</c:v>
                </c:pt>
                <c:pt idx="510">
                  <c:v>41.8</c:v>
                </c:pt>
                <c:pt idx="511">
                  <c:v>39.9</c:v>
                </c:pt>
                <c:pt idx="512">
                  <c:v>39.9</c:v>
                </c:pt>
                <c:pt idx="513">
                  <c:v>43.2</c:v>
                </c:pt>
                <c:pt idx="514">
                  <c:v>39.1</c:v>
                </c:pt>
                <c:pt idx="515">
                  <c:v>54</c:v>
                </c:pt>
                <c:pt idx="516">
                  <c:v>46.8</c:v>
                </c:pt>
                <c:pt idx="517">
                  <c:v>51.6</c:v>
                </c:pt>
                <c:pt idx="518">
                  <c:v>45.5</c:v>
                </c:pt>
                <c:pt idx="519">
                  <c:v>46.9</c:v>
                </c:pt>
                <c:pt idx="520">
                  <c:v>47.9</c:v>
                </c:pt>
                <c:pt idx="521">
                  <c:v>51.8</c:v>
                </c:pt>
                <c:pt idx="522">
                  <c:v>55.4</c:v>
                </c:pt>
                <c:pt idx="523">
                  <c:v>53.4</c:v>
                </c:pt>
                <c:pt idx="524">
                  <c:v>52</c:v>
                </c:pt>
                <c:pt idx="525">
                  <c:v>52</c:v>
                </c:pt>
                <c:pt idx="526">
                  <c:v>63.7</c:v>
                </c:pt>
                <c:pt idx="527">
                  <c:v>62.3</c:v>
                </c:pt>
                <c:pt idx="528">
                  <c:v>67.8</c:v>
                </c:pt>
                <c:pt idx="529">
                  <c:v>63.8</c:v>
                </c:pt>
                <c:pt idx="530">
                  <c:v>64.6</c:v>
                </c:pt>
                <c:pt idx="531">
                  <c:v>60.4</c:v>
                </c:pt>
                <c:pt idx="532">
                  <c:v>63.9</c:v>
                </c:pt>
                <c:pt idx="533">
                  <c:v>65.1</c:v>
                </c:pt>
                <c:pt idx="534">
                  <c:v>66.6</c:v>
                </c:pt>
                <c:pt idx="535">
                  <c:v>61</c:v>
                </c:pt>
                <c:pt idx="536">
                  <c:v>62.1</c:v>
                </c:pt>
                <c:pt idx="537">
                  <c:v>66.7</c:v>
                </c:pt>
                <c:pt idx="538">
                  <c:v>71.2</c:v>
                </c:pt>
                <c:pt idx="539">
                  <c:v>74.6</c:v>
                </c:pt>
                <c:pt idx="540">
                  <c:v>59.6</c:v>
                </c:pt>
                <c:pt idx="541">
                  <c:v>63</c:v>
                </c:pt>
                <c:pt idx="542">
                  <c:v>60.8</c:v>
                </c:pt>
                <c:pt idx="543">
                  <c:v>57.4</c:v>
                </c:pt>
                <c:pt idx="544">
                  <c:v>57</c:v>
                </c:pt>
                <c:pt idx="545">
                  <c:v>57.6</c:v>
                </c:pt>
                <c:pt idx="546">
                  <c:v>59</c:v>
                </c:pt>
                <c:pt idx="547">
                  <c:v>58.2</c:v>
                </c:pt>
                <c:pt idx="548">
                  <c:v>62.6</c:v>
                </c:pt>
                <c:pt idx="549">
                  <c:v>58.3</c:v>
                </c:pt>
                <c:pt idx="550">
                  <c:v>56</c:v>
                </c:pt>
                <c:pt idx="551">
                  <c:v>47.7</c:v>
                </c:pt>
                <c:pt idx="552">
                  <c:v>47.3</c:v>
                </c:pt>
                <c:pt idx="553">
                  <c:v>45.5</c:v>
                </c:pt>
                <c:pt idx="554">
                  <c:v>45.4</c:v>
                </c:pt>
                <c:pt idx="555">
                  <c:v>47.5</c:v>
                </c:pt>
                <c:pt idx="556">
                  <c:v>57.4</c:v>
                </c:pt>
                <c:pt idx="557">
                  <c:v>57.5</c:v>
                </c:pt>
                <c:pt idx="558">
                  <c:v>62.1</c:v>
                </c:pt>
                <c:pt idx="559">
                  <c:v>58.2</c:v>
                </c:pt>
                <c:pt idx="560">
                  <c:v>56.7</c:v>
                </c:pt>
                <c:pt idx="561">
                  <c:v>57</c:v>
                </c:pt>
                <c:pt idx="562">
                  <c:v>57.3</c:v>
                </c:pt>
                <c:pt idx="563">
                  <c:v>58.2</c:v>
                </c:pt>
                <c:pt idx="564">
                  <c:v>61.6</c:v>
                </c:pt>
                <c:pt idx="565">
                  <c:v>53.8</c:v>
                </c:pt>
                <c:pt idx="566">
                  <c:v>56.5</c:v>
                </c:pt>
                <c:pt idx="567">
                  <c:v>55.1</c:v>
                </c:pt>
                <c:pt idx="568">
                  <c:v>50.2</c:v>
                </c:pt>
                <c:pt idx="569">
                  <c:v>50.5</c:v>
                </c:pt>
                <c:pt idx="570">
                  <c:v>55.8</c:v>
                </c:pt>
                <c:pt idx="571">
                  <c:v>50.5</c:v>
                </c:pt>
                <c:pt idx="572">
                  <c:v>50.6</c:v>
                </c:pt>
                <c:pt idx="573">
                  <c:v>49.5</c:v>
                </c:pt>
                <c:pt idx="574">
                  <c:v>50.2</c:v>
                </c:pt>
                <c:pt idx="575">
                  <c:v>51.8</c:v>
                </c:pt>
                <c:pt idx="576">
                  <c:v>54.1</c:v>
                </c:pt>
                <c:pt idx="577">
                  <c:v>54.1</c:v>
                </c:pt>
                <c:pt idx="578">
                  <c:v>66.1</c:v>
                </c:pt>
                <c:pt idx="579">
                  <c:v>67</c:v>
                </c:pt>
                <c:pt idx="580">
                  <c:v>64.3</c:v>
                </c:pt>
                <c:pt idx="581">
                  <c:v>63.4</c:v>
                </c:pt>
                <c:pt idx="582">
                  <c:v>58.7</c:v>
                </c:pt>
                <c:pt idx="583">
                  <c:v>53.9</c:v>
                </c:pt>
                <c:pt idx="584">
                  <c:v>52</c:v>
                </c:pt>
                <c:pt idx="585">
                  <c:v>50.3</c:v>
                </c:pt>
                <c:pt idx="586">
                  <c:v>41.4</c:v>
                </c:pt>
                <c:pt idx="587">
                  <c:v>45.6</c:v>
                </c:pt>
                <c:pt idx="588">
                  <c:v>46.9</c:v>
                </c:pt>
                <c:pt idx="589">
                  <c:v>41.7</c:v>
                </c:pt>
                <c:pt idx="590">
                  <c:v>38.6</c:v>
                </c:pt>
                <c:pt idx="591">
                  <c:v>41.9</c:v>
                </c:pt>
                <c:pt idx="592">
                  <c:v>52.3</c:v>
                </c:pt>
                <c:pt idx="593">
                  <c:v>50.3</c:v>
                </c:pt>
                <c:pt idx="594">
                  <c:v>55.6</c:v>
                </c:pt>
                <c:pt idx="595">
                  <c:v>52.9</c:v>
                </c:pt>
                <c:pt idx="596">
                  <c:v>53.1</c:v>
                </c:pt>
                <c:pt idx="597">
                  <c:v>52.8</c:v>
                </c:pt>
                <c:pt idx="598">
                  <c:v>56</c:v>
                </c:pt>
                <c:pt idx="599">
                  <c:v>60.7</c:v>
                </c:pt>
                <c:pt idx="600">
                  <c:v>55.8</c:v>
                </c:pt>
                <c:pt idx="601">
                  <c:v>48.4</c:v>
                </c:pt>
                <c:pt idx="602">
                  <c:v>54.2</c:v>
                </c:pt>
                <c:pt idx="603">
                  <c:v>57.4</c:v>
                </c:pt>
                <c:pt idx="604">
                  <c:v>59.4</c:v>
                </c:pt>
                <c:pt idx="605">
                  <c:v>64.6</c:v>
                </c:pt>
                <c:pt idx="606">
                  <c:v>67.1</c:v>
                </c:pt>
                <c:pt idx="607">
                  <c:v>65.3</c:v>
                </c:pt>
                <c:pt idx="608">
                  <c:v>58.8</c:v>
                </c:pt>
                <c:pt idx="609">
                  <c:v>61.3</c:v>
                </c:pt>
                <c:pt idx="610">
                  <c:v>53.8</c:v>
                </c:pt>
                <c:pt idx="611">
                  <c:v>56.1</c:v>
                </c:pt>
                <c:pt idx="612">
                  <c:v>54.6</c:v>
                </c:pt>
                <c:pt idx="613">
                  <c:v>55.7</c:v>
                </c:pt>
                <c:pt idx="614">
                  <c:v>55.1</c:v>
                </c:pt>
                <c:pt idx="615">
                  <c:v>52.8</c:v>
                </c:pt>
                <c:pt idx="616">
                  <c:v>53.8</c:v>
                </c:pt>
                <c:pt idx="617">
                  <c:v>50.5</c:v>
                </c:pt>
                <c:pt idx="618">
                  <c:v>50.2</c:v>
                </c:pt>
                <c:pt idx="619">
                  <c:v>62</c:v>
                </c:pt>
                <c:pt idx="620">
                  <c:v>59.2</c:v>
                </c:pt>
                <c:pt idx="621">
                  <c:v>59.3</c:v>
                </c:pt>
                <c:pt idx="622">
                  <c:v>58.8</c:v>
                </c:pt>
                <c:pt idx="623">
                  <c:v>46</c:v>
                </c:pt>
                <c:pt idx="624">
                  <c:v>41.6</c:v>
                </c:pt>
                <c:pt idx="625">
                  <c:v>38.2</c:v>
                </c:pt>
                <c:pt idx="626">
                  <c:v>37</c:v>
                </c:pt>
                <c:pt idx="627">
                  <c:v>40.8</c:v>
                </c:pt>
                <c:pt idx="628">
                  <c:v>39.1</c:v>
                </c:pt>
                <c:pt idx="629">
                  <c:v>44.3</c:v>
                </c:pt>
                <c:pt idx="630">
                  <c:v>40.8</c:v>
                </c:pt>
                <c:pt idx="631">
                  <c:v>45.1</c:v>
                </c:pt>
                <c:pt idx="632">
                  <c:v>48.8</c:v>
                </c:pt>
                <c:pt idx="633">
                  <c:v>36.2</c:v>
                </c:pt>
                <c:pt idx="634">
                  <c:v>36.6</c:v>
                </c:pt>
                <c:pt idx="635">
                  <c:v>35.3</c:v>
                </c:pt>
                <c:pt idx="636">
                  <c:v>32.5</c:v>
                </c:pt>
                <c:pt idx="637">
                  <c:v>29.7</c:v>
                </c:pt>
                <c:pt idx="638">
                  <c:v>34.4</c:v>
                </c:pt>
                <c:pt idx="639">
                  <c:v>37.3</c:v>
                </c:pt>
                <c:pt idx="640">
                  <c:v>49.8</c:v>
                </c:pt>
                <c:pt idx="641">
                  <c:v>46.2</c:v>
                </c:pt>
                <c:pt idx="642">
                  <c:v>43.4</c:v>
                </c:pt>
                <c:pt idx="643">
                  <c:v>44.6</c:v>
                </c:pt>
                <c:pt idx="644">
                  <c:v>43.3</c:v>
                </c:pt>
                <c:pt idx="645">
                  <c:v>39.5</c:v>
                </c:pt>
                <c:pt idx="646">
                  <c:v>35.8</c:v>
                </c:pt>
                <c:pt idx="647">
                  <c:v>35.7</c:v>
                </c:pt>
                <c:pt idx="648">
                  <c:v>34.6</c:v>
                </c:pt>
                <c:pt idx="649">
                  <c:v>33.7</c:v>
                </c:pt>
                <c:pt idx="650">
                  <c:v>31.3</c:v>
                </c:pt>
                <c:pt idx="651">
                  <c:v>32.5</c:v>
                </c:pt>
                <c:pt idx="652">
                  <c:v>27</c:v>
                </c:pt>
                <c:pt idx="653">
                  <c:v>26.8</c:v>
                </c:pt>
                <c:pt idx="654">
                  <c:v>31.8</c:v>
                </c:pt>
                <c:pt idx="655">
                  <c:v>30.8</c:v>
                </c:pt>
                <c:pt idx="656">
                  <c:v>31.9</c:v>
                </c:pt>
                <c:pt idx="657">
                  <c:v>30.3</c:v>
                </c:pt>
                <c:pt idx="658">
                  <c:v>24.4</c:v>
                </c:pt>
                <c:pt idx="659">
                  <c:v>30.2</c:v>
                </c:pt>
                <c:pt idx="660">
                  <c:v>32.7</c:v>
                </c:pt>
                <c:pt idx="661">
                  <c:v>32.5</c:v>
                </c:pt>
                <c:pt idx="662">
                  <c:v>40</c:v>
                </c:pt>
                <c:pt idx="663">
                  <c:v>51.3</c:v>
                </c:pt>
                <c:pt idx="664">
                  <c:v>54.4</c:v>
                </c:pt>
                <c:pt idx="665">
                  <c:v>51.8</c:v>
                </c:pt>
                <c:pt idx="666">
                  <c:v>52.5</c:v>
                </c:pt>
                <c:pt idx="667">
                  <c:v>54.3</c:v>
                </c:pt>
                <c:pt idx="668">
                  <c:v>53.1</c:v>
                </c:pt>
                <c:pt idx="669">
                  <c:v>47.3</c:v>
                </c:pt>
                <c:pt idx="670">
                  <c:v>47.6</c:v>
                </c:pt>
                <c:pt idx="671">
                  <c:v>41.1</c:v>
                </c:pt>
                <c:pt idx="672">
                  <c:v>56.1</c:v>
                </c:pt>
                <c:pt idx="673">
                  <c:v>50.8</c:v>
                </c:pt>
                <c:pt idx="674">
                  <c:v>51.7</c:v>
                </c:pt>
                <c:pt idx="675">
                  <c:v>45.4</c:v>
                </c:pt>
                <c:pt idx="676">
                  <c:v>46.1</c:v>
                </c:pt>
                <c:pt idx="677">
                  <c:v>40</c:v>
                </c:pt>
                <c:pt idx="678">
                  <c:v>44</c:v>
                </c:pt>
                <c:pt idx="679">
                  <c:v>37.6</c:v>
                </c:pt>
                <c:pt idx="680">
                  <c:v>40.8</c:v>
                </c:pt>
                <c:pt idx="681">
                  <c:v>38.2</c:v>
                </c:pt>
                <c:pt idx="682">
                  <c:v>38.2</c:v>
                </c:pt>
                <c:pt idx="683">
                  <c:v>36.7</c:v>
                </c:pt>
                <c:pt idx="684">
                  <c:v>33</c:v>
                </c:pt>
                <c:pt idx="685">
                  <c:v>32.8</c:v>
                </c:pt>
                <c:pt idx="686">
                  <c:v>41.7</c:v>
                </c:pt>
                <c:pt idx="687">
                  <c:v>40.2</c:v>
                </c:pt>
                <c:pt idx="688">
                  <c:v>44.9</c:v>
                </c:pt>
                <c:pt idx="689">
                  <c:v>50.3</c:v>
                </c:pt>
                <c:pt idx="690">
                  <c:v>46.7</c:v>
                </c:pt>
                <c:pt idx="691">
                  <c:v>44.4</c:v>
                </c:pt>
                <c:pt idx="692">
                  <c:v>43.6</c:v>
                </c:pt>
                <c:pt idx="693">
                  <c:v>41.7</c:v>
                </c:pt>
                <c:pt idx="694">
                  <c:v>47.5</c:v>
                </c:pt>
                <c:pt idx="695">
                  <c:v>53.1</c:v>
                </c:pt>
                <c:pt idx="696">
                  <c:v>51.7</c:v>
                </c:pt>
                <c:pt idx="697">
                  <c:v>48.9</c:v>
                </c:pt>
                <c:pt idx="698">
                  <c:v>47</c:v>
                </c:pt>
                <c:pt idx="699">
                  <c:v>42.4</c:v>
                </c:pt>
                <c:pt idx="700">
                  <c:v>43.6</c:v>
                </c:pt>
                <c:pt idx="701">
                  <c:v>43.6</c:v>
                </c:pt>
                <c:pt idx="702">
                  <c:v>40.3</c:v>
                </c:pt>
                <c:pt idx="703">
                  <c:v>36.9</c:v>
                </c:pt>
                <c:pt idx="704">
                  <c:v>34.4</c:v>
                </c:pt>
                <c:pt idx="705">
                  <c:v>31.4</c:v>
                </c:pt>
                <c:pt idx="706">
                  <c:v>34</c:v>
                </c:pt>
                <c:pt idx="707">
                  <c:v>29.5</c:v>
                </c:pt>
                <c:pt idx="708">
                  <c:v>35.6</c:v>
                </c:pt>
                <c:pt idx="709">
                  <c:v>38.8</c:v>
                </c:pt>
                <c:pt idx="710">
                  <c:v>38.9</c:v>
                </c:pt>
                <c:pt idx="711">
                  <c:v>36.2</c:v>
                </c:pt>
                <c:pt idx="712">
                  <c:v>40.9</c:v>
                </c:pt>
                <c:pt idx="713">
                  <c:v>39.8</c:v>
                </c:pt>
                <c:pt idx="714">
                  <c:v>41</c:v>
                </c:pt>
                <c:pt idx="715">
                  <c:v>37</c:v>
                </c:pt>
                <c:pt idx="716">
                  <c:v>36.5</c:v>
                </c:pt>
                <c:pt idx="717">
                  <c:v>45.4</c:v>
                </c:pt>
                <c:pt idx="718">
                  <c:v>43.3</c:v>
                </c:pt>
                <c:pt idx="719">
                  <c:v>41.5</c:v>
                </c:pt>
                <c:pt idx="720">
                  <c:v>45.9</c:v>
                </c:pt>
                <c:pt idx="721">
                  <c:v>43.8</c:v>
                </c:pt>
                <c:pt idx="722">
                  <c:v>49.6</c:v>
                </c:pt>
                <c:pt idx="723">
                  <c:v>52.6</c:v>
                </c:pt>
                <c:pt idx="724">
                  <c:v>55.9</c:v>
                </c:pt>
                <c:pt idx="725">
                  <c:v>49.8</c:v>
                </c:pt>
                <c:pt idx="726">
                  <c:v>54.1</c:v>
                </c:pt>
                <c:pt idx="727">
                  <c:v>59.5</c:v>
                </c:pt>
                <c:pt idx="728">
                  <c:v>53.8</c:v>
                </c:pt>
                <c:pt idx="729">
                  <c:v>53.7</c:v>
                </c:pt>
                <c:pt idx="730">
                  <c:v>53.2</c:v>
                </c:pt>
                <c:pt idx="731">
                  <c:v>48.1</c:v>
                </c:pt>
                <c:pt idx="732">
                  <c:v>37.9</c:v>
                </c:pt>
                <c:pt idx="733">
                  <c:v>42.3</c:v>
                </c:pt>
                <c:pt idx="734">
                  <c:v>43.4</c:v>
                </c:pt>
                <c:pt idx="735">
                  <c:v>39.3</c:v>
                </c:pt>
                <c:pt idx="736">
                  <c:v>46.1</c:v>
                </c:pt>
                <c:pt idx="737">
                  <c:v>45.9</c:v>
                </c:pt>
                <c:pt idx="738">
                  <c:v>53.2</c:v>
                </c:pt>
                <c:pt idx="739">
                  <c:v>47.8</c:v>
                </c:pt>
                <c:pt idx="740">
                  <c:v>48.5</c:v>
                </c:pt>
                <c:pt idx="741">
                  <c:v>50.9</c:v>
                </c:pt>
                <c:pt idx="742">
                  <c:v>48.7</c:v>
                </c:pt>
                <c:pt idx="743">
                  <c:v>48.1</c:v>
                </c:pt>
                <c:pt idx="744">
                  <c:v>52.6</c:v>
                </c:pt>
                <c:pt idx="745">
                  <c:v>59.4</c:v>
                </c:pt>
                <c:pt idx="746">
                  <c:v>62.9</c:v>
                </c:pt>
                <c:pt idx="747">
                  <c:v>61.3</c:v>
                </c:pt>
                <c:pt idx="748">
                  <c:v>65.5</c:v>
                </c:pt>
                <c:pt idx="749">
                  <c:v>68.7</c:v>
                </c:pt>
                <c:pt idx="750">
                  <c:v>70.5</c:v>
                </c:pt>
                <c:pt idx="751">
                  <c:v>62.9</c:v>
                </c:pt>
                <c:pt idx="752">
                  <c:v>66.7</c:v>
                </c:pt>
                <c:pt idx="753">
                  <c:v>61.9</c:v>
                </c:pt>
                <c:pt idx="754">
                  <c:v>65.4</c:v>
                </c:pt>
                <c:pt idx="755">
                  <c:v>60.3</c:v>
                </c:pt>
                <c:pt idx="756">
                  <c:v>61.2</c:v>
                </c:pt>
                <c:pt idx="757">
                  <c:v>62.6</c:v>
                </c:pt>
                <c:pt idx="758">
                  <c:v>73.9</c:v>
                </c:pt>
                <c:pt idx="759">
                  <c:v>69.5</c:v>
                </c:pt>
                <c:pt idx="760">
                  <c:v>71.5</c:v>
                </c:pt>
                <c:pt idx="761">
                  <c:v>64.9</c:v>
                </c:pt>
                <c:pt idx="762">
                  <c:v>66.2</c:v>
                </c:pt>
                <c:pt idx="763">
                  <c:v>70.5</c:v>
                </c:pt>
                <c:pt idx="764">
                  <c:v>71.2</c:v>
                </c:pt>
                <c:pt idx="765">
                  <c:v>69</c:v>
                </c:pt>
                <c:pt idx="766">
                  <c:v>70.8</c:v>
                </c:pt>
                <c:pt idx="767">
                  <c:v>73</c:v>
                </c:pt>
                <c:pt idx="768">
                  <c:v>75.8</c:v>
                </c:pt>
                <c:pt idx="769">
                  <c:v>77.1</c:v>
                </c:pt>
                <c:pt idx="770">
                  <c:v>78.8</c:v>
                </c:pt>
                <c:pt idx="771">
                  <c:v>72.5</c:v>
                </c:pt>
                <c:pt idx="772">
                  <c:v>73.9</c:v>
                </c:pt>
                <c:pt idx="773">
                  <c:v>71.5</c:v>
                </c:pt>
                <c:pt idx="774">
                  <c:v>70.3</c:v>
                </c:pt>
                <c:pt idx="775">
                  <c:v>73.1</c:v>
                </c:pt>
                <c:pt idx="776">
                  <c:v>65.4</c:v>
                </c:pt>
                <c:pt idx="777">
                  <c:v>61.1</c:v>
                </c:pt>
                <c:pt idx="778">
                  <c:v>50.8</c:v>
                </c:pt>
                <c:pt idx="779">
                  <c:v>54.1</c:v>
                </c:pt>
                <c:pt idx="780">
                  <c:v>50.8</c:v>
                </c:pt>
                <c:pt idx="781">
                  <c:v>57.4</c:v>
                </c:pt>
                <c:pt idx="782">
                  <c:v>57.3</c:v>
                </c:pt>
                <c:pt idx="783">
                  <c:v>59.2</c:v>
                </c:pt>
                <c:pt idx="784">
                  <c:v>58.9</c:v>
                </c:pt>
                <c:pt idx="785">
                  <c:v>61.1</c:v>
                </c:pt>
                <c:pt idx="786">
                  <c:v>62.1</c:v>
                </c:pt>
                <c:pt idx="787">
                  <c:v>69</c:v>
                </c:pt>
                <c:pt idx="788">
                  <c:v>52.7</c:v>
                </c:pt>
                <c:pt idx="789">
                  <c:v>53.7</c:v>
                </c:pt>
                <c:pt idx="790">
                  <c:v>50.8</c:v>
                </c:pt>
                <c:pt idx="791">
                  <c:v>50.7</c:v>
                </c:pt>
                <c:pt idx="792">
                  <c:v>52</c:v>
                </c:pt>
                <c:pt idx="793">
                  <c:v>52</c:v>
                </c:pt>
                <c:pt idx="794">
                  <c:v>54.2</c:v>
                </c:pt>
                <c:pt idx="795">
                  <c:v>55.3</c:v>
                </c:pt>
                <c:pt idx="796">
                  <c:v>58.4</c:v>
                </c:pt>
                <c:pt idx="797">
                  <c:v>61.2</c:v>
                </c:pt>
                <c:pt idx="798">
                  <c:v>53.3</c:v>
                </c:pt>
                <c:pt idx="799">
                  <c:v>55</c:v>
                </c:pt>
                <c:pt idx="800">
                  <c:v>67.8</c:v>
                </c:pt>
                <c:pt idx="801">
                  <c:v>66.1</c:v>
                </c:pt>
                <c:pt idx="802">
                  <c:v>71.9</c:v>
                </c:pt>
                <c:pt idx="803">
                  <c:v>69.6</c:v>
                </c:pt>
                <c:pt idx="804">
                  <c:v>68.3</c:v>
                </c:pt>
                <c:pt idx="805">
                  <c:v>70.1</c:v>
                </c:pt>
                <c:pt idx="806">
                  <c:v>61.4</c:v>
                </c:pt>
                <c:pt idx="807">
                  <c:v>55.9</c:v>
                </c:pt>
                <c:pt idx="808">
                  <c:v>67.9</c:v>
                </c:pt>
                <c:pt idx="809">
                  <c:v>73.2</c:v>
                </c:pt>
                <c:pt idx="810">
                  <c:v>72.4</c:v>
                </c:pt>
                <c:pt idx="811">
                  <c:v>53.6</c:v>
                </c:pt>
                <c:pt idx="812">
                  <c:v>58.7</c:v>
                </c:pt>
                <c:pt idx="813">
                  <c:v>49.7</c:v>
                </c:pt>
                <c:pt idx="814">
                  <c:v>57.6</c:v>
                </c:pt>
                <c:pt idx="815">
                  <c:v>56.9</c:v>
                </c:pt>
                <c:pt idx="816">
                  <c:v>61.4</c:v>
                </c:pt>
                <c:pt idx="817">
                  <c:v>58.8</c:v>
                </c:pt>
                <c:pt idx="818">
                  <c:v>61.6</c:v>
                </c:pt>
                <c:pt idx="819">
                  <c:v>60.3</c:v>
                </c:pt>
                <c:pt idx="820">
                  <c:v>55.1</c:v>
                </c:pt>
                <c:pt idx="821">
                  <c:v>61.3</c:v>
                </c:pt>
                <c:pt idx="822">
                  <c:v>64.1</c:v>
                </c:pt>
                <c:pt idx="823">
                  <c:v>61.1</c:v>
                </c:pt>
                <c:pt idx="824">
                  <c:v>77</c:v>
                </c:pt>
                <c:pt idx="825">
                  <c:v>76.8</c:v>
                </c:pt>
                <c:pt idx="826">
                  <c:v>79.3</c:v>
                </c:pt>
                <c:pt idx="827">
                  <c:v>72.7</c:v>
                </c:pt>
                <c:pt idx="828">
                  <c:v>69.4</c:v>
                </c:pt>
                <c:pt idx="829">
                  <c:v>78.6</c:v>
                </c:pt>
                <c:pt idx="830">
                  <c:v>74.1</c:v>
                </c:pt>
                <c:pt idx="831">
                  <c:v>76.6</c:v>
                </c:pt>
                <c:pt idx="832">
                  <c:v>77.4</c:v>
                </c:pt>
                <c:pt idx="833">
                  <c:v>61.5</c:v>
                </c:pt>
                <c:pt idx="834">
                  <c:v>66.6</c:v>
                </c:pt>
                <c:pt idx="835">
                  <c:v>62</c:v>
                </c:pt>
                <c:pt idx="836">
                  <c:v>61.1</c:v>
                </c:pt>
                <c:pt idx="837">
                  <c:v>55.2</c:v>
                </c:pt>
                <c:pt idx="838">
                  <c:v>65.3</c:v>
                </c:pt>
                <c:pt idx="839">
                  <c:v>54.2</c:v>
                </c:pt>
                <c:pt idx="840">
                  <c:v>51.5</c:v>
                </c:pt>
                <c:pt idx="841">
                  <c:v>48.9</c:v>
                </c:pt>
                <c:pt idx="842">
                  <c:v>31.5</c:v>
                </c:pt>
                <c:pt idx="843">
                  <c:v>42.4</c:v>
                </c:pt>
                <c:pt idx="844">
                  <c:v>47.7</c:v>
                </c:pt>
                <c:pt idx="845">
                  <c:v>47.9</c:v>
                </c:pt>
                <c:pt idx="846">
                  <c:v>43.5</c:v>
                </c:pt>
                <c:pt idx="847">
                  <c:v>46</c:v>
                </c:pt>
                <c:pt idx="848">
                  <c:v>51.4</c:v>
                </c:pt>
                <c:pt idx="849">
                  <c:v>61</c:v>
                </c:pt>
              </c:numCache>
            </c:numRef>
          </c:val>
          <c:smooth val="0"/>
        </c:ser>
        <c:ser>
          <c:idx val="1"/>
          <c:order val="1"/>
          <c:tx>
            <c:strRef>
              <c:f>Sheet1!$C$1</c:f>
              <c:strCache>
                <c:ptCount val="1"/>
                <c:pt idx="0">
                  <c:v>70</c:v>
                </c:pt>
              </c:strCache>
            </c:strRef>
          </c:tx>
          <c:spPr>
            <a:solidFill>
              <a:srgbClr val="FF5A5F"/>
            </a:solidFill>
            <a:ln w="12700" cap="flat">
              <a:solidFill>
                <a:srgbClr val="FF5A5F"/>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FF5A5F"/>
              </a:solidFill>
              <a:ln w="9525" cap="flat">
                <a:solidFill>
                  <a:srgbClr val="FF5A5F"/>
                </a:solidFill>
                <a:prstDash val="solid"/>
                <a:round/>
              </a:ln>
              <a:effectLst/>
            </c:spPr>
          </c:marker>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Sheet1!$C$2:$C$851</c:f>
              <c:numCache>
                <c:formatCode>General</c:formatCode>
                <c:ptCount val="850"/>
                <c:pt idx="0">
                  <c:v>70</c:v>
                </c:pt>
                <c:pt idx="1">
                  <c:v>70</c:v>
                </c:pt>
                <c:pt idx="2">
                  <c:v>70</c:v>
                </c:pt>
                <c:pt idx="3">
                  <c:v>70</c:v>
                </c:pt>
                <c:pt idx="4">
                  <c:v>70</c:v>
                </c:pt>
                <c:pt idx="5">
                  <c:v>70</c:v>
                </c:pt>
                <c:pt idx="6">
                  <c:v>70</c:v>
                </c:pt>
                <c:pt idx="7">
                  <c:v>70</c:v>
                </c:pt>
                <c:pt idx="8">
                  <c:v>70</c:v>
                </c:pt>
                <c:pt idx="9">
                  <c:v>70</c:v>
                </c:pt>
                <c:pt idx="10">
                  <c:v>70</c:v>
                </c:pt>
                <c:pt idx="11">
                  <c:v>70</c:v>
                </c:pt>
                <c:pt idx="12">
                  <c:v>70</c:v>
                </c:pt>
                <c:pt idx="13">
                  <c:v>70</c:v>
                </c:pt>
                <c:pt idx="14">
                  <c:v>70</c:v>
                </c:pt>
                <c:pt idx="15">
                  <c:v>70</c:v>
                </c:pt>
                <c:pt idx="16">
                  <c:v>70</c:v>
                </c:pt>
                <c:pt idx="17">
                  <c:v>70</c:v>
                </c:pt>
                <c:pt idx="18">
                  <c:v>70</c:v>
                </c:pt>
                <c:pt idx="19">
                  <c:v>70</c:v>
                </c:pt>
                <c:pt idx="20">
                  <c:v>70</c:v>
                </c:pt>
                <c:pt idx="21">
                  <c:v>70</c:v>
                </c:pt>
                <c:pt idx="22">
                  <c:v>70</c:v>
                </c:pt>
                <c:pt idx="23">
                  <c:v>70</c:v>
                </c:pt>
                <c:pt idx="24">
                  <c:v>70</c:v>
                </c:pt>
                <c:pt idx="25">
                  <c:v>70</c:v>
                </c:pt>
                <c:pt idx="26">
                  <c:v>70</c:v>
                </c:pt>
                <c:pt idx="27">
                  <c:v>70</c:v>
                </c:pt>
                <c:pt idx="28">
                  <c:v>70</c:v>
                </c:pt>
                <c:pt idx="29">
                  <c:v>70</c:v>
                </c:pt>
                <c:pt idx="30">
                  <c:v>70</c:v>
                </c:pt>
                <c:pt idx="31">
                  <c:v>70</c:v>
                </c:pt>
                <c:pt idx="32">
                  <c:v>70</c:v>
                </c:pt>
                <c:pt idx="33">
                  <c:v>70</c:v>
                </c:pt>
                <c:pt idx="34">
                  <c:v>70</c:v>
                </c:pt>
                <c:pt idx="35">
                  <c:v>70</c:v>
                </c:pt>
                <c:pt idx="36">
                  <c:v>70</c:v>
                </c:pt>
                <c:pt idx="37">
                  <c:v>70</c:v>
                </c:pt>
                <c:pt idx="38">
                  <c:v>70</c:v>
                </c:pt>
                <c:pt idx="39">
                  <c:v>70</c:v>
                </c:pt>
                <c:pt idx="40">
                  <c:v>70</c:v>
                </c:pt>
                <c:pt idx="41">
                  <c:v>70</c:v>
                </c:pt>
                <c:pt idx="42">
                  <c:v>70</c:v>
                </c:pt>
                <c:pt idx="43">
                  <c:v>70</c:v>
                </c:pt>
                <c:pt idx="44">
                  <c:v>70</c:v>
                </c:pt>
                <c:pt idx="45">
                  <c:v>70</c:v>
                </c:pt>
                <c:pt idx="46">
                  <c:v>70</c:v>
                </c:pt>
                <c:pt idx="47">
                  <c:v>70</c:v>
                </c:pt>
                <c:pt idx="48">
                  <c:v>70</c:v>
                </c:pt>
                <c:pt idx="49">
                  <c:v>70</c:v>
                </c:pt>
                <c:pt idx="50">
                  <c:v>70</c:v>
                </c:pt>
                <c:pt idx="51">
                  <c:v>70</c:v>
                </c:pt>
                <c:pt idx="52">
                  <c:v>70</c:v>
                </c:pt>
                <c:pt idx="53">
                  <c:v>70</c:v>
                </c:pt>
                <c:pt idx="54">
                  <c:v>70</c:v>
                </c:pt>
                <c:pt idx="55">
                  <c:v>70</c:v>
                </c:pt>
                <c:pt idx="56">
                  <c:v>70</c:v>
                </c:pt>
                <c:pt idx="57">
                  <c:v>70</c:v>
                </c:pt>
                <c:pt idx="58">
                  <c:v>70</c:v>
                </c:pt>
                <c:pt idx="59">
                  <c:v>70</c:v>
                </c:pt>
                <c:pt idx="60">
                  <c:v>70</c:v>
                </c:pt>
                <c:pt idx="61">
                  <c:v>70</c:v>
                </c:pt>
                <c:pt idx="62">
                  <c:v>70</c:v>
                </c:pt>
                <c:pt idx="63">
                  <c:v>70</c:v>
                </c:pt>
                <c:pt idx="64">
                  <c:v>70</c:v>
                </c:pt>
                <c:pt idx="65">
                  <c:v>70</c:v>
                </c:pt>
                <c:pt idx="66">
                  <c:v>70</c:v>
                </c:pt>
                <c:pt idx="67">
                  <c:v>70</c:v>
                </c:pt>
                <c:pt idx="68">
                  <c:v>70</c:v>
                </c:pt>
                <c:pt idx="69">
                  <c:v>70</c:v>
                </c:pt>
                <c:pt idx="70">
                  <c:v>70</c:v>
                </c:pt>
                <c:pt idx="71">
                  <c:v>70</c:v>
                </c:pt>
                <c:pt idx="72">
                  <c:v>70</c:v>
                </c:pt>
                <c:pt idx="73">
                  <c:v>70</c:v>
                </c:pt>
                <c:pt idx="74">
                  <c:v>70</c:v>
                </c:pt>
                <c:pt idx="75">
                  <c:v>70</c:v>
                </c:pt>
                <c:pt idx="76">
                  <c:v>70</c:v>
                </c:pt>
                <c:pt idx="77">
                  <c:v>70</c:v>
                </c:pt>
                <c:pt idx="78">
                  <c:v>70</c:v>
                </c:pt>
                <c:pt idx="79">
                  <c:v>70</c:v>
                </c:pt>
                <c:pt idx="80">
                  <c:v>70</c:v>
                </c:pt>
                <c:pt idx="81">
                  <c:v>70</c:v>
                </c:pt>
                <c:pt idx="82">
                  <c:v>70</c:v>
                </c:pt>
                <c:pt idx="83">
                  <c:v>70</c:v>
                </c:pt>
                <c:pt idx="84">
                  <c:v>70</c:v>
                </c:pt>
                <c:pt idx="85">
                  <c:v>70</c:v>
                </c:pt>
                <c:pt idx="86">
                  <c:v>70</c:v>
                </c:pt>
                <c:pt idx="87">
                  <c:v>70</c:v>
                </c:pt>
                <c:pt idx="88">
                  <c:v>70</c:v>
                </c:pt>
                <c:pt idx="89">
                  <c:v>70</c:v>
                </c:pt>
                <c:pt idx="90">
                  <c:v>70</c:v>
                </c:pt>
                <c:pt idx="91">
                  <c:v>70</c:v>
                </c:pt>
                <c:pt idx="92">
                  <c:v>70</c:v>
                </c:pt>
                <c:pt idx="93">
                  <c:v>70</c:v>
                </c:pt>
                <c:pt idx="94">
                  <c:v>70</c:v>
                </c:pt>
                <c:pt idx="95">
                  <c:v>70</c:v>
                </c:pt>
                <c:pt idx="96">
                  <c:v>70</c:v>
                </c:pt>
                <c:pt idx="97">
                  <c:v>70</c:v>
                </c:pt>
                <c:pt idx="98">
                  <c:v>70</c:v>
                </c:pt>
                <c:pt idx="99">
                  <c:v>70</c:v>
                </c:pt>
                <c:pt idx="100">
                  <c:v>70</c:v>
                </c:pt>
                <c:pt idx="101">
                  <c:v>70</c:v>
                </c:pt>
                <c:pt idx="102">
                  <c:v>70</c:v>
                </c:pt>
                <c:pt idx="103">
                  <c:v>70</c:v>
                </c:pt>
                <c:pt idx="104">
                  <c:v>70</c:v>
                </c:pt>
                <c:pt idx="105">
                  <c:v>70</c:v>
                </c:pt>
                <c:pt idx="106">
                  <c:v>70</c:v>
                </c:pt>
                <c:pt idx="107">
                  <c:v>70</c:v>
                </c:pt>
                <c:pt idx="108">
                  <c:v>70</c:v>
                </c:pt>
                <c:pt idx="109">
                  <c:v>70</c:v>
                </c:pt>
                <c:pt idx="110">
                  <c:v>70</c:v>
                </c:pt>
                <c:pt idx="111">
                  <c:v>70</c:v>
                </c:pt>
                <c:pt idx="112">
                  <c:v>70</c:v>
                </c:pt>
                <c:pt idx="113">
                  <c:v>70</c:v>
                </c:pt>
                <c:pt idx="114">
                  <c:v>70</c:v>
                </c:pt>
                <c:pt idx="115">
                  <c:v>70</c:v>
                </c:pt>
                <c:pt idx="116">
                  <c:v>70</c:v>
                </c:pt>
                <c:pt idx="117">
                  <c:v>70</c:v>
                </c:pt>
                <c:pt idx="118">
                  <c:v>70</c:v>
                </c:pt>
                <c:pt idx="119">
                  <c:v>70</c:v>
                </c:pt>
                <c:pt idx="120">
                  <c:v>70</c:v>
                </c:pt>
                <c:pt idx="121">
                  <c:v>70</c:v>
                </c:pt>
                <c:pt idx="122">
                  <c:v>70</c:v>
                </c:pt>
                <c:pt idx="123">
                  <c:v>70</c:v>
                </c:pt>
                <c:pt idx="124">
                  <c:v>70</c:v>
                </c:pt>
                <c:pt idx="125">
                  <c:v>70</c:v>
                </c:pt>
                <c:pt idx="126">
                  <c:v>70</c:v>
                </c:pt>
                <c:pt idx="127">
                  <c:v>70</c:v>
                </c:pt>
                <c:pt idx="128">
                  <c:v>70</c:v>
                </c:pt>
                <c:pt idx="129">
                  <c:v>70</c:v>
                </c:pt>
                <c:pt idx="130">
                  <c:v>70</c:v>
                </c:pt>
                <c:pt idx="131">
                  <c:v>70</c:v>
                </c:pt>
                <c:pt idx="132">
                  <c:v>70</c:v>
                </c:pt>
                <c:pt idx="133">
                  <c:v>70</c:v>
                </c:pt>
                <c:pt idx="134">
                  <c:v>70</c:v>
                </c:pt>
                <c:pt idx="135">
                  <c:v>70</c:v>
                </c:pt>
                <c:pt idx="136">
                  <c:v>70</c:v>
                </c:pt>
                <c:pt idx="137">
                  <c:v>70</c:v>
                </c:pt>
                <c:pt idx="138">
                  <c:v>70</c:v>
                </c:pt>
                <c:pt idx="139">
                  <c:v>70</c:v>
                </c:pt>
                <c:pt idx="140">
                  <c:v>70</c:v>
                </c:pt>
                <c:pt idx="141">
                  <c:v>70</c:v>
                </c:pt>
                <c:pt idx="142">
                  <c:v>70</c:v>
                </c:pt>
                <c:pt idx="143">
                  <c:v>70</c:v>
                </c:pt>
                <c:pt idx="144">
                  <c:v>70</c:v>
                </c:pt>
                <c:pt idx="145">
                  <c:v>70</c:v>
                </c:pt>
                <c:pt idx="146">
                  <c:v>70</c:v>
                </c:pt>
                <c:pt idx="147">
                  <c:v>70</c:v>
                </c:pt>
                <c:pt idx="148">
                  <c:v>70</c:v>
                </c:pt>
                <c:pt idx="149">
                  <c:v>70</c:v>
                </c:pt>
                <c:pt idx="150">
                  <c:v>70</c:v>
                </c:pt>
                <c:pt idx="151">
                  <c:v>70</c:v>
                </c:pt>
                <c:pt idx="152">
                  <c:v>70</c:v>
                </c:pt>
                <c:pt idx="153">
                  <c:v>70</c:v>
                </c:pt>
                <c:pt idx="154">
                  <c:v>70</c:v>
                </c:pt>
                <c:pt idx="155">
                  <c:v>70</c:v>
                </c:pt>
                <c:pt idx="156">
                  <c:v>70</c:v>
                </c:pt>
                <c:pt idx="157">
                  <c:v>70</c:v>
                </c:pt>
                <c:pt idx="158">
                  <c:v>70</c:v>
                </c:pt>
                <c:pt idx="159">
                  <c:v>70</c:v>
                </c:pt>
                <c:pt idx="160">
                  <c:v>70</c:v>
                </c:pt>
                <c:pt idx="161">
                  <c:v>70</c:v>
                </c:pt>
                <c:pt idx="162">
                  <c:v>70</c:v>
                </c:pt>
                <c:pt idx="163">
                  <c:v>70</c:v>
                </c:pt>
                <c:pt idx="164">
                  <c:v>70</c:v>
                </c:pt>
                <c:pt idx="165">
                  <c:v>70</c:v>
                </c:pt>
                <c:pt idx="166">
                  <c:v>70</c:v>
                </c:pt>
                <c:pt idx="167">
                  <c:v>70</c:v>
                </c:pt>
                <c:pt idx="168">
                  <c:v>70</c:v>
                </c:pt>
                <c:pt idx="169">
                  <c:v>70</c:v>
                </c:pt>
                <c:pt idx="170">
                  <c:v>70</c:v>
                </c:pt>
                <c:pt idx="171">
                  <c:v>70</c:v>
                </c:pt>
                <c:pt idx="172">
                  <c:v>70</c:v>
                </c:pt>
                <c:pt idx="173">
                  <c:v>70</c:v>
                </c:pt>
                <c:pt idx="174">
                  <c:v>70</c:v>
                </c:pt>
                <c:pt idx="175">
                  <c:v>70</c:v>
                </c:pt>
                <c:pt idx="176">
                  <c:v>70</c:v>
                </c:pt>
                <c:pt idx="177">
                  <c:v>70</c:v>
                </c:pt>
                <c:pt idx="178">
                  <c:v>70</c:v>
                </c:pt>
                <c:pt idx="179">
                  <c:v>70</c:v>
                </c:pt>
                <c:pt idx="180">
                  <c:v>70</c:v>
                </c:pt>
                <c:pt idx="181">
                  <c:v>70</c:v>
                </c:pt>
                <c:pt idx="182">
                  <c:v>70</c:v>
                </c:pt>
                <c:pt idx="183">
                  <c:v>70</c:v>
                </c:pt>
                <c:pt idx="184">
                  <c:v>70</c:v>
                </c:pt>
                <c:pt idx="185">
                  <c:v>70</c:v>
                </c:pt>
                <c:pt idx="186">
                  <c:v>70</c:v>
                </c:pt>
                <c:pt idx="187">
                  <c:v>70</c:v>
                </c:pt>
                <c:pt idx="188">
                  <c:v>70</c:v>
                </c:pt>
                <c:pt idx="189">
                  <c:v>70</c:v>
                </c:pt>
                <c:pt idx="190">
                  <c:v>70</c:v>
                </c:pt>
                <c:pt idx="191">
                  <c:v>70</c:v>
                </c:pt>
                <c:pt idx="192">
                  <c:v>70</c:v>
                </c:pt>
                <c:pt idx="193">
                  <c:v>70</c:v>
                </c:pt>
                <c:pt idx="194">
                  <c:v>70</c:v>
                </c:pt>
                <c:pt idx="195">
                  <c:v>70</c:v>
                </c:pt>
                <c:pt idx="196">
                  <c:v>70</c:v>
                </c:pt>
                <c:pt idx="197">
                  <c:v>70</c:v>
                </c:pt>
                <c:pt idx="198">
                  <c:v>70</c:v>
                </c:pt>
                <c:pt idx="199">
                  <c:v>70</c:v>
                </c:pt>
                <c:pt idx="200">
                  <c:v>70</c:v>
                </c:pt>
                <c:pt idx="201">
                  <c:v>70</c:v>
                </c:pt>
                <c:pt idx="202">
                  <c:v>70</c:v>
                </c:pt>
                <c:pt idx="203">
                  <c:v>70</c:v>
                </c:pt>
                <c:pt idx="204">
                  <c:v>70</c:v>
                </c:pt>
                <c:pt idx="205">
                  <c:v>70</c:v>
                </c:pt>
                <c:pt idx="206">
                  <c:v>70</c:v>
                </c:pt>
                <c:pt idx="207">
                  <c:v>70</c:v>
                </c:pt>
                <c:pt idx="208">
                  <c:v>70</c:v>
                </c:pt>
                <c:pt idx="209">
                  <c:v>70</c:v>
                </c:pt>
                <c:pt idx="210">
                  <c:v>70</c:v>
                </c:pt>
                <c:pt idx="211">
                  <c:v>70</c:v>
                </c:pt>
                <c:pt idx="212">
                  <c:v>70</c:v>
                </c:pt>
                <c:pt idx="213">
                  <c:v>70</c:v>
                </c:pt>
                <c:pt idx="214">
                  <c:v>70</c:v>
                </c:pt>
                <c:pt idx="215">
                  <c:v>70</c:v>
                </c:pt>
                <c:pt idx="216">
                  <c:v>70</c:v>
                </c:pt>
                <c:pt idx="217">
                  <c:v>70</c:v>
                </c:pt>
                <c:pt idx="218">
                  <c:v>70</c:v>
                </c:pt>
                <c:pt idx="219">
                  <c:v>70</c:v>
                </c:pt>
                <c:pt idx="220">
                  <c:v>70</c:v>
                </c:pt>
                <c:pt idx="221">
                  <c:v>70</c:v>
                </c:pt>
                <c:pt idx="222">
                  <c:v>70</c:v>
                </c:pt>
                <c:pt idx="223">
                  <c:v>70</c:v>
                </c:pt>
                <c:pt idx="224">
                  <c:v>70</c:v>
                </c:pt>
                <c:pt idx="225">
                  <c:v>70</c:v>
                </c:pt>
                <c:pt idx="226">
                  <c:v>70</c:v>
                </c:pt>
                <c:pt idx="227">
                  <c:v>70</c:v>
                </c:pt>
                <c:pt idx="228">
                  <c:v>70</c:v>
                </c:pt>
                <c:pt idx="229">
                  <c:v>70</c:v>
                </c:pt>
                <c:pt idx="230">
                  <c:v>70</c:v>
                </c:pt>
                <c:pt idx="231">
                  <c:v>70</c:v>
                </c:pt>
                <c:pt idx="232">
                  <c:v>70</c:v>
                </c:pt>
                <c:pt idx="233">
                  <c:v>70</c:v>
                </c:pt>
                <c:pt idx="234">
                  <c:v>70</c:v>
                </c:pt>
                <c:pt idx="235">
                  <c:v>70</c:v>
                </c:pt>
                <c:pt idx="236">
                  <c:v>70</c:v>
                </c:pt>
                <c:pt idx="237">
                  <c:v>70</c:v>
                </c:pt>
                <c:pt idx="238">
                  <c:v>70</c:v>
                </c:pt>
                <c:pt idx="239">
                  <c:v>70</c:v>
                </c:pt>
                <c:pt idx="240">
                  <c:v>70</c:v>
                </c:pt>
                <c:pt idx="241">
                  <c:v>70</c:v>
                </c:pt>
                <c:pt idx="242">
                  <c:v>70</c:v>
                </c:pt>
                <c:pt idx="243">
                  <c:v>70</c:v>
                </c:pt>
                <c:pt idx="244">
                  <c:v>70</c:v>
                </c:pt>
                <c:pt idx="245">
                  <c:v>70</c:v>
                </c:pt>
                <c:pt idx="246">
                  <c:v>70</c:v>
                </c:pt>
                <c:pt idx="247">
                  <c:v>70</c:v>
                </c:pt>
                <c:pt idx="248">
                  <c:v>70</c:v>
                </c:pt>
                <c:pt idx="249">
                  <c:v>70</c:v>
                </c:pt>
                <c:pt idx="250">
                  <c:v>70</c:v>
                </c:pt>
                <c:pt idx="251">
                  <c:v>70</c:v>
                </c:pt>
                <c:pt idx="252">
                  <c:v>70</c:v>
                </c:pt>
                <c:pt idx="253">
                  <c:v>70</c:v>
                </c:pt>
                <c:pt idx="254">
                  <c:v>70</c:v>
                </c:pt>
                <c:pt idx="255">
                  <c:v>70</c:v>
                </c:pt>
                <c:pt idx="256">
                  <c:v>70</c:v>
                </c:pt>
                <c:pt idx="257">
                  <c:v>70</c:v>
                </c:pt>
                <c:pt idx="258">
                  <c:v>70</c:v>
                </c:pt>
                <c:pt idx="259">
                  <c:v>70</c:v>
                </c:pt>
                <c:pt idx="260">
                  <c:v>70</c:v>
                </c:pt>
                <c:pt idx="261">
                  <c:v>70</c:v>
                </c:pt>
                <c:pt idx="262">
                  <c:v>70</c:v>
                </c:pt>
                <c:pt idx="263">
                  <c:v>70</c:v>
                </c:pt>
                <c:pt idx="264">
                  <c:v>70</c:v>
                </c:pt>
                <c:pt idx="265">
                  <c:v>70</c:v>
                </c:pt>
                <c:pt idx="266">
                  <c:v>70</c:v>
                </c:pt>
                <c:pt idx="267">
                  <c:v>70</c:v>
                </c:pt>
                <c:pt idx="268">
                  <c:v>70</c:v>
                </c:pt>
                <c:pt idx="269">
                  <c:v>70</c:v>
                </c:pt>
                <c:pt idx="270">
                  <c:v>70</c:v>
                </c:pt>
                <c:pt idx="271">
                  <c:v>70</c:v>
                </c:pt>
                <c:pt idx="272">
                  <c:v>70</c:v>
                </c:pt>
                <c:pt idx="273">
                  <c:v>70</c:v>
                </c:pt>
                <c:pt idx="274">
                  <c:v>70</c:v>
                </c:pt>
                <c:pt idx="275">
                  <c:v>70</c:v>
                </c:pt>
                <c:pt idx="276">
                  <c:v>70</c:v>
                </c:pt>
                <c:pt idx="277">
                  <c:v>70</c:v>
                </c:pt>
                <c:pt idx="278">
                  <c:v>70</c:v>
                </c:pt>
                <c:pt idx="279">
                  <c:v>70</c:v>
                </c:pt>
                <c:pt idx="280">
                  <c:v>70</c:v>
                </c:pt>
                <c:pt idx="281">
                  <c:v>70</c:v>
                </c:pt>
                <c:pt idx="282">
                  <c:v>70</c:v>
                </c:pt>
                <c:pt idx="283">
                  <c:v>70</c:v>
                </c:pt>
                <c:pt idx="284">
                  <c:v>70</c:v>
                </c:pt>
                <c:pt idx="285">
                  <c:v>70</c:v>
                </c:pt>
                <c:pt idx="286">
                  <c:v>70</c:v>
                </c:pt>
                <c:pt idx="287">
                  <c:v>70</c:v>
                </c:pt>
                <c:pt idx="288">
                  <c:v>70</c:v>
                </c:pt>
                <c:pt idx="289">
                  <c:v>70</c:v>
                </c:pt>
                <c:pt idx="290">
                  <c:v>70</c:v>
                </c:pt>
                <c:pt idx="291">
                  <c:v>70</c:v>
                </c:pt>
                <c:pt idx="292">
                  <c:v>70</c:v>
                </c:pt>
                <c:pt idx="293">
                  <c:v>70</c:v>
                </c:pt>
                <c:pt idx="294">
                  <c:v>70</c:v>
                </c:pt>
                <c:pt idx="295">
                  <c:v>70</c:v>
                </c:pt>
                <c:pt idx="296">
                  <c:v>70</c:v>
                </c:pt>
                <c:pt idx="297">
                  <c:v>70</c:v>
                </c:pt>
                <c:pt idx="298">
                  <c:v>70</c:v>
                </c:pt>
                <c:pt idx="299">
                  <c:v>70</c:v>
                </c:pt>
                <c:pt idx="300">
                  <c:v>70</c:v>
                </c:pt>
                <c:pt idx="301">
                  <c:v>70</c:v>
                </c:pt>
                <c:pt idx="302">
                  <c:v>70</c:v>
                </c:pt>
                <c:pt idx="303">
                  <c:v>70</c:v>
                </c:pt>
                <c:pt idx="304">
                  <c:v>70</c:v>
                </c:pt>
                <c:pt idx="305">
                  <c:v>70</c:v>
                </c:pt>
                <c:pt idx="306">
                  <c:v>70</c:v>
                </c:pt>
                <c:pt idx="307">
                  <c:v>70</c:v>
                </c:pt>
                <c:pt idx="308">
                  <c:v>70</c:v>
                </c:pt>
                <c:pt idx="309">
                  <c:v>70</c:v>
                </c:pt>
                <c:pt idx="310">
                  <c:v>70</c:v>
                </c:pt>
                <c:pt idx="311">
                  <c:v>70</c:v>
                </c:pt>
                <c:pt idx="312">
                  <c:v>70</c:v>
                </c:pt>
                <c:pt idx="313">
                  <c:v>70</c:v>
                </c:pt>
                <c:pt idx="314">
                  <c:v>70</c:v>
                </c:pt>
                <c:pt idx="315">
                  <c:v>70</c:v>
                </c:pt>
                <c:pt idx="316">
                  <c:v>70</c:v>
                </c:pt>
                <c:pt idx="317">
                  <c:v>70</c:v>
                </c:pt>
                <c:pt idx="318">
                  <c:v>70</c:v>
                </c:pt>
                <c:pt idx="319">
                  <c:v>70</c:v>
                </c:pt>
                <c:pt idx="320">
                  <c:v>70</c:v>
                </c:pt>
                <c:pt idx="321">
                  <c:v>70</c:v>
                </c:pt>
                <c:pt idx="322">
                  <c:v>70</c:v>
                </c:pt>
                <c:pt idx="323">
                  <c:v>70</c:v>
                </c:pt>
                <c:pt idx="324">
                  <c:v>70</c:v>
                </c:pt>
                <c:pt idx="325">
                  <c:v>70</c:v>
                </c:pt>
                <c:pt idx="326">
                  <c:v>70</c:v>
                </c:pt>
                <c:pt idx="327">
                  <c:v>70</c:v>
                </c:pt>
                <c:pt idx="328">
                  <c:v>70</c:v>
                </c:pt>
                <c:pt idx="329">
                  <c:v>70</c:v>
                </c:pt>
                <c:pt idx="330">
                  <c:v>70</c:v>
                </c:pt>
                <c:pt idx="331">
                  <c:v>70</c:v>
                </c:pt>
                <c:pt idx="332">
                  <c:v>70</c:v>
                </c:pt>
                <c:pt idx="333">
                  <c:v>70</c:v>
                </c:pt>
                <c:pt idx="334">
                  <c:v>70</c:v>
                </c:pt>
                <c:pt idx="335">
                  <c:v>70</c:v>
                </c:pt>
                <c:pt idx="336">
                  <c:v>70</c:v>
                </c:pt>
                <c:pt idx="337">
                  <c:v>70</c:v>
                </c:pt>
                <c:pt idx="338">
                  <c:v>70</c:v>
                </c:pt>
                <c:pt idx="339">
                  <c:v>70</c:v>
                </c:pt>
                <c:pt idx="340">
                  <c:v>70</c:v>
                </c:pt>
                <c:pt idx="341">
                  <c:v>70</c:v>
                </c:pt>
                <c:pt idx="342">
                  <c:v>70</c:v>
                </c:pt>
                <c:pt idx="343">
                  <c:v>70</c:v>
                </c:pt>
                <c:pt idx="344">
                  <c:v>70</c:v>
                </c:pt>
                <c:pt idx="345">
                  <c:v>70</c:v>
                </c:pt>
                <c:pt idx="346">
                  <c:v>70</c:v>
                </c:pt>
                <c:pt idx="347">
                  <c:v>70</c:v>
                </c:pt>
                <c:pt idx="348">
                  <c:v>70</c:v>
                </c:pt>
                <c:pt idx="349">
                  <c:v>70</c:v>
                </c:pt>
                <c:pt idx="350">
                  <c:v>70</c:v>
                </c:pt>
                <c:pt idx="351">
                  <c:v>70</c:v>
                </c:pt>
                <c:pt idx="352">
                  <c:v>70</c:v>
                </c:pt>
                <c:pt idx="353">
                  <c:v>70</c:v>
                </c:pt>
                <c:pt idx="354">
                  <c:v>70</c:v>
                </c:pt>
                <c:pt idx="355">
                  <c:v>70</c:v>
                </c:pt>
                <c:pt idx="356">
                  <c:v>70</c:v>
                </c:pt>
                <c:pt idx="357">
                  <c:v>70</c:v>
                </c:pt>
                <c:pt idx="358">
                  <c:v>70</c:v>
                </c:pt>
                <c:pt idx="359">
                  <c:v>70</c:v>
                </c:pt>
                <c:pt idx="360">
                  <c:v>70</c:v>
                </c:pt>
                <c:pt idx="361">
                  <c:v>70</c:v>
                </c:pt>
                <c:pt idx="362">
                  <c:v>70</c:v>
                </c:pt>
                <c:pt idx="363">
                  <c:v>70</c:v>
                </c:pt>
                <c:pt idx="364">
                  <c:v>70</c:v>
                </c:pt>
                <c:pt idx="365">
                  <c:v>70</c:v>
                </c:pt>
                <c:pt idx="366">
                  <c:v>70</c:v>
                </c:pt>
                <c:pt idx="367">
                  <c:v>70</c:v>
                </c:pt>
                <c:pt idx="368">
                  <c:v>70</c:v>
                </c:pt>
                <c:pt idx="369">
                  <c:v>70</c:v>
                </c:pt>
                <c:pt idx="370">
                  <c:v>70</c:v>
                </c:pt>
                <c:pt idx="371">
                  <c:v>70</c:v>
                </c:pt>
                <c:pt idx="372">
                  <c:v>70</c:v>
                </c:pt>
                <c:pt idx="373">
                  <c:v>70</c:v>
                </c:pt>
                <c:pt idx="374">
                  <c:v>70</c:v>
                </c:pt>
                <c:pt idx="375">
                  <c:v>70</c:v>
                </c:pt>
                <c:pt idx="376">
                  <c:v>70</c:v>
                </c:pt>
                <c:pt idx="377">
                  <c:v>70</c:v>
                </c:pt>
                <c:pt idx="378">
                  <c:v>70</c:v>
                </c:pt>
                <c:pt idx="379">
                  <c:v>70</c:v>
                </c:pt>
                <c:pt idx="380">
                  <c:v>70</c:v>
                </c:pt>
                <c:pt idx="381">
                  <c:v>70</c:v>
                </c:pt>
                <c:pt idx="382">
                  <c:v>70</c:v>
                </c:pt>
                <c:pt idx="383">
                  <c:v>70</c:v>
                </c:pt>
                <c:pt idx="384">
                  <c:v>70</c:v>
                </c:pt>
                <c:pt idx="385">
                  <c:v>70</c:v>
                </c:pt>
                <c:pt idx="386">
                  <c:v>70</c:v>
                </c:pt>
                <c:pt idx="387">
                  <c:v>70</c:v>
                </c:pt>
                <c:pt idx="388">
                  <c:v>70</c:v>
                </c:pt>
                <c:pt idx="389">
                  <c:v>70</c:v>
                </c:pt>
                <c:pt idx="390">
                  <c:v>70</c:v>
                </c:pt>
                <c:pt idx="391">
                  <c:v>70</c:v>
                </c:pt>
                <c:pt idx="392">
                  <c:v>70</c:v>
                </c:pt>
                <c:pt idx="393">
                  <c:v>70</c:v>
                </c:pt>
                <c:pt idx="394">
                  <c:v>70</c:v>
                </c:pt>
                <c:pt idx="395">
                  <c:v>70</c:v>
                </c:pt>
                <c:pt idx="396">
                  <c:v>70</c:v>
                </c:pt>
                <c:pt idx="397">
                  <c:v>70</c:v>
                </c:pt>
                <c:pt idx="398">
                  <c:v>70</c:v>
                </c:pt>
                <c:pt idx="399">
                  <c:v>70</c:v>
                </c:pt>
                <c:pt idx="400">
                  <c:v>70</c:v>
                </c:pt>
                <c:pt idx="401">
                  <c:v>70</c:v>
                </c:pt>
                <c:pt idx="402">
                  <c:v>70</c:v>
                </c:pt>
                <c:pt idx="403">
                  <c:v>70</c:v>
                </c:pt>
                <c:pt idx="404">
                  <c:v>70</c:v>
                </c:pt>
                <c:pt idx="405">
                  <c:v>70</c:v>
                </c:pt>
                <c:pt idx="406">
                  <c:v>70</c:v>
                </c:pt>
                <c:pt idx="407">
                  <c:v>70</c:v>
                </c:pt>
                <c:pt idx="408">
                  <c:v>70</c:v>
                </c:pt>
                <c:pt idx="409">
                  <c:v>70</c:v>
                </c:pt>
                <c:pt idx="410">
                  <c:v>70</c:v>
                </c:pt>
                <c:pt idx="411">
                  <c:v>70</c:v>
                </c:pt>
                <c:pt idx="412">
                  <c:v>70</c:v>
                </c:pt>
                <c:pt idx="413">
                  <c:v>70</c:v>
                </c:pt>
                <c:pt idx="414">
                  <c:v>70</c:v>
                </c:pt>
                <c:pt idx="415">
                  <c:v>70</c:v>
                </c:pt>
                <c:pt idx="416">
                  <c:v>70</c:v>
                </c:pt>
                <c:pt idx="417">
                  <c:v>70</c:v>
                </c:pt>
                <c:pt idx="418">
                  <c:v>70</c:v>
                </c:pt>
                <c:pt idx="419">
                  <c:v>70</c:v>
                </c:pt>
                <c:pt idx="420">
                  <c:v>70</c:v>
                </c:pt>
                <c:pt idx="421">
                  <c:v>70</c:v>
                </c:pt>
                <c:pt idx="422">
                  <c:v>70</c:v>
                </c:pt>
                <c:pt idx="423">
                  <c:v>70</c:v>
                </c:pt>
                <c:pt idx="424">
                  <c:v>70</c:v>
                </c:pt>
                <c:pt idx="425">
                  <c:v>70</c:v>
                </c:pt>
                <c:pt idx="426">
                  <c:v>70</c:v>
                </c:pt>
                <c:pt idx="427">
                  <c:v>70</c:v>
                </c:pt>
                <c:pt idx="428">
                  <c:v>70</c:v>
                </c:pt>
                <c:pt idx="429">
                  <c:v>70</c:v>
                </c:pt>
                <c:pt idx="430">
                  <c:v>70</c:v>
                </c:pt>
                <c:pt idx="431">
                  <c:v>70</c:v>
                </c:pt>
                <c:pt idx="432">
                  <c:v>70</c:v>
                </c:pt>
                <c:pt idx="433">
                  <c:v>70</c:v>
                </c:pt>
                <c:pt idx="434">
                  <c:v>70</c:v>
                </c:pt>
                <c:pt idx="435">
                  <c:v>70</c:v>
                </c:pt>
                <c:pt idx="436">
                  <c:v>70</c:v>
                </c:pt>
                <c:pt idx="437">
                  <c:v>70</c:v>
                </c:pt>
                <c:pt idx="438">
                  <c:v>70</c:v>
                </c:pt>
                <c:pt idx="439">
                  <c:v>70</c:v>
                </c:pt>
                <c:pt idx="440">
                  <c:v>70</c:v>
                </c:pt>
                <c:pt idx="441">
                  <c:v>70</c:v>
                </c:pt>
                <c:pt idx="442">
                  <c:v>70</c:v>
                </c:pt>
                <c:pt idx="443">
                  <c:v>70</c:v>
                </c:pt>
                <c:pt idx="444">
                  <c:v>70</c:v>
                </c:pt>
                <c:pt idx="445">
                  <c:v>70</c:v>
                </c:pt>
                <c:pt idx="446">
                  <c:v>70</c:v>
                </c:pt>
                <c:pt idx="447">
                  <c:v>70</c:v>
                </c:pt>
                <c:pt idx="448">
                  <c:v>70</c:v>
                </c:pt>
                <c:pt idx="449">
                  <c:v>70</c:v>
                </c:pt>
                <c:pt idx="450">
                  <c:v>70</c:v>
                </c:pt>
                <c:pt idx="451">
                  <c:v>70</c:v>
                </c:pt>
                <c:pt idx="452">
                  <c:v>70</c:v>
                </c:pt>
                <c:pt idx="453">
                  <c:v>70</c:v>
                </c:pt>
                <c:pt idx="454">
                  <c:v>70</c:v>
                </c:pt>
                <c:pt idx="455">
                  <c:v>70</c:v>
                </c:pt>
                <c:pt idx="456">
                  <c:v>70</c:v>
                </c:pt>
                <c:pt idx="457">
                  <c:v>70</c:v>
                </c:pt>
                <c:pt idx="458">
                  <c:v>70</c:v>
                </c:pt>
                <c:pt idx="459">
                  <c:v>70</c:v>
                </c:pt>
                <c:pt idx="460">
                  <c:v>70</c:v>
                </c:pt>
                <c:pt idx="461">
                  <c:v>70</c:v>
                </c:pt>
                <c:pt idx="462">
                  <c:v>70</c:v>
                </c:pt>
                <c:pt idx="463">
                  <c:v>70</c:v>
                </c:pt>
                <c:pt idx="464">
                  <c:v>70</c:v>
                </c:pt>
                <c:pt idx="465">
                  <c:v>70</c:v>
                </c:pt>
                <c:pt idx="466">
                  <c:v>70</c:v>
                </c:pt>
                <c:pt idx="467">
                  <c:v>70</c:v>
                </c:pt>
                <c:pt idx="468">
                  <c:v>70</c:v>
                </c:pt>
                <c:pt idx="469">
                  <c:v>70</c:v>
                </c:pt>
                <c:pt idx="470">
                  <c:v>70</c:v>
                </c:pt>
                <c:pt idx="471">
                  <c:v>70</c:v>
                </c:pt>
                <c:pt idx="472">
                  <c:v>70</c:v>
                </c:pt>
                <c:pt idx="473">
                  <c:v>70</c:v>
                </c:pt>
                <c:pt idx="474">
                  <c:v>70</c:v>
                </c:pt>
                <c:pt idx="475">
                  <c:v>70</c:v>
                </c:pt>
                <c:pt idx="476">
                  <c:v>70</c:v>
                </c:pt>
                <c:pt idx="477">
                  <c:v>70</c:v>
                </c:pt>
                <c:pt idx="478">
                  <c:v>70</c:v>
                </c:pt>
                <c:pt idx="479">
                  <c:v>70</c:v>
                </c:pt>
                <c:pt idx="480">
                  <c:v>70</c:v>
                </c:pt>
                <c:pt idx="481">
                  <c:v>70</c:v>
                </c:pt>
                <c:pt idx="482">
                  <c:v>70</c:v>
                </c:pt>
                <c:pt idx="483">
                  <c:v>70</c:v>
                </c:pt>
                <c:pt idx="484">
                  <c:v>70</c:v>
                </c:pt>
                <c:pt idx="485">
                  <c:v>70</c:v>
                </c:pt>
                <c:pt idx="486">
                  <c:v>70</c:v>
                </c:pt>
                <c:pt idx="487">
                  <c:v>70</c:v>
                </c:pt>
                <c:pt idx="488">
                  <c:v>70</c:v>
                </c:pt>
                <c:pt idx="489">
                  <c:v>70</c:v>
                </c:pt>
                <c:pt idx="490">
                  <c:v>70</c:v>
                </c:pt>
                <c:pt idx="491">
                  <c:v>70</c:v>
                </c:pt>
                <c:pt idx="492">
                  <c:v>70</c:v>
                </c:pt>
                <c:pt idx="493">
                  <c:v>70</c:v>
                </c:pt>
                <c:pt idx="494">
                  <c:v>70</c:v>
                </c:pt>
                <c:pt idx="495">
                  <c:v>70</c:v>
                </c:pt>
                <c:pt idx="496">
                  <c:v>70</c:v>
                </c:pt>
                <c:pt idx="497">
                  <c:v>70</c:v>
                </c:pt>
                <c:pt idx="498">
                  <c:v>70</c:v>
                </c:pt>
                <c:pt idx="499">
                  <c:v>70</c:v>
                </c:pt>
                <c:pt idx="500">
                  <c:v>70</c:v>
                </c:pt>
                <c:pt idx="501">
                  <c:v>70</c:v>
                </c:pt>
                <c:pt idx="502">
                  <c:v>70</c:v>
                </c:pt>
                <c:pt idx="503">
                  <c:v>70</c:v>
                </c:pt>
                <c:pt idx="504">
                  <c:v>70</c:v>
                </c:pt>
                <c:pt idx="505">
                  <c:v>70</c:v>
                </c:pt>
                <c:pt idx="506">
                  <c:v>70</c:v>
                </c:pt>
                <c:pt idx="507">
                  <c:v>70</c:v>
                </c:pt>
                <c:pt idx="508">
                  <c:v>70</c:v>
                </c:pt>
                <c:pt idx="509">
                  <c:v>70</c:v>
                </c:pt>
                <c:pt idx="510">
                  <c:v>70</c:v>
                </c:pt>
                <c:pt idx="511">
                  <c:v>70</c:v>
                </c:pt>
                <c:pt idx="512">
                  <c:v>70</c:v>
                </c:pt>
                <c:pt idx="513">
                  <c:v>70</c:v>
                </c:pt>
                <c:pt idx="514">
                  <c:v>70</c:v>
                </c:pt>
                <c:pt idx="515">
                  <c:v>70</c:v>
                </c:pt>
                <c:pt idx="516">
                  <c:v>70</c:v>
                </c:pt>
                <c:pt idx="517">
                  <c:v>70</c:v>
                </c:pt>
                <c:pt idx="518">
                  <c:v>70</c:v>
                </c:pt>
                <c:pt idx="519">
                  <c:v>70</c:v>
                </c:pt>
                <c:pt idx="520">
                  <c:v>70</c:v>
                </c:pt>
                <c:pt idx="521">
                  <c:v>70</c:v>
                </c:pt>
                <c:pt idx="522">
                  <c:v>70</c:v>
                </c:pt>
                <c:pt idx="523">
                  <c:v>70</c:v>
                </c:pt>
                <c:pt idx="524">
                  <c:v>70</c:v>
                </c:pt>
                <c:pt idx="525">
                  <c:v>70</c:v>
                </c:pt>
                <c:pt idx="526">
                  <c:v>70</c:v>
                </c:pt>
                <c:pt idx="527">
                  <c:v>70</c:v>
                </c:pt>
                <c:pt idx="528">
                  <c:v>70</c:v>
                </c:pt>
                <c:pt idx="529">
                  <c:v>70</c:v>
                </c:pt>
                <c:pt idx="530">
                  <c:v>70</c:v>
                </c:pt>
                <c:pt idx="531">
                  <c:v>70</c:v>
                </c:pt>
                <c:pt idx="532">
                  <c:v>70</c:v>
                </c:pt>
                <c:pt idx="533">
                  <c:v>70</c:v>
                </c:pt>
                <c:pt idx="534">
                  <c:v>70</c:v>
                </c:pt>
                <c:pt idx="535">
                  <c:v>70</c:v>
                </c:pt>
                <c:pt idx="536">
                  <c:v>70</c:v>
                </c:pt>
                <c:pt idx="537">
                  <c:v>70</c:v>
                </c:pt>
                <c:pt idx="538">
                  <c:v>70</c:v>
                </c:pt>
                <c:pt idx="539">
                  <c:v>70</c:v>
                </c:pt>
                <c:pt idx="540">
                  <c:v>70</c:v>
                </c:pt>
                <c:pt idx="541">
                  <c:v>70</c:v>
                </c:pt>
                <c:pt idx="542">
                  <c:v>70</c:v>
                </c:pt>
                <c:pt idx="543">
                  <c:v>70</c:v>
                </c:pt>
                <c:pt idx="544">
                  <c:v>70</c:v>
                </c:pt>
                <c:pt idx="545">
                  <c:v>70</c:v>
                </c:pt>
                <c:pt idx="546">
                  <c:v>70</c:v>
                </c:pt>
                <c:pt idx="547">
                  <c:v>70</c:v>
                </c:pt>
                <c:pt idx="548">
                  <c:v>70</c:v>
                </c:pt>
                <c:pt idx="549">
                  <c:v>70</c:v>
                </c:pt>
                <c:pt idx="550">
                  <c:v>70</c:v>
                </c:pt>
                <c:pt idx="551">
                  <c:v>70</c:v>
                </c:pt>
                <c:pt idx="552">
                  <c:v>70</c:v>
                </c:pt>
                <c:pt idx="553">
                  <c:v>70</c:v>
                </c:pt>
                <c:pt idx="554">
                  <c:v>70</c:v>
                </c:pt>
                <c:pt idx="555">
                  <c:v>70</c:v>
                </c:pt>
                <c:pt idx="556">
                  <c:v>70</c:v>
                </c:pt>
                <c:pt idx="557">
                  <c:v>70</c:v>
                </c:pt>
                <c:pt idx="558">
                  <c:v>70</c:v>
                </c:pt>
                <c:pt idx="559">
                  <c:v>70</c:v>
                </c:pt>
                <c:pt idx="560">
                  <c:v>70</c:v>
                </c:pt>
                <c:pt idx="561">
                  <c:v>70</c:v>
                </c:pt>
                <c:pt idx="562">
                  <c:v>70</c:v>
                </c:pt>
                <c:pt idx="563">
                  <c:v>70</c:v>
                </c:pt>
                <c:pt idx="564">
                  <c:v>70</c:v>
                </c:pt>
                <c:pt idx="565">
                  <c:v>70</c:v>
                </c:pt>
                <c:pt idx="566">
                  <c:v>70</c:v>
                </c:pt>
                <c:pt idx="567">
                  <c:v>70</c:v>
                </c:pt>
                <c:pt idx="568">
                  <c:v>70</c:v>
                </c:pt>
                <c:pt idx="569">
                  <c:v>70</c:v>
                </c:pt>
                <c:pt idx="570">
                  <c:v>70</c:v>
                </c:pt>
                <c:pt idx="571">
                  <c:v>70</c:v>
                </c:pt>
                <c:pt idx="572">
                  <c:v>70</c:v>
                </c:pt>
                <c:pt idx="573">
                  <c:v>70</c:v>
                </c:pt>
                <c:pt idx="574">
                  <c:v>70</c:v>
                </c:pt>
                <c:pt idx="575">
                  <c:v>70</c:v>
                </c:pt>
                <c:pt idx="576">
                  <c:v>70</c:v>
                </c:pt>
                <c:pt idx="577">
                  <c:v>70</c:v>
                </c:pt>
                <c:pt idx="578">
                  <c:v>70</c:v>
                </c:pt>
                <c:pt idx="579">
                  <c:v>70</c:v>
                </c:pt>
                <c:pt idx="580">
                  <c:v>70</c:v>
                </c:pt>
                <c:pt idx="581">
                  <c:v>70</c:v>
                </c:pt>
                <c:pt idx="582">
                  <c:v>70</c:v>
                </c:pt>
                <c:pt idx="583">
                  <c:v>70</c:v>
                </c:pt>
                <c:pt idx="584">
                  <c:v>70</c:v>
                </c:pt>
                <c:pt idx="585">
                  <c:v>70</c:v>
                </c:pt>
                <c:pt idx="586">
                  <c:v>70</c:v>
                </c:pt>
                <c:pt idx="587">
                  <c:v>70</c:v>
                </c:pt>
                <c:pt idx="588">
                  <c:v>70</c:v>
                </c:pt>
                <c:pt idx="589">
                  <c:v>70</c:v>
                </c:pt>
                <c:pt idx="590">
                  <c:v>70</c:v>
                </c:pt>
                <c:pt idx="591">
                  <c:v>70</c:v>
                </c:pt>
                <c:pt idx="592">
                  <c:v>70</c:v>
                </c:pt>
                <c:pt idx="593">
                  <c:v>70</c:v>
                </c:pt>
                <c:pt idx="594">
                  <c:v>70</c:v>
                </c:pt>
                <c:pt idx="595">
                  <c:v>70</c:v>
                </c:pt>
                <c:pt idx="596">
                  <c:v>70</c:v>
                </c:pt>
                <c:pt idx="597">
                  <c:v>70</c:v>
                </c:pt>
                <c:pt idx="598">
                  <c:v>70</c:v>
                </c:pt>
                <c:pt idx="599">
                  <c:v>70</c:v>
                </c:pt>
                <c:pt idx="600">
                  <c:v>70</c:v>
                </c:pt>
                <c:pt idx="601">
                  <c:v>70</c:v>
                </c:pt>
                <c:pt idx="602">
                  <c:v>70</c:v>
                </c:pt>
                <c:pt idx="603">
                  <c:v>70</c:v>
                </c:pt>
                <c:pt idx="604">
                  <c:v>70</c:v>
                </c:pt>
                <c:pt idx="605">
                  <c:v>70</c:v>
                </c:pt>
                <c:pt idx="606">
                  <c:v>70</c:v>
                </c:pt>
                <c:pt idx="607">
                  <c:v>70</c:v>
                </c:pt>
                <c:pt idx="608">
                  <c:v>70</c:v>
                </c:pt>
                <c:pt idx="609">
                  <c:v>70</c:v>
                </c:pt>
                <c:pt idx="610">
                  <c:v>70</c:v>
                </c:pt>
                <c:pt idx="611">
                  <c:v>70</c:v>
                </c:pt>
                <c:pt idx="612">
                  <c:v>70</c:v>
                </c:pt>
                <c:pt idx="613">
                  <c:v>70</c:v>
                </c:pt>
                <c:pt idx="614">
                  <c:v>70</c:v>
                </c:pt>
                <c:pt idx="615">
                  <c:v>70</c:v>
                </c:pt>
                <c:pt idx="616">
                  <c:v>70</c:v>
                </c:pt>
                <c:pt idx="617">
                  <c:v>70</c:v>
                </c:pt>
                <c:pt idx="618">
                  <c:v>70</c:v>
                </c:pt>
                <c:pt idx="619">
                  <c:v>70</c:v>
                </c:pt>
                <c:pt idx="620">
                  <c:v>70</c:v>
                </c:pt>
                <c:pt idx="621">
                  <c:v>70</c:v>
                </c:pt>
                <c:pt idx="622">
                  <c:v>70</c:v>
                </c:pt>
                <c:pt idx="623">
                  <c:v>70</c:v>
                </c:pt>
                <c:pt idx="624">
                  <c:v>70</c:v>
                </c:pt>
                <c:pt idx="625">
                  <c:v>70</c:v>
                </c:pt>
                <c:pt idx="626">
                  <c:v>70</c:v>
                </c:pt>
                <c:pt idx="627">
                  <c:v>70</c:v>
                </c:pt>
                <c:pt idx="628">
                  <c:v>70</c:v>
                </c:pt>
                <c:pt idx="629">
                  <c:v>70</c:v>
                </c:pt>
                <c:pt idx="630">
                  <c:v>70</c:v>
                </c:pt>
                <c:pt idx="631">
                  <c:v>70</c:v>
                </c:pt>
                <c:pt idx="632">
                  <c:v>70</c:v>
                </c:pt>
                <c:pt idx="633">
                  <c:v>70</c:v>
                </c:pt>
                <c:pt idx="634">
                  <c:v>70</c:v>
                </c:pt>
                <c:pt idx="635">
                  <c:v>70</c:v>
                </c:pt>
                <c:pt idx="636">
                  <c:v>70</c:v>
                </c:pt>
                <c:pt idx="637">
                  <c:v>70</c:v>
                </c:pt>
                <c:pt idx="638">
                  <c:v>70</c:v>
                </c:pt>
                <c:pt idx="639">
                  <c:v>70</c:v>
                </c:pt>
                <c:pt idx="640">
                  <c:v>70</c:v>
                </c:pt>
                <c:pt idx="641">
                  <c:v>70</c:v>
                </c:pt>
                <c:pt idx="642">
                  <c:v>70</c:v>
                </c:pt>
                <c:pt idx="643">
                  <c:v>70</c:v>
                </c:pt>
                <c:pt idx="644">
                  <c:v>70</c:v>
                </c:pt>
                <c:pt idx="645">
                  <c:v>70</c:v>
                </c:pt>
                <c:pt idx="646">
                  <c:v>70</c:v>
                </c:pt>
                <c:pt idx="647">
                  <c:v>70</c:v>
                </c:pt>
                <c:pt idx="648">
                  <c:v>70</c:v>
                </c:pt>
                <c:pt idx="649">
                  <c:v>70</c:v>
                </c:pt>
                <c:pt idx="650">
                  <c:v>70</c:v>
                </c:pt>
                <c:pt idx="651">
                  <c:v>70</c:v>
                </c:pt>
                <c:pt idx="652">
                  <c:v>70</c:v>
                </c:pt>
                <c:pt idx="653">
                  <c:v>70</c:v>
                </c:pt>
                <c:pt idx="654">
                  <c:v>70</c:v>
                </c:pt>
                <c:pt idx="655">
                  <c:v>70</c:v>
                </c:pt>
                <c:pt idx="656">
                  <c:v>70</c:v>
                </c:pt>
                <c:pt idx="657">
                  <c:v>70</c:v>
                </c:pt>
                <c:pt idx="658">
                  <c:v>70</c:v>
                </c:pt>
                <c:pt idx="659">
                  <c:v>70</c:v>
                </c:pt>
                <c:pt idx="660">
                  <c:v>70</c:v>
                </c:pt>
                <c:pt idx="661">
                  <c:v>70</c:v>
                </c:pt>
                <c:pt idx="662">
                  <c:v>70</c:v>
                </c:pt>
                <c:pt idx="663">
                  <c:v>70</c:v>
                </c:pt>
                <c:pt idx="664">
                  <c:v>70</c:v>
                </c:pt>
                <c:pt idx="665">
                  <c:v>70</c:v>
                </c:pt>
                <c:pt idx="666">
                  <c:v>70</c:v>
                </c:pt>
                <c:pt idx="667">
                  <c:v>70</c:v>
                </c:pt>
                <c:pt idx="668">
                  <c:v>70</c:v>
                </c:pt>
                <c:pt idx="669">
                  <c:v>70</c:v>
                </c:pt>
                <c:pt idx="670">
                  <c:v>70</c:v>
                </c:pt>
                <c:pt idx="671">
                  <c:v>70</c:v>
                </c:pt>
                <c:pt idx="672">
                  <c:v>70</c:v>
                </c:pt>
                <c:pt idx="673">
                  <c:v>70</c:v>
                </c:pt>
                <c:pt idx="674">
                  <c:v>70</c:v>
                </c:pt>
                <c:pt idx="675">
                  <c:v>70</c:v>
                </c:pt>
                <c:pt idx="676">
                  <c:v>70</c:v>
                </c:pt>
                <c:pt idx="677">
                  <c:v>70</c:v>
                </c:pt>
                <c:pt idx="678">
                  <c:v>70</c:v>
                </c:pt>
                <c:pt idx="679">
                  <c:v>70</c:v>
                </c:pt>
                <c:pt idx="680">
                  <c:v>70</c:v>
                </c:pt>
                <c:pt idx="681">
                  <c:v>70</c:v>
                </c:pt>
                <c:pt idx="682">
                  <c:v>70</c:v>
                </c:pt>
                <c:pt idx="683">
                  <c:v>70</c:v>
                </c:pt>
                <c:pt idx="684">
                  <c:v>70</c:v>
                </c:pt>
                <c:pt idx="685">
                  <c:v>70</c:v>
                </c:pt>
                <c:pt idx="686">
                  <c:v>70</c:v>
                </c:pt>
                <c:pt idx="687">
                  <c:v>70</c:v>
                </c:pt>
                <c:pt idx="688">
                  <c:v>70</c:v>
                </c:pt>
                <c:pt idx="689">
                  <c:v>70</c:v>
                </c:pt>
                <c:pt idx="690">
                  <c:v>70</c:v>
                </c:pt>
                <c:pt idx="691">
                  <c:v>70</c:v>
                </c:pt>
                <c:pt idx="692">
                  <c:v>70</c:v>
                </c:pt>
                <c:pt idx="693">
                  <c:v>70</c:v>
                </c:pt>
                <c:pt idx="694">
                  <c:v>70</c:v>
                </c:pt>
                <c:pt idx="695">
                  <c:v>70</c:v>
                </c:pt>
                <c:pt idx="696">
                  <c:v>70</c:v>
                </c:pt>
                <c:pt idx="697">
                  <c:v>70</c:v>
                </c:pt>
                <c:pt idx="698">
                  <c:v>70</c:v>
                </c:pt>
                <c:pt idx="699">
                  <c:v>70</c:v>
                </c:pt>
                <c:pt idx="700">
                  <c:v>70</c:v>
                </c:pt>
                <c:pt idx="701">
                  <c:v>70</c:v>
                </c:pt>
                <c:pt idx="702">
                  <c:v>70</c:v>
                </c:pt>
                <c:pt idx="703">
                  <c:v>70</c:v>
                </c:pt>
                <c:pt idx="704">
                  <c:v>70</c:v>
                </c:pt>
                <c:pt idx="705">
                  <c:v>70</c:v>
                </c:pt>
                <c:pt idx="706">
                  <c:v>70</c:v>
                </c:pt>
                <c:pt idx="707">
                  <c:v>70</c:v>
                </c:pt>
                <c:pt idx="708">
                  <c:v>70</c:v>
                </c:pt>
                <c:pt idx="709">
                  <c:v>70</c:v>
                </c:pt>
                <c:pt idx="710">
                  <c:v>70</c:v>
                </c:pt>
                <c:pt idx="711">
                  <c:v>70</c:v>
                </c:pt>
                <c:pt idx="712">
                  <c:v>70</c:v>
                </c:pt>
                <c:pt idx="713">
                  <c:v>70</c:v>
                </c:pt>
                <c:pt idx="714">
                  <c:v>70</c:v>
                </c:pt>
                <c:pt idx="715">
                  <c:v>70</c:v>
                </c:pt>
                <c:pt idx="716">
                  <c:v>70</c:v>
                </c:pt>
                <c:pt idx="717">
                  <c:v>70</c:v>
                </c:pt>
                <c:pt idx="718">
                  <c:v>70</c:v>
                </c:pt>
                <c:pt idx="719">
                  <c:v>70</c:v>
                </c:pt>
                <c:pt idx="720">
                  <c:v>70</c:v>
                </c:pt>
                <c:pt idx="721">
                  <c:v>70</c:v>
                </c:pt>
                <c:pt idx="722">
                  <c:v>70</c:v>
                </c:pt>
                <c:pt idx="723">
                  <c:v>70</c:v>
                </c:pt>
                <c:pt idx="724">
                  <c:v>70</c:v>
                </c:pt>
                <c:pt idx="725">
                  <c:v>70</c:v>
                </c:pt>
                <c:pt idx="726">
                  <c:v>70</c:v>
                </c:pt>
                <c:pt idx="727">
                  <c:v>70</c:v>
                </c:pt>
                <c:pt idx="728">
                  <c:v>70</c:v>
                </c:pt>
                <c:pt idx="729">
                  <c:v>70</c:v>
                </c:pt>
                <c:pt idx="730">
                  <c:v>70</c:v>
                </c:pt>
                <c:pt idx="731">
                  <c:v>70</c:v>
                </c:pt>
                <c:pt idx="732">
                  <c:v>70</c:v>
                </c:pt>
                <c:pt idx="733">
                  <c:v>70</c:v>
                </c:pt>
                <c:pt idx="734">
                  <c:v>70</c:v>
                </c:pt>
                <c:pt idx="735">
                  <c:v>70</c:v>
                </c:pt>
                <c:pt idx="736">
                  <c:v>70</c:v>
                </c:pt>
                <c:pt idx="737">
                  <c:v>70</c:v>
                </c:pt>
                <c:pt idx="738">
                  <c:v>70</c:v>
                </c:pt>
                <c:pt idx="739">
                  <c:v>70</c:v>
                </c:pt>
                <c:pt idx="740">
                  <c:v>70</c:v>
                </c:pt>
                <c:pt idx="741">
                  <c:v>70</c:v>
                </c:pt>
                <c:pt idx="742">
                  <c:v>70</c:v>
                </c:pt>
                <c:pt idx="743">
                  <c:v>70</c:v>
                </c:pt>
                <c:pt idx="744">
                  <c:v>70</c:v>
                </c:pt>
                <c:pt idx="745">
                  <c:v>70</c:v>
                </c:pt>
                <c:pt idx="746">
                  <c:v>70</c:v>
                </c:pt>
                <c:pt idx="747">
                  <c:v>70</c:v>
                </c:pt>
                <c:pt idx="748">
                  <c:v>70</c:v>
                </c:pt>
                <c:pt idx="749">
                  <c:v>70</c:v>
                </c:pt>
                <c:pt idx="750">
                  <c:v>70</c:v>
                </c:pt>
                <c:pt idx="751">
                  <c:v>70</c:v>
                </c:pt>
                <c:pt idx="752">
                  <c:v>70</c:v>
                </c:pt>
                <c:pt idx="753">
                  <c:v>70</c:v>
                </c:pt>
                <c:pt idx="754">
                  <c:v>70</c:v>
                </c:pt>
                <c:pt idx="755">
                  <c:v>70</c:v>
                </c:pt>
                <c:pt idx="756">
                  <c:v>70</c:v>
                </c:pt>
                <c:pt idx="757">
                  <c:v>70</c:v>
                </c:pt>
                <c:pt idx="758">
                  <c:v>70</c:v>
                </c:pt>
                <c:pt idx="759">
                  <c:v>70</c:v>
                </c:pt>
                <c:pt idx="760">
                  <c:v>70</c:v>
                </c:pt>
                <c:pt idx="761">
                  <c:v>70</c:v>
                </c:pt>
                <c:pt idx="762">
                  <c:v>70</c:v>
                </c:pt>
                <c:pt idx="763">
                  <c:v>70</c:v>
                </c:pt>
                <c:pt idx="764">
                  <c:v>70</c:v>
                </c:pt>
                <c:pt idx="765">
                  <c:v>70</c:v>
                </c:pt>
                <c:pt idx="766">
                  <c:v>70</c:v>
                </c:pt>
                <c:pt idx="767">
                  <c:v>70</c:v>
                </c:pt>
                <c:pt idx="768">
                  <c:v>70</c:v>
                </c:pt>
                <c:pt idx="769">
                  <c:v>70</c:v>
                </c:pt>
                <c:pt idx="770">
                  <c:v>70</c:v>
                </c:pt>
                <c:pt idx="771">
                  <c:v>70</c:v>
                </c:pt>
                <c:pt idx="772">
                  <c:v>70</c:v>
                </c:pt>
                <c:pt idx="773">
                  <c:v>70</c:v>
                </c:pt>
                <c:pt idx="774">
                  <c:v>70</c:v>
                </c:pt>
                <c:pt idx="775">
                  <c:v>70</c:v>
                </c:pt>
                <c:pt idx="776">
                  <c:v>70</c:v>
                </c:pt>
                <c:pt idx="777">
                  <c:v>70</c:v>
                </c:pt>
                <c:pt idx="778">
                  <c:v>70</c:v>
                </c:pt>
                <c:pt idx="779">
                  <c:v>70</c:v>
                </c:pt>
                <c:pt idx="780">
                  <c:v>70</c:v>
                </c:pt>
                <c:pt idx="781">
                  <c:v>70</c:v>
                </c:pt>
                <c:pt idx="782">
                  <c:v>70</c:v>
                </c:pt>
                <c:pt idx="783">
                  <c:v>70</c:v>
                </c:pt>
                <c:pt idx="784">
                  <c:v>70</c:v>
                </c:pt>
                <c:pt idx="785">
                  <c:v>70</c:v>
                </c:pt>
                <c:pt idx="786">
                  <c:v>70</c:v>
                </c:pt>
                <c:pt idx="787">
                  <c:v>70</c:v>
                </c:pt>
                <c:pt idx="788">
                  <c:v>70</c:v>
                </c:pt>
                <c:pt idx="789">
                  <c:v>70</c:v>
                </c:pt>
                <c:pt idx="790">
                  <c:v>70</c:v>
                </c:pt>
                <c:pt idx="791">
                  <c:v>70</c:v>
                </c:pt>
                <c:pt idx="792">
                  <c:v>70</c:v>
                </c:pt>
                <c:pt idx="793">
                  <c:v>70</c:v>
                </c:pt>
                <c:pt idx="794">
                  <c:v>70</c:v>
                </c:pt>
                <c:pt idx="795">
                  <c:v>70</c:v>
                </c:pt>
                <c:pt idx="796">
                  <c:v>70</c:v>
                </c:pt>
                <c:pt idx="797">
                  <c:v>70</c:v>
                </c:pt>
                <c:pt idx="798">
                  <c:v>70</c:v>
                </c:pt>
                <c:pt idx="799">
                  <c:v>70</c:v>
                </c:pt>
                <c:pt idx="800">
                  <c:v>70</c:v>
                </c:pt>
                <c:pt idx="801">
                  <c:v>70</c:v>
                </c:pt>
                <c:pt idx="802">
                  <c:v>70</c:v>
                </c:pt>
                <c:pt idx="803">
                  <c:v>70</c:v>
                </c:pt>
                <c:pt idx="804">
                  <c:v>70</c:v>
                </c:pt>
                <c:pt idx="805">
                  <c:v>70</c:v>
                </c:pt>
                <c:pt idx="806">
                  <c:v>70</c:v>
                </c:pt>
                <c:pt idx="807">
                  <c:v>70</c:v>
                </c:pt>
                <c:pt idx="808">
                  <c:v>70</c:v>
                </c:pt>
                <c:pt idx="809">
                  <c:v>70</c:v>
                </c:pt>
                <c:pt idx="810">
                  <c:v>70</c:v>
                </c:pt>
                <c:pt idx="811">
                  <c:v>70</c:v>
                </c:pt>
                <c:pt idx="812">
                  <c:v>70</c:v>
                </c:pt>
                <c:pt idx="813">
                  <c:v>70</c:v>
                </c:pt>
                <c:pt idx="814">
                  <c:v>70</c:v>
                </c:pt>
                <c:pt idx="815">
                  <c:v>70</c:v>
                </c:pt>
                <c:pt idx="816">
                  <c:v>70</c:v>
                </c:pt>
                <c:pt idx="817">
                  <c:v>70</c:v>
                </c:pt>
                <c:pt idx="818">
                  <c:v>70</c:v>
                </c:pt>
                <c:pt idx="819">
                  <c:v>70</c:v>
                </c:pt>
                <c:pt idx="820">
                  <c:v>70</c:v>
                </c:pt>
                <c:pt idx="821">
                  <c:v>70</c:v>
                </c:pt>
                <c:pt idx="822">
                  <c:v>70</c:v>
                </c:pt>
                <c:pt idx="823">
                  <c:v>70</c:v>
                </c:pt>
                <c:pt idx="824">
                  <c:v>70</c:v>
                </c:pt>
                <c:pt idx="825">
                  <c:v>70</c:v>
                </c:pt>
                <c:pt idx="826">
                  <c:v>70</c:v>
                </c:pt>
                <c:pt idx="827">
                  <c:v>70</c:v>
                </c:pt>
                <c:pt idx="828">
                  <c:v>70</c:v>
                </c:pt>
                <c:pt idx="829">
                  <c:v>70</c:v>
                </c:pt>
                <c:pt idx="830">
                  <c:v>70</c:v>
                </c:pt>
                <c:pt idx="831">
                  <c:v>70</c:v>
                </c:pt>
                <c:pt idx="832">
                  <c:v>70</c:v>
                </c:pt>
                <c:pt idx="833">
                  <c:v>70</c:v>
                </c:pt>
                <c:pt idx="834">
                  <c:v>70</c:v>
                </c:pt>
                <c:pt idx="835">
                  <c:v>70</c:v>
                </c:pt>
                <c:pt idx="836">
                  <c:v>70</c:v>
                </c:pt>
                <c:pt idx="837">
                  <c:v>70</c:v>
                </c:pt>
                <c:pt idx="838">
                  <c:v>70</c:v>
                </c:pt>
                <c:pt idx="839">
                  <c:v>70</c:v>
                </c:pt>
                <c:pt idx="840">
                  <c:v>70</c:v>
                </c:pt>
                <c:pt idx="841">
                  <c:v>70</c:v>
                </c:pt>
                <c:pt idx="842">
                  <c:v>70</c:v>
                </c:pt>
                <c:pt idx="843">
                  <c:v>70</c:v>
                </c:pt>
                <c:pt idx="844">
                  <c:v>70</c:v>
                </c:pt>
                <c:pt idx="845">
                  <c:v>70</c:v>
                </c:pt>
                <c:pt idx="846">
                  <c:v>70</c:v>
                </c:pt>
                <c:pt idx="847">
                  <c:v>70</c:v>
                </c:pt>
                <c:pt idx="848">
                  <c:v>70</c:v>
                </c:pt>
                <c:pt idx="849">
                  <c:v>70</c:v>
                </c:pt>
              </c:numCache>
            </c:numRef>
          </c:val>
          <c:smooth val="0"/>
        </c:ser>
        <c:ser>
          <c:idx val="2"/>
          <c:order val="2"/>
          <c:tx>
            <c:strRef>
              <c:f>Sheet1!$D$1</c:f>
              <c:strCache>
                <c:ptCount val="1"/>
                <c:pt idx="0">
                  <c:v>30</c:v>
                </c:pt>
              </c:strCache>
            </c:strRef>
          </c:tx>
          <c:spPr>
            <a:solidFill>
              <a:srgbClr val="2BD9A0"/>
            </a:solidFill>
            <a:ln w="12700" cap="flat">
              <a:solidFill>
                <a:srgbClr val="2BD9A0"/>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2BD9A0"/>
              </a:solidFill>
              <a:ln w="9525" cap="flat">
                <a:solidFill>
                  <a:srgbClr val="2BD9A0"/>
                </a:solidFill>
                <a:prstDash val="solid"/>
                <a:round/>
              </a:ln>
              <a:effectLst/>
            </c:spPr>
          </c:marker>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Sheet1!$D$2:$D$851</c:f>
              <c:numCache>
                <c:formatCode>General</c:formatCode>
                <c:ptCount val="850"/>
                <c:pt idx="0">
                  <c:v>30</c:v>
                </c:pt>
                <c:pt idx="1">
                  <c:v>30</c:v>
                </c:pt>
                <c:pt idx="2">
                  <c:v>30</c:v>
                </c:pt>
                <c:pt idx="3">
                  <c:v>30</c:v>
                </c:pt>
                <c:pt idx="4">
                  <c:v>30</c:v>
                </c:pt>
                <c:pt idx="5">
                  <c:v>30</c:v>
                </c:pt>
                <c:pt idx="6">
                  <c:v>30</c:v>
                </c:pt>
                <c:pt idx="7">
                  <c:v>30</c:v>
                </c:pt>
                <c:pt idx="8">
                  <c:v>30</c:v>
                </c:pt>
                <c:pt idx="9">
                  <c:v>30</c:v>
                </c:pt>
                <c:pt idx="10">
                  <c:v>30</c:v>
                </c:pt>
                <c:pt idx="11">
                  <c:v>30</c:v>
                </c:pt>
                <c:pt idx="12">
                  <c:v>30</c:v>
                </c:pt>
                <c:pt idx="13">
                  <c:v>30</c:v>
                </c:pt>
                <c:pt idx="14">
                  <c:v>30</c:v>
                </c:pt>
                <c:pt idx="15">
                  <c:v>30</c:v>
                </c:pt>
                <c:pt idx="16">
                  <c:v>30</c:v>
                </c:pt>
                <c:pt idx="17">
                  <c:v>30</c:v>
                </c:pt>
                <c:pt idx="18">
                  <c:v>30</c:v>
                </c:pt>
                <c:pt idx="19">
                  <c:v>30</c:v>
                </c:pt>
                <c:pt idx="20">
                  <c:v>30</c:v>
                </c:pt>
                <c:pt idx="21">
                  <c:v>30</c:v>
                </c:pt>
                <c:pt idx="22">
                  <c:v>30</c:v>
                </c:pt>
                <c:pt idx="23">
                  <c:v>30</c:v>
                </c:pt>
                <c:pt idx="24">
                  <c:v>30</c:v>
                </c:pt>
                <c:pt idx="25">
                  <c:v>30</c:v>
                </c:pt>
                <c:pt idx="26">
                  <c:v>30</c:v>
                </c:pt>
                <c:pt idx="27">
                  <c:v>30</c:v>
                </c:pt>
                <c:pt idx="28">
                  <c:v>30</c:v>
                </c:pt>
                <c:pt idx="29">
                  <c:v>30</c:v>
                </c:pt>
                <c:pt idx="30">
                  <c:v>30</c:v>
                </c:pt>
                <c:pt idx="31">
                  <c:v>30</c:v>
                </c:pt>
                <c:pt idx="32">
                  <c:v>30</c:v>
                </c:pt>
                <c:pt idx="33">
                  <c:v>30</c:v>
                </c:pt>
                <c:pt idx="34">
                  <c:v>30</c:v>
                </c:pt>
                <c:pt idx="35">
                  <c:v>30</c:v>
                </c:pt>
                <c:pt idx="36">
                  <c:v>30</c:v>
                </c:pt>
                <c:pt idx="37">
                  <c:v>30</c:v>
                </c:pt>
                <c:pt idx="38">
                  <c:v>30</c:v>
                </c:pt>
                <c:pt idx="39">
                  <c:v>30</c:v>
                </c:pt>
                <c:pt idx="40">
                  <c:v>30</c:v>
                </c:pt>
                <c:pt idx="41">
                  <c:v>30</c:v>
                </c:pt>
                <c:pt idx="42">
                  <c:v>30</c:v>
                </c:pt>
                <c:pt idx="43">
                  <c:v>30</c:v>
                </c:pt>
                <c:pt idx="44">
                  <c:v>30</c:v>
                </c:pt>
                <c:pt idx="45">
                  <c:v>30</c:v>
                </c:pt>
                <c:pt idx="46">
                  <c:v>30</c:v>
                </c:pt>
                <c:pt idx="47">
                  <c:v>30</c:v>
                </c:pt>
                <c:pt idx="48">
                  <c:v>30</c:v>
                </c:pt>
                <c:pt idx="49">
                  <c:v>30</c:v>
                </c:pt>
                <c:pt idx="50">
                  <c:v>30</c:v>
                </c:pt>
                <c:pt idx="51">
                  <c:v>30</c:v>
                </c:pt>
                <c:pt idx="52">
                  <c:v>30</c:v>
                </c:pt>
                <c:pt idx="53">
                  <c:v>30</c:v>
                </c:pt>
                <c:pt idx="54">
                  <c:v>30</c:v>
                </c:pt>
                <c:pt idx="55">
                  <c:v>30</c:v>
                </c:pt>
                <c:pt idx="56">
                  <c:v>30</c:v>
                </c:pt>
                <c:pt idx="57">
                  <c:v>30</c:v>
                </c:pt>
                <c:pt idx="58">
                  <c:v>30</c:v>
                </c:pt>
                <c:pt idx="59">
                  <c:v>30</c:v>
                </c:pt>
                <c:pt idx="60">
                  <c:v>30</c:v>
                </c:pt>
                <c:pt idx="61">
                  <c:v>30</c:v>
                </c:pt>
                <c:pt idx="62">
                  <c:v>30</c:v>
                </c:pt>
                <c:pt idx="63">
                  <c:v>30</c:v>
                </c:pt>
                <c:pt idx="64">
                  <c:v>30</c:v>
                </c:pt>
                <c:pt idx="65">
                  <c:v>30</c:v>
                </c:pt>
                <c:pt idx="66">
                  <c:v>30</c:v>
                </c:pt>
                <c:pt idx="67">
                  <c:v>30</c:v>
                </c:pt>
                <c:pt idx="68">
                  <c:v>30</c:v>
                </c:pt>
                <c:pt idx="69">
                  <c:v>30</c:v>
                </c:pt>
                <c:pt idx="70">
                  <c:v>30</c:v>
                </c:pt>
                <c:pt idx="71">
                  <c:v>30</c:v>
                </c:pt>
                <c:pt idx="72">
                  <c:v>30</c:v>
                </c:pt>
                <c:pt idx="73">
                  <c:v>30</c:v>
                </c:pt>
                <c:pt idx="74">
                  <c:v>30</c:v>
                </c:pt>
                <c:pt idx="75">
                  <c:v>30</c:v>
                </c:pt>
                <c:pt idx="76">
                  <c:v>30</c:v>
                </c:pt>
                <c:pt idx="77">
                  <c:v>30</c:v>
                </c:pt>
                <c:pt idx="78">
                  <c:v>30</c:v>
                </c:pt>
                <c:pt idx="79">
                  <c:v>30</c:v>
                </c:pt>
                <c:pt idx="80">
                  <c:v>30</c:v>
                </c:pt>
                <c:pt idx="81">
                  <c:v>30</c:v>
                </c:pt>
                <c:pt idx="82">
                  <c:v>30</c:v>
                </c:pt>
                <c:pt idx="83">
                  <c:v>30</c:v>
                </c:pt>
                <c:pt idx="84">
                  <c:v>30</c:v>
                </c:pt>
                <c:pt idx="85">
                  <c:v>30</c:v>
                </c:pt>
                <c:pt idx="86">
                  <c:v>30</c:v>
                </c:pt>
                <c:pt idx="87">
                  <c:v>30</c:v>
                </c:pt>
                <c:pt idx="88">
                  <c:v>30</c:v>
                </c:pt>
                <c:pt idx="89">
                  <c:v>30</c:v>
                </c:pt>
                <c:pt idx="90">
                  <c:v>30</c:v>
                </c:pt>
                <c:pt idx="91">
                  <c:v>30</c:v>
                </c:pt>
                <c:pt idx="92">
                  <c:v>30</c:v>
                </c:pt>
                <c:pt idx="93">
                  <c:v>30</c:v>
                </c:pt>
                <c:pt idx="94">
                  <c:v>30</c:v>
                </c:pt>
                <c:pt idx="95">
                  <c:v>30</c:v>
                </c:pt>
                <c:pt idx="96">
                  <c:v>30</c:v>
                </c:pt>
                <c:pt idx="97">
                  <c:v>30</c:v>
                </c:pt>
                <c:pt idx="98">
                  <c:v>30</c:v>
                </c:pt>
                <c:pt idx="99">
                  <c:v>30</c:v>
                </c:pt>
                <c:pt idx="100">
                  <c:v>30</c:v>
                </c:pt>
                <c:pt idx="101">
                  <c:v>30</c:v>
                </c:pt>
                <c:pt idx="102">
                  <c:v>30</c:v>
                </c:pt>
                <c:pt idx="103">
                  <c:v>30</c:v>
                </c:pt>
                <c:pt idx="104">
                  <c:v>30</c:v>
                </c:pt>
                <c:pt idx="105">
                  <c:v>30</c:v>
                </c:pt>
                <c:pt idx="106">
                  <c:v>30</c:v>
                </c:pt>
                <c:pt idx="107">
                  <c:v>30</c:v>
                </c:pt>
                <c:pt idx="108">
                  <c:v>30</c:v>
                </c:pt>
                <c:pt idx="109">
                  <c:v>30</c:v>
                </c:pt>
                <c:pt idx="110">
                  <c:v>30</c:v>
                </c:pt>
                <c:pt idx="111">
                  <c:v>30</c:v>
                </c:pt>
                <c:pt idx="112">
                  <c:v>30</c:v>
                </c:pt>
                <c:pt idx="113">
                  <c:v>30</c:v>
                </c:pt>
                <c:pt idx="114">
                  <c:v>30</c:v>
                </c:pt>
                <c:pt idx="115">
                  <c:v>30</c:v>
                </c:pt>
                <c:pt idx="116">
                  <c:v>30</c:v>
                </c:pt>
                <c:pt idx="117">
                  <c:v>30</c:v>
                </c:pt>
                <c:pt idx="118">
                  <c:v>30</c:v>
                </c:pt>
                <c:pt idx="119">
                  <c:v>30</c:v>
                </c:pt>
                <c:pt idx="120">
                  <c:v>30</c:v>
                </c:pt>
                <c:pt idx="121">
                  <c:v>30</c:v>
                </c:pt>
                <c:pt idx="122">
                  <c:v>30</c:v>
                </c:pt>
                <c:pt idx="123">
                  <c:v>30</c:v>
                </c:pt>
                <c:pt idx="124">
                  <c:v>30</c:v>
                </c:pt>
                <c:pt idx="125">
                  <c:v>30</c:v>
                </c:pt>
                <c:pt idx="126">
                  <c:v>30</c:v>
                </c:pt>
                <c:pt idx="127">
                  <c:v>30</c:v>
                </c:pt>
                <c:pt idx="128">
                  <c:v>30</c:v>
                </c:pt>
                <c:pt idx="129">
                  <c:v>30</c:v>
                </c:pt>
                <c:pt idx="130">
                  <c:v>30</c:v>
                </c:pt>
                <c:pt idx="131">
                  <c:v>30</c:v>
                </c:pt>
                <c:pt idx="132">
                  <c:v>30</c:v>
                </c:pt>
                <c:pt idx="133">
                  <c:v>30</c:v>
                </c:pt>
                <c:pt idx="134">
                  <c:v>30</c:v>
                </c:pt>
                <c:pt idx="135">
                  <c:v>30</c:v>
                </c:pt>
                <c:pt idx="136">
                  <c:v>30</c:v>
                </c:pt>
                <c:pt idx="137">
                  <c:v>30</c:v>
                </c:pt>
                <c:pt idx="138">
                  <c:v>30</c:v>
                </c:pt>
                <c:pt idx="139">
                  <c:v>30</c:v>
                </c:pt>
                <c:pt idx="140">
                  <c:v>30</c:v>
                </c:pt>
                <c:pt idx="141">
                  <c:v>30</c:v>
                </c:pt>
                <c:pt idx="142">
                  <c:v>30</c:v>
                </c:pt>
                <c:pt idx="143">
                  <c:v>30</c:v>
                </c:pt>
                <c:pt idx="144">
                  <c:v>30</c:v>
                </c:pt>
                <c:pt idx="145">
                  <c:v>30</c:v>
                </c:pt>
                <c:pt idx="146">
                  <c:v>30</c:v>
                </c:pt>
                <c:pt idx="147">
                  <c:v>30</c:v>
                </c:pt>
                <c:pt idx="148">
                  <c:v>30</c:v>
                </c:pt>
                <c:pt idx="149">
                  <c:v>30</c:v>
                </c:pt>
                <c:pt idx="150">
                  <c:v>30</c:v>
                </c:pt>
                <c:pt idx="151">
                  <c:v>30</c:v>
                </c:pt>
                <c:pt idx="152">
                  <c:v>30</c:v>
                </c:pt>
                <c:pt idx="153">
                  <c:v>30</c:v>
                </c:pt>
                <c:pt idx="154">
                  <c:v>30</c:v>
                </c:pt>
                <c:pt idx="155">
                  <c:v>30</c:v>
                </c:pt>
                <c:pt idx="156">
                  <c:v>30</c:v>
                </c:pt>
                <c:pt idx="157">
                  <c:v>30</c:v>
                </c:pt>
                <c:pt idx="158">
                  <c:v>30</c:v>
                </c:pt>
                <c:pt idx="159">
                  <c:v>30</c:v>
                </c:pt>
                <c:pt idx="160">
                  <c:v>30</c:v>
                </c:pt>
                <c:pt idx="161">
                  <c:v>30</c:v>
                </c:pt>
                <c:pt idx="162">
                  <c:v>30</c:v>
                </c:pt>
                <c:pt idx="163">
                  <c:v>30</c:v>
                </c:pt>
                <c:pt idx="164">
                  <c:v>30</c:v>
                </c:pt>
                <c:pt idx="165">
                  <c:v>30</c:v>
                </c:pt>
                <c:pt idx="166">
                  <c:v>30</c:v>
                </c:pt>
                <c:pt idx="167">
                  <c:v>30</c:v>
                </c:pt>
                <c:pt idx="168">
                  <c:v>30</c:v>
                </c:pt>
                <c:pt idx="169">
                  <c:v>30</c:v>
                </c:pt>
                <c:pt idx="170">
                  <c:v>30</c:v>
                </c:pt>
                <c:pt idx="171">
                  <c:v>30</c:v>
                </c:pt>
                <c:pt idx="172">
                  <c:v>30</c:v>
                </c:pt>
                <c:pt idx="173">
                  <c:v>30</c:v>
                </c:pt>
                <c:pt idx="174">
                  <c:v>30</c:v>
                </c:pt>
                <c:pt idx="175">
                  <c:v>30</c:v>
                </c:pt>
                <c:pt idx="176">
                  <c:v>30</c:v>
                </c:pt>
                <c:pt idx="177">
                  <c:v>30</c:v>
                </c:pt>
                <c:pt idx="178">
                  <c:v>30</c:v>
                </c:pt>
                <c:pt idx="179">
                  <c:v>30</c:v>
                </c:pt>
                <c:pt idx="180">
                  <c:v>30</c:v>
                </c:pt>
                <c:pt idx="181">
                  <c:v>30</c:v>
                </c:pt>
                <c:pt idx="182">
                  <c:v>30</c:v>
                </c:pt>
                <c:pt idx="183">
                  <c:v>30</c:v>
                </c:pt>
                <c:pt idx="184">
                  <c:v>30</c:v>
                </c:pt>
                <c:pt idx="185">
                  <c:v>30</c:v>
                </c:pt>
                <c:pt idx="186">
                  <c:v>30</c:v>
                </c:pt>
                <c:pt idx="187">
                  <c:v>30</c:v>
                </c:pt>
                <c:pt idx="188">
                  <c:v>30</c:v>
                </c:pt>
                <c:pt idx="189">
                  <c:v>30</c:v>
                </c:pt>
                <c:pt idx="190">
                  <c:v>30</c:v>
                </c:pt>
                <c:pt idx="191">
                  <c:v>30</c:v>
                </c:pt>
                <c:pt idx="192">
                  <c:v>30</c:v>
                </c:pt>
                <c:pt idx="193">
                  <c:v>30</c:v>
                </c:pt>
                <c:pt idx="194">
                  <c:v>30</c:v>
                </c:pt>
                <c:pt idx="195">
                  <c:v>30</c:v>
                </c:pt>
                <c:pt idx="196">
                  <c:v>30</c:v>
                </c:pt>
                <c:pt idx="197">
                  <c:v>30</c:v>
                </c:pt>
                <c:pt idx="198">
                  <c:v>30</c:v>
                </c:pt>
                <c:pt idx="199">
                  <c:v>30</c:v>
                </c:pt>
                <c:pt idx="200">
                  <c:v>30</c:v>
                </c:pt>
                <c:pt idx="201">
                  <c:v>30</c:v>
                </c:pt>
                <c:pt idx="202">
                  <c:v>30</c:v>
                </c:pt>
                <c:pt idx="203">
                  <c:v>30</c:v>
                </c:pt>
                <c:pt idx="204">
                  <c:v>30</c:v>
                </c:pt>
                <c:pt idx="205">
                  <c:v>30</c:v>
                </c:pt>
                <c:pt idx="206">
                  <c:v>30</c:v>
                </c:pt>
                <c:pt idx="207">
                  <c:v>30</c:v>
                </c:pt>
                <c:pt idx="208">
                  <c:v>30</c:v>
                </c:pt>
                <c:pt idx="209">
                  <c:v>30</c:v>
                </c:pt>
                <c:pt idx="210">
                  <c:v>30</c:v>
                </c:pt>
                <c:pt idx="211">
                  <c:v>30</c:v>
                </c:pt>
                <c:pt idx="212">
                  <c:v>30</c:v>
                </c:pt>
                <c:pt idx="213">
                  <c:v>30</c:v>
                </c:pt>
                <c:pt idx="214">
                  <c:v>30</c:v>
                </c:pt>
                <c:pt idx="215">
                  <c:v>30</c:v>
                </c:pt>
                <c:pt idx="216">
                  <c:v>30</c:v>
                </c:pt>
                <c:pt idx="217">
                  <c:v>30</c:v>
                </c:pt>
                <c:pt idx="218">
                  <c:v>30</c:v>
                </c:pt>
                <c:pt idx="219">
                  <c:v>30</c:v>
                </c:pt>
                <c:pt idx="220">
                  <c:v>30</c:v>
                </c:pt>
                <c:pt idx="221">
                  <c:v>30</c:v>
                </c:pt>
                <c:pt idx="222">
                  <c:v>30</c:v>
                </c:pt>
                <c:pt idx="223">
                  <c:v>30</c:v>
                </c:pt>
                <c:pt idx="224">
                  <c:v>30</c:v>
                </c:pt>
                <c:pt idx="225">
                  <c:v>30</c:v>
                </c:pt>
                <c:pt idx="226">
                  <c:v>30</c:v>
                </c:pt>
                <c:pt idx="227">
                  <c:v>30</c:v>
                </c:pt>
                <c:pt idx="228">
                  <c:v>30</c:v>
                </c:pt>
                <c:pt idx="229">
                  <c:v>30</c:v>
                </c:pt>
                <c:pt idx="230">
                  <c:v>30</c:v>
                </c:pt>
                <c:pt idx="231">
                  <c:v>30</c:v>
                </c:pt>
                <c:pt idx="232">
                  <c:v>30</c:v>
                </c:pt>
                <c:pt idx="233">
                  <c:v>30</c:v>
                </c:pt>
                <c:pt idx="234">
                  <c:v>30</c:v>
                </c:pt>
                <c:pt idx="235">
                  <c:v>30</c:v>
                </c:pt>
                <c:pt idx="236">
                  <c:v>30</c:v>
                </c:pt>
                <c:pt idx="237">
                  <c:v>30</c:v>
                </c:pt>
                <c:pt idx="238">
                  <c:v>30</c:v>
                </c:pt>
                <c:pt idx="239">
                  <c:v>30</c:v>
                </c:pt>
                <c:pt idx="240">
                  <c:v>30</c:v>
                </c:pt>
                <c:pt idx="241">
                  <c:v>30</c:v>
                </c:pt>
                <c:pt idx="242">
                  <c:v>30</c:v>
                </c:pt>
                <c:pt idx="243">
                  <c:v>30</c:v>
                </c:pt>
                <c:pt idx="244">
                  <c:v>30</c:v>
                </c:pt>
                <c:pt idx="245">
                  <c:v>30</c:v>
                </c:pt>
                <c:pt idx="246">
                  <c:v>30</c:v>
                </c:pt>
                <c:pt idx="247">
                  <c:v>30</c:v>
                </c:pt>
                <c:pt idx="248">
                  <c:v>30</c:v>
                </c:pt>
                <c:pt idx="249">
                  <c:v>30</c:v>
                </c:pt>
                <c:pt idx="250">
                  <c:v>30</c:v>
                </c:pt>
                <c:pt idx="251">
                  <c:v>30</c:v>
                </c:pt>
                <c:pt idx="252">
                  <c:v>30</c:v>
                </c:pt>
                <c:pt idx="253">
                  <c:v>30</c:v>
                </c:pt>
                <c:pt idx="254">
                  <c:v>30</c:v>
                </c:pt>
                <c:pt idx="255">
                  <c:v>30</c:v>
                </c:pt>
                <c:pt idx="256">
                  <c:v>30</c:v>
                </c:pt>
                <c:pt idx="257">
                  <c:v>30</c:v>
                </c:pt>
                <c:pt idx="258">
                  <c:v>30</c:v>
                </c:pt>
                <c:pt idx="259">
                  <c:v>30</c:v>
                </c:pt>
                <c:pt idx="260">
                  <c:v>30</c:v>
                </c:pt>
                <c:pt idx="261">
                  <c:v>30</c:v>
                </c:pt>
                <c:pt idx="262">
                  <c:v>30</c:v>
                </c:pt>
                <c:pt idx="263">
                  <c:v>30</c:v>
                </c:pt>
                <c:pt idx="264">
                  <c:v>30</c:v>
                </c:pt>
                <c:pt idx="265">
                  <c:v>30</c:v>
                </c:pt>
                <c:pt idx="266">
                  <c:v>30</c:v>
                </c:pt>
                <c:pt idx="267">
                  <c:v>30</c:v>
                </c:pt>
                <c:pt idx="268">
                  <c:v>30</c:v>
                </c:pt>
                <c:pt idx="269">
                  <c:v>30</c:v>
                </c:pt>
                <c:pt idx="270">
                  <c:v>30</c:v>
                </c:pt>
                <c:pt idx="271">
                  <c:v>30</c:v>
                </c:pt>
                <c:pt idx="272">
                  <c:v>30</c:v>
                </c:pt>
                <c:pt idx="273">
                  <c:v>30</c:v>
                </c:pt>
                <c:pt idx="274">
                  <c:v>30</c:v>
                </c:pt>
                <c:pt idx="275">
                  <c:v>30</c:v>
                </c:pt>
                <c:pt idx="276">
                  <c:v>30</c:v>
                </c:pt>
                <c:pt idx="277">
                  <c:v>30</c:v>
                </c:pt>
                <c:pt idx="278">
                  <c:v>30</c:v>
                </c:pt>
                <c:pt idx="279">
                  <c:v>30</c:v>
                </c:pt>
                <c:pt idx="280">
                  <c:v>30</c:v>
                </c:pt>
                <c:pt idx="281">
                  <c:v>30</c:v>
                </c:pt>
                <c:pt idx="282">
                  <c:v>30</c:v>
                </c:pt>
                <c:pt idx="283">
                  <c:v>30</c:v>
                </c:pt>
                <c:pt idx="284">
                  <c:v>30</c:v>
                </c:pt>
                <c:pt idx="285">
                  <c:v>30</c:v>
                </c:pt>
                <c:pt idx="286">
                  <c:v>30</c:v>
                </c:pt>
                <c:pt idx="287">
                  <c:v>30</c:v>
                </c:pt>
                <c:pt idx="288">
                  <c:v>30</c:v>
                </c:pt>
                <c:pt idx="289">
                  <c:v>30</c:v>
                </c:pt>
                <c:pt idx="290">
                  <c:v>30</c:v>
                </c:pt>
                <c:pt idx="291">
                  <c:v>30</c:v>
                </c:pt>
                <c:pt idx="292">
                  <c:v>30</c:v>
                </c:pt>
                <c:pt idx="293">
                  <c:v>30</c:v>
                </c:pt>
                <c:pt idx="294">
                  <c:v>30</c:v>
                </c:pt>
                <c:pt idx="295">
                  <c:v>30</c:v>
                </c:pt>
                <c:pt idx="296">
                  <c:v>30</c:v>
                </c:pt>
                <c:pt idx="297">
                  <c:v>30</c:v>
                </c:pt>
                <c:pt idx="298">
                  <c:v>30</c:v>
                </c:pt>
                <c:pt idx="299">
                  <c:v>30</c:v>
                </c:pt>
                <c:pt idx="300">
                  <c:v>30</c:v>
                </c:pt>
                <c:pt idx="301">
                  <c:v>30</c:v>
                </c:pt>
                <c:pt idx="302">
                  <c:v>30</c:v>
                </c:pt>
                <c:pt idx="303">
                  <c:v>30</c:v>
                </c:pt>
                <c:pt idx="304">
                  <c:v>30</c:v>
                </c:pt>
                <c:pt idx="305">
                  <c:v>30</c:v>
                </c:pt>
                <c:pt idx="306">
                  <c:v>30</c:v>
                </c:pt>
                <c:pt idx="307">
                  <c:v>30</c:v>
                </c:pt>
                <c:pt idx="308">
                  <c:v>30</c:v>
                </c:pt>
                <c:pt idx="309">
                  <c:v>30</c:v>
                </c:pt>
                <c:pt idx="310">
                  <c:v>30</c:v>
                </c:pt>
                <c:pt idx="311">
                  <c:v>30</c:v>
                </c:pt>
                <c:pt idx="312">
                  <c:v>30</c:v>
                </c:pt>
                <c:pt idx="313">
                  <c:v>30</c:v>
                </c:pt>
                <c:pt idx="314">
                  <c:v>30</c:v>
                </c:pt>
                <c:pt idx="315">
                  <c:v>30</c:v>
                </c:pt>
                <c:pt idx="316">
                  <c:v>30</c:v>
                </c:pt>
                <c:pt idx="317">
                  <c:v>30</c:v>
                </c:pt>
                <c:pt idx="318">
                  <c:v>30</c:v>
                </c:pt>
                <c:pt idx="319">
                  <c:v>30</c:v>
                </c:pt>
                <c:pt idx="320">
                  <c:v>30</c:v>
                </c:pt>
                <c:pt idx="321">
                  <c:v>30</c:v>
                </c:pt>
                <c:pt idx="322">
                  <c:v>30</c:v>
                </c:pt>
                <c:pt idx="323">
                  <c:v>30</c:v>
                </c:pt>
                <c:pt idx="324">
                  <c:v>30</c:v>
                </c:pt>
                <c:pt idx="325">
                  <c:v>30</c:v>
                </c:pt>
                <c:pt idx="326">
                  <c:v>30</c:v>
                </c:pt>
                <c:pt idx="327">
                  <c:v>30</c:v>
                </c:pt>
                <c:pt idx="328">
                  <c:v>30</c:v>
                </c:pt>
                <c:pt idx="329">
                  <c:v>30</c:v>
                </c:pt>
                <c:pt idx="330">
                  <c:v>30</c:v>
                </c:pt>
                <c:pt idx="331">
                  <c:v>30</c:v>
                </c:pt>
                <c:pt idx="332">
                  <c:v>30</c:v>
                </c:pt>
                <c:pt idx="333">
                  <c:v>30</c:v>
                </c:pt>
                <c:pt idx="334">
                  <c:v>30</c:v>
                </c:pt>
                <c:pt idx="335">
                  <c:v>30</c:v>
                </c:pt>
                <c:pt idx="336">
                  <c:v>30</c:v>
                </c:pt>
                <c:pt idx="337">
                  <c:v>30</c:v>
                </c:pt>
                <c:pt idx="338">
                  <c:v>30</c:v>
                </c:pt>
                <c:pt idx="339">
                  <c:v>30</c:v>
                </c:pt>
                <c:pt idx="340">
                  <c:v>30</c:v>
                </c:pt>
                <c:pt idx="341">
                  <c:v>30</c:v>
                </c:pt>
                <c:pt idx="342">
                  <c:v>30</c:v>
                </c:pt>
                <c:pt idx="343">
                  <c:v>30</c:v>
                </c:pt>
                <c:pt idx="344">
                  <c:v>30</c:v>
                </c:pt>
                <c:pt idx="345">
                  <c:v>30</c:v>
                </c:pt>
                <c:pt idx="346">
                  <c:v>30</c:v>
                </c:pt>
                <c:pt idx="347">
                  <c:v>30</c:v>
                </c:pt>
                <c:pt idx="348">
                  <c:v>30</c:v>
                </c:pt>
                <c:pt idx="349">
                  <c:v>30</c:v>
                </c:pt>
                <c:pt idx="350">
                  <c:v>30</c:v>
                </c:pt>
                <c:pt idx="351">
                  <c:v>30</c:v>
                </c:pt>
                <c:pt idx="352">
                  <c:v>30</c:v>
                </c:pt>
                <c:pt idx="353">
                  <c:v>30</c:v>
                </c:pt>
                <c:pt idx="354">
                  <c:v>30</c:v>
                </c:pt>
                <c:pt idx="355">
                  <c:v>30</c:v>
                </c:pt>
                <c:pt idx="356">
                  <c:v>30</c:v>
                </c:pt>
                <c:pt idx="357">
                  <c:v>30</c:v>
                </c:pt>
                <c:pt idx="358">
                  <c:v>30</c:v>
                </c:pt>
                <c:pt idx="359">
                  <c:v>30</c:v>
                </c:pt>
                <c:pt idx="360">
                  <c:v>30</c:v>
                </c:pt>
                <c:pt idx="361">
                  <c:v>30</c:v>
                </c:pt>
                <c:pt idx="362">
                  <c:v>30</c:v>
                </c:pt>
                <c:pt idx="363">
                  <c:v>30</c:v>
                </c:pt>
                <c:pt idx="364">
                  <c:v>30</c:v>
                </c:pt>
                <c:pt idx="365">
                  <c:v>30</c:v>
                </c:pt>
                <c:pt idx="366">
                  <c:v>30</c:v>
                </c:pt>
                <c:pt idx="367">
                  <c:v>30</c:v>
                </c:pt>
                <c:pt idx="368">
                  <c:v>30</c:v>
                </c:pt>
                <c:pt idx="369">
                  <c:v>30</c:v>
                </c:pt>
                <c:pt idx="370">
                  <c:v>30</c:v>
                </c:pt>
                <c:pt idx="371">
                  <c:v>30</c:v>
                </c:pt>
                <c:pt idx="372">
                  <c:v>30</c:v>
                </c:pt>
                <c:pt idx="373">
                  <c:v>30</c:v>
                </c:pt>
                <c:pt idx="374">
                  <c:v>30</c:v>
                </c:pt>
                <c:pt idx="375">
                  <c:v>30</c:v>
                </c:pt>
                <c:pt idx="376">
                  <c:v>30</c:v>
                </c:pt>
                <c:pt idx="377">
                  <c:v>30</c:v>
                </c:pt>
                <c:pt idx="378">
                  <c:v>30</c:v>
                </c:pt>
                <c:pt idx="379">
                  <c:v>30</c:v>
                </c:pt>
                <c:pt idx="380">
                  <c:v>30</c:v>
                </c:pt>
                <c:pt idx="381">
                  <c:v>30</c:v>
                </c:pt>
                <c:pt idx="382">
                  <c:v>30</c:v>
                </c:pt>
                <c:pt idx="383">
                  <c:v>30</c:v>
                </c:pt>
                <c:pt idx="384">
                  <c:v>30</c:v>
                </c:pt>
                <c:pt idx="385">
                  <c:v>30</c:v>
                </c:pt>
                <c:pt idx="386">
                  <c:v>30</c:v>
                </c:pt>
                <c:pt idx="387">
                  <c:v>30</c:v>
                </c:pt>
                <c:pt idx="388">
                  <c:v>30</c:v>
                </c:pt>
                <c:pt idx="389">
                  <c:v>30</c:v>
                </c:pt>
                <c:pt idx="390">
                  <c:v>30</c:v>
                </c:pt>
                <c:pt idx="391">
                  <c:v>30</c:v>
                </c:pt>
                <c:pt idx="392">
                  <c:v>30</c:v>
                </c:pt>
                <c:pt idx="393">
                  <c:v>30</c:v>
                </c:pt>
                <c:pt idx="394">
                  <c:v>30</c:v>
                </c:pt>
                <c:pt idx="395">
                  <c:v>30</c:v>
                </c:pt>
                <c:pt idx="396">
                  <c:v>30</c:v>
                </c:pt>
                <c:pt idx="397">
                  <c:v>30</c:v>
                </c:pt>
                <c:pt idx="398">
                  <c:v>30</c:v>
                </c:pt>
                <c:pt idx="399">
                  <c:v>30</c:v>
                </c:pt>
                <c:pt idx="400">
                  <c:v>30</c:v>
                </c:pt>
                <c:pt idx="401">
                  <c:v>30</c:v>
                </c:pt>
                <c:pt idx="402">
                  <c:v>30</c:v>
                </c:pt>
                <c:pt idx="403">
                  <c:v>30</c:v>
                </c:pt>
                <c:pt idx="404">
                  <c:v>30</c:v>
                </c:pt>
                <c:pt idx="405">
                  <c:v>30</c:v>
                </c:pt>
                <c:pt idx="406">
                  <c:v>30</c:v>
                </c:pt>
                <c:pt idx="407">
                  <c:v>30</c:v>
                </c:pt>
                <c:pt idx="408">
                  <c:v>30</c:v>
                </c:pt>
                <c:pt idx="409">
                  <c:v>30</c:v>
                </c:pt>
                <c:pt idx="410">
                  <c:v>30</c:v>
                </c:pt>
                <c:pt idx="411">
                  <c:v>30</c:v>
                </c:pt>
                <c:pt idx="412">
                  <c:v>30</c:v>
                </c:pt>
                <c:pt idx="413">
                  <c:v>30</c:v>
                </c:pt>
                <c:pt idx="414">
                  <c:v>30</c:v>
                </c:pt>
                <c:pt idx="415">
                  <c:v>30</c:v>
                </c:pt>
                <c:pt idx="416">
                  <c:v>30</c:v>
                </c:pt>
                <c:pt idx="417">
                  <c:v>30</c:v>
                </c:pt>
                <c:pt idx="418">
                  <c:v>30</c:v>
                </c:pt>
                <c:pt idx="419">
                  <c:v>30</c:v>
                </c:pt>
                <c:pt idx="420">
                  <c:v>30</c:v>
                </c:pt>
                <c:pt idx="421">
                  <c:v>30</c:v>
                </c:pt>
                <c:pt idx="422">
                  <c:v>30</c:v>
                </c:pt>
                <c:pt idx="423">
                  <c:v>30</c:v>
                </c:pt>
                <c:pt idx="424">
                  <c:v>30</c:v>
                </c:pt>
                <c:pt idx="425">
                  <c:v>30</c:v>
                </c:pt>
                <c:pt idx="426">
                  <c:v>30</c:v>
                </c:pt>
                <c:pt idx="427">
                  <c:v>30</c:v>
                </c:pt>
                <c:pt idx="428">
                  <c:v>30</c:v>
                </c:pt>
                <c:pt idx="429">
                  <c:v>30</c:v>
                </c:pt>
                <c:pt idx="430">
                  <c:v>30</c:v>
                </c:pt>
                <c:pt idx="431">
                  <c:v>30</c:v>
                </c:pt>
                <c:pt idx="432">
                  <c:v>30</c:v>
                </c:pt>
                <c:pt idx="433">
                  <c:v>30</c:v>
                </c:pt>
                <c:pt idx="434">
                  <c:v>30</c:v>
                </c:pt>
                <c:pt idx="435">
                  <c:v>30</c:v>
                </c:pt>
                <c:pt idx="436">
                  <c:v>30</c:v>
                </c:pt>
                <c:pt idx="437">
                  <c:v>30</c:v>
                </c:pt>
                <c:pt idx="438">
                  <c:v>30</c:v>
                </c:pt>
                <c:pt idx="439">
                  <c:v>30</c:v>
                </c:pt>
                <c:pt idx="440">
                  <c:v>30</c:v>
                </c:pt>
                <c:pt idx="441">
                  <c:v>30</c:v>
                </c:pt>
                <c:pt idx="442">
                  <c:v>30</c:v>
                </c:pt>
                <c:pt idx="443">
                  <c:v>30</c:v>
                </c:pt>
                <c:pt idx="444">
                  <c:v>30</c:v>
                </c:pt>
                <c:pt idx="445">
                  <c:v>30</c:v>
                </c:pt>
                <c:pt idx="446">
                  <c:v>30</c:v>
                </c:pt>
                <c:pt idx="447">
                  <c:v>30</c:v>
                </c:pt>
                <c:pt idx="448">
                  <c:v>30</c:v>
                </c:pt>
                <c:pt idx="449">
                  <c:v>30</c:v>
                </c:pt>
                <c:pt idx="450">
                  <c:v>30</c:v>
                </c:pt>
                <c:pt idx="451">
                  <c:v>30</c:v>
                </c:pt>
                <c:pt idx="452">
                  <c:v>30</c:v>
                </c:pt>
                <c:pt idx="453">
                  <c:v>30</c:v>
                </c:pt>
                <c:pt idx="454">
                  <c:v>30</c:v>
                </c:pt>
                <c:pt idx="455">
                  <c:v>30</c:v>
                </c:pt>
                <c:pt idx="456">
                  <c:v>30</c:v>
                </c:pt>
                <c:pt idx="457">
                  <c:v>30</c:v>
                </c:pt>
                <c:pt idx="458">
                  <c:v>30</c:v>
                </c:pt>
                <c:pt idx="459">
                  <c:v>30</c:v>
                </c:pt>
                <c:pt idx="460">
                  <c:v>30</c:v>
                </c:pt>
                <c:pt idx="461">
                  <c:v>30</c:v>
                </c:pt>
                <c:pt idx="462">
                  <c:v>30</c:v>
                </c:pt>
                <c:pt idx="463">
                  <c:v>30</c:v>
                </c:pt>
                <c:pt idx="464">
                  <c:v>30</c:v>
                </c:pt>
                <c:pt idx="465">
                  <c:v>30</c:v>
                </c:pt>
                <c:pt idx="466">
                  <c:v>30</c:v>
                </c:pt>
                <c:pt idx="467">
                  <c:v>30</c:v>
                </c:pt>
                <c:pt idx="468">
                  <c:v>30</c:v>
                </c:pt>
                <c:pt idx="469">
                  <c:v>30</c:v>
                </c:pt>
                <c:pt idx="470">
                  <c:v>30</c:v>
                </c:pt>
                <c:pt idx="471">
                  <c:v>30</c:v>
                </c:pt>
                <c:pt idx="472">
                  <c:v>30</c:v>
                </c:pt>
                <c:pt idx="473">
                  <c:v>30</c:v>
                </c:pt>
                <c:pt idx="474">
                  <c:v>30</c:v>
                </c:pt>
                <c:pt idx="475">
                  <c:v>30</c:v>
                </c:pt>
                <c:pt idx="476">
                  <c:v>30</c:v>
                </c:pt>
                <c:pt idx="477">
                  <c:v>30</c:v>
                </c:pt>
                <c:pt idx="478">
                  <c:v>30</c:v>
                </c:pt>
                <c:pt idx="479">
                  <c:v>30</c:v>
                </c:pt>
                <c:pt idx="480">
                  <c:v>30</c:v>
                </c:pt>
                <c:pt idx="481">
                  <c:v>30</c:v>
                </c:pt>
                <c:pt idx="482">
                  <c:v>30</c:v>
                </c:pt>
                <c:pt idx="483">
                  <c:v>30</c:v>
                </c:pt>
                <c:pt idx="484">
                  <c:v>30</c:v>
                </c:pt>
                <c:pt idx="485">
                  <c:v>30</c:v>
                </c:pt>
                <c:pt idx="486">
                  <c:v>30</c:v>
                </c:pt>
                <c:pt idx="487">
                  <c:v>30</c:v>
                </c:pt>
                <c:pt idx="488">
                  <c:v>30</c:v>
                </c:pt>
                <c:pt idx="489">
                  <c:v>30</c:v>
                </c:pt>
                <c:pt idx="490">
                  <c:v>30</c:v>
                </c:pt>
                <c:pt idx="491">
                  <c:v>30</c:v>
                </c:pt>
                <c:pt idx="492">
                  <c:v>30</c:v>
                </c:pt>
                <c:pt idx="493">
                  <c:v>30</c:v>
                </c:pt>
                <c:pt idx="494">
                  <c:v>30</c:v>
                </c:pt>
                <c:pt idx="495">
                  <c:v>30</c:v>
                </c:pt>
                <c:pt idx="496">
                  <c:v>30</c:v>
                </c:pt>
                <c:pt idx="497">
                  <c:v>30</c:v>
                </c:pt>
                <c:pt idx="498">
                  <c:v>30</c:v>
                </c:pt>
                <c:pt idx="499">
                  <c:v>30</c:v>
                </c:pt>
                <c:pt idx="500">
                  <c:v>30</c:v>
                </c:pt>
                <c:pt idx="501">
                  <c:v>30</c:v>
                </c:pt>
                <c:pt idx="502">
                  <c:v>30</c:v>
                </c:pt>
                <c:pt idx="503">
                  <c:v>30</c:v>
                </c:pt>
                <c:pt idx="504">
                  <c:v>30</c:v>
                </c:pt>
                <c:pt idx="505">
                  <c:v>30</c:v>
                </c:pt>
                <c:pt idx="506">
                  <c:v>30</c:v>
                </c:pt>
                <c:pt idx="507">
                  <c:v>30</c:v>
                </c:pt>
                <c:pt idx="508">
                  <c:v>30</c:v>
                </c:pt>
                <c:pt idx="509">
                  <c:v>30</c:v>
                </c:pt>
                <c:pt idx="510">
                  <c:v>30</c:v>
                </c:pt>
                <c:pt idx="511">
                  <c:v>30</c:v>
                </c:pt>
                <c:pt idx="512">
                  <c:v>30</c:v>
                </c:pt>
                <c:pt idx="513">
                  <c:v>30</c:v>
                </c:pt>
                <c:pt idx="514">
                  <c:v>30</c:v>
                </c:pt>
                <c:pt idx="515">
                  <c:v>30</c:v>
                </c:pt>
                <c:pt idx="516">
                  <c:v>30</c:v>
                </c:pt>
                <c:pt idx="517">
                  <c:v>30</c:v>
                </c:pt>
                <c:pt idx="518">
                  <c:v>30</c:v>
                </c:pt>
                <c:pt idx="519">
                  <c:v>30</c:v>
                </c:pt>
                <c:pt idx="520">
                  <c:v>30</c:v>
                </c:pt>
                <c:pt idx="521">
                  <c:v>30</c:v>
                </c:pt>
                <c:pt idx="522">
                  <c:v>30</c:v>
                </c:pt>
                <c:pt idx="523">
                  <c:v>30</c:v>
                </c:pt>
                <c:pt idx="524">
                  <c:v>30</c:v>
                </c:pt>
                <c:pt idx="525">
                  <c:v>30</c:v>
                </c:pt>
                <c:pt idx="526">
                  <c:v>30</c:v>
                </c:pt>
                <c:pt idx="527">
                  <c:v>30</c:v>
                </c:pt>
                <c:pt idx="528">
                  <c:v>30</c:v>
                </c:pt>
                <c:pt idx="529">
                  <c:v>30</c:v>
                </c:pt>
                <c:pt idx="530">
                  <c:v>30</c:v>
                </c:pt>
                <c:pt idx="531">
                  <c:v>30</c:v>
                </c:pt>
                <c:pt idx="532">
                  <c:v>30</c:v>
                </c:pt>
                <c:pt idx="533">
                  <c:v>30</c:v>
                </c:pt>
                <c:pt idx="534">
                  <c:v>30</c:v>
                </c:pt>
                <c:pt idx="535">
                  <c:v>30</c:v>
                </c:pt>
                <c:pt idx="536">
                  <c:v>30</c:v>
                </c:pt>
                <c:pt idx="537">
                  <c:v>30</c:v>
                </c:pt>
                <c:pt idx="538">
                  <c:v>30</c:v>
                </c:pt>
                <c:pt idx="539">
                  <c:v>30</c:v>
                </c:pt>
                <c:pt idx="540">
                  <c:v>30</c:v>
                </c:pt>
                <c:pt idx="541">
                  <c:v>30</c:v>
                </c:pt>
                <c:pt idx="542">
                  <c:v>30</c:v>
                </c:pt>
                <c:pt idx="543">
                  <c:v>30</c:v>
                </c:pt>
                <c:pt idx="544">
                  <c:v>30</c:v>
                </c:pt>
                <c:pt idx="545">
                  <c:v>30</c:v>
                </c:pt>
                <c:pt idx="546">
                  <c:v>30</c:v>
                </c:pt>
                <c:pt idx="547">
                  <c:v>30</c:v>
                </c:pt>
                <c:pt idx="548">
                  <c:v>30</c:v>
                </c:pt>
                <c:pt idx="549">
                  <c:v>30</c:v>
                </c:pt>
                <c:pt idx="550">
                  <c:v>30</c:v>
                </c:pt>
                <c:pt idx="551">
                  <c:v>30</c:v>
                </c:pt>
                <c:pt idx="552">
                  <c:v>30</c:v>
                </c:pt>
                <c:pt idx="553">
                  <c:v>30</c:v>
                </c:pt>
                <c:pt idx="554">
                  <c:v>30</c:v>
                </c:pt>
                <c:pt idx="555">
                  <c:v>30</c:v>
                </c:pt>
                <c:pt idx="556">
                  <c:v>30</c:v>
                </c:pt>
                <c:pt idx="557">
                  <c:v>30</c:v>
                </c:pt>
                <c:pt idx="558">
                  <c:v>30</c:v>
                </c:pt>
                <c:pt idx="559">
                  <c:v>30</c:v>
                </c:pt>
                <c:pt idx="560">
                  <c:v>30</c:v>
                </c:pt>
                <c:pt idx="561">
                  <c:v>30</c:v>
                </c:pt>
                <c:pt idx="562">
                  <c:v>30</c:v>
                </c:pt>
                <c:pt idx="563">
                  <c:v>30</c:v>
                </c:pt>
                <c:pt idx="564">
                  <c:v>30</c:v>
                </c:pt>
                <c:pt idx="565">
                  <c:v>30</c:v>
                </c:pt>
                <c:pt idx="566">
                  <c:v>30</c:v>
                </c:pt>
                <c:pt idx="567">
                  <c:v>30</c:v>
                </c:pt>
                <c:pt idx="568">
                  <c:v>30</c:v>
                </c:pt>
                <c:pt idx="569">
                  <c:v>30</c:v>
                </c:pt>
                <c:pt idx="570">
                  <c:v>30</c:v>
                </c:pt>
                <c:pt idx="571">
                  <c:v>30</c:v>
                </c:pt>
                <c:pt idx="572">
                  <c:v>30</c:v>
                </c:pt>
                <c:pt idx="573">
                  <c:v>30</c:v>
                </c:pt>
                <c:pt idx="574">
                  <c:v>30</c:v>
                </c:pt>
                <c:pt idx="575">
                  <c:v>30</c:v>
                </c:pt>
                <c:pt idx="576">
                  <c:v>30</c:v>
                </c:pt>
                <c:pt idx="577">
                  <c:v>30</c:v>
                </c:pt>
                <c:pt idx="578">
                  <c:v>30</c:v>
                </c:pt>
                <c:pt idx="579">
                  <c:v>30</c:v>
                </c:pt>
                <c:pt idx="580">
                  <c:v>30</c:v>
                </c:pt>
                <c:pt idx="581">
                  <c:v>30</c:v>
                </c:pt>
                <c:pt idx="582">
                  <c:v>30</c:v>
                </c:pt>
                <c:pt idx="583">
                  <c:v>30</c:v>
                </c:pt>
                <c:pt idx="584">
                  <c:v>30</c:v>
                </c:pt>
                <c:pt idx="585">
                  <c:v>30</c:v>
                </c:pt>
                <c:pt idx="586">
                  <c:v>30</c:v>
                </c:pt>
                <c:pt idx="587">
                  <c:v>30</c:v>
                </c:pt>
                <c:pt idx="588">
                  <c:v>30</c:v>
                </c:pt>
                <c:pt idx="589">
                  <c:v>30</c:v>
                </c:pt>
                <c:pt idx="590">
                  <c:v>30</c:v>
                </c:pt>
                <c:pt idx="591">
                  <c:v>30</c:v>
                </c:pt>
                <c:pt idx="592">
                  <c:v>30</c:v>
                </c:pt>
                <c:pt idx="593">
                  <c:v>30</c:v>
                </c:pt>
                <c:pt idx="594">
                  <c:v>30</c:v>
                </c:pt>
                <c:pt idx="595">
                  <c:v>30</c:v>
                </c:pt>
                <c:pt idx="596">
                  <c:v>30</c:v>
                </c:pt>
                <c:pt idx="597">
                  <c:v>30</c:v>
                </c:pt>
                <c:pt idx="598">
                  <c:v>30</c:v>
                </c:pt>
                <c:pt idx="599">
                  <c:v>30</c:v>
                </c:pt>
                <c:pt idx="600">
                  <c:v>30</c:v>
                </c:pt>
                <c:pt idx="601">
                  <c:v>30</c:v>
                </c:pt>
                <c:pt idx="602">
                  <c:v>30</c:v>
                </c:pt>
                <c:pt idx="603">
                  <c:v>30</c:v>
                </c:pt>
                <c:pt idx="604">
                  <c:v>30</c:v>
                </c:pt>
                <c:pt idx="605">
                  <c:v>30</c:v>
                </c:pt>
                <c:pt idx="606">
                  <c:v>30</c:v>
                </c:pt>
                <c:pt idx="607">
                  <c:v>30</c:v>
                </c:pt>
                <c:pt idx="608">
                  <c:v>30</c:v>
                </c:pt>
                <c:pt idx="609">
                  <c:v>30</c:v>
                </c:pt>
                <c:pt idx="610">
                  <c:v>30</c:v>
                </c:pt>
                <c:pt idx="611">
                  <c:v>30</c:v>
                </c:pt>
                <c:pt idx="612">
                  <c:v>30</c:v>
                </c:pt>
                <c:pt idx="613">
                  <c:v>30</c:v>
                </c:pt>
                <c:pt idx="614">
                  <c:v>30</c:v>
                </c:pt>
                <c:pt idx="615">
                  <c:v>30</c:v>
                </c:pt>
                <c:pt idx="616">
                  <c:v>30</c:v>
                </c:pt>
                <c:pt idx="617">
                  <c:v>30</c:v>
                </c:pt>
                <c:pt idx="618">
                  <c:v>30</c:v>
                </c:pt>
                <c:pt idx="619">
                  <c:v>30</c:v>
                </c:pt>
                <c:pt idx="620">
                  <c:v>30</c:v>
                </c:pt>
                <c:pt idx="621">
                  <c:v>30</c:v>
                </c:pt>
                <c:pt idx="622">
                  <c:v>30</c:v>
                </c:pt>
                <c:pt idx="623">
                  <c:v>30</c:v>
                </c:pt>
                <c:pt idx="624">
                  <c:v>30</c:v>
                </c:pt>
                <c:pt idx="625">
                  <c:v>30</c:v>
                </c:pt>
                <c:pt idx="626">
                  <c:v>30</c:v>
                </c:pt>
                <c:pt idx="627">
                  <c:v>30</c:v>
                </c:pt>
                <c:pt idx="628">
                  <c:v>30</c:v>
                </c:pt>
                <c:pt idx="629">
                  <c:v>30</c:v>
                </c:pt>
                <c:pt idx="630">
                  <c:v>30</c:v>
                </c:pt>
                <c:pt idx="631">
                  <c:v>30</c:v>
                </c:pt>
                <c:pt idx="632">
                  <c:v>30</c:v>
                </c:pt>
                <c:pt idx="633">
                  <c:v>30</c:v>
                </c:pt>
                <c:pt idx="634">
                  <c:v>30</c:v>
                </c:pt>
                <c:pt idx="635">
                  <c:v>30</c:v>
                </c:pt>
                <c:pt idx="636">
                  <c:v>30</c:v>
                </c:pt>
                <c:pt idx="637">
                  <c:v>30</c:v>
                </c:pt>
                <c:pt idx="638">
                  <c:v>30</c:v>
                </c:pt>
                <c:pt idx="639">
                  <c:v>30</c:v>
                </c:pt>
                <c:pt idx="640">
                  <c:v>30</c:v>
                </c:pt>
                <c:pt idx="641">
                  <c:v>30</c:v>
                </c:pt>
                <c:pt idx="642">
                  <c:v>30</c:v>
                </c:pt>
                <c:pt idx="643">
                  <c:v>30</c:v>
                </c:pt>
                <c:pt idx="644">
                  <c:v>30</c:v>
                </c:pt>
                <c:pt idx="645">
                  <c:v>30</c:v>
                </c:pt>
                <c:pt idx="646">
                  <c:v>30</c:v>
                </c:pt>
                <c:pt idx="647">
                  <c:v>30</c:v>
                </c:pt>
                <c:pt idx="648">
                  <c:v>30</c:v>
                </c:pt>
                <c:pt idx="649">
                  <c:v>30</c:v>
                </c:pt>
                <c:pt idx="650">
                  <c:v>30</c:v>
                </c:pt>
                <c:pt idx="651">
                  <c:v>30</c:v>
                </c:pt>
                <c:pt idx="652">
                  <c:v>30</c:v>
                </c:pt>
                <c:pt idx="653">
                  <c:v>30</c:v>
                </c:pt>
                <c:pt idx="654">
                  <c:v>30</c:v>
                </c:pt>
                <c:pt idx="655">
                  <c:v>30</c:v>
                </c:pt>
                <c:pt idx="656">
                  <c:v>30</c:v>
                </c:pt>
                <c:pt idx="657">
                  <c:v>30</c:v>
                </c:pt>
                <c:pt idx="658">
                  <c:v>30</c:v>
                </c:pt>
                <c:pt idx="659">
                  <c:v>30</c:v>
                </c:pt>
                <c:pt idx="660">
                  <c:v>30</c:v>
                </c:pt>
                <c:pt idx="661">
                  <c:v>30</c:v>
                </c:pt>
                <c:pt idx="662">
                  <c:v>30</c:v>
                </c:pt>
                <c:pt idx="663">
                  <c:v>30</c:v>
                </c:pt>
                <c:pt idx="664">
                  <c:v>30</c:v>
                </c:pt>
                <c:pt idx="665">
                  <c:v>30</c:v>
                </c:pt>
                <c:pt idx="666">
                  <c:v>30</c:v>
                </c:pt>
                <c:pt idx="667">
                  <c:v>30</c:v>
                </c:pt>
                <c:pt idx="668">
                  <c:v>30</c:v>
                </c:pt>
                <c:pt idx="669">
                  <c:v>30</c:v>
                </c:pt>
                <c:pt idx="670">
                  <c:v>30</c:v>
                </c:pt>
                <c:pt idx="671">
                  <c:v>30</c:v>
                </c:pt>
                <c:pt idx="672">
                  <c:v>30</c:v>
                </c:pt>
                <c:pt idx="673">
                  <c:v>30</c:v>
                </c:pt>
                <c:pt idx="674">
                  <c:v>30</c:v>
                </c:pt>
                <c:pt idx="675">
                  <c:v>30</c:v>
                </c:pt>
                <c:pt idx="676">
                  <c:v>30</c:v>
                </c:pt>
                <c:pt idx="677">
                  <c:v>30</c:v>
                </c:pt>
                <c:pt idx="678">
                  <c:v>30</c:v>
                </c:pt>
                <c:pt idx="679">
                  <c:v>30</c:v>
                </c:pt>
                <c:pt idx="680">
                  <c:v>30</c:v>
                </c:pt>
                <c:pt idx="681">
                  <c:v>30</c:v>
                </c:pt>
                <c:pt idx="682">
                  <c:v>30</c:v>
                </c:pt>
                <c:pt idx="683">
                  <c:v>30</c:v>
                </c:pt>
                <c:pt idx="684">
                  <c:v>30</c:v>
                </c:pt>
                <c:pt idx="685">
                  <c:v>30</c:v>
                </c:pt>
                <c:pt idx="686">
                  <c:v>30</c:v>
                </c:pt>
                <c:pt idx="687">
                  <c:v>30</c:v>
                </c:pt>
                <c:pt idx="688">
                  <c:v>30</c:v>
                </c:pt>
                <c:pt idx="689">
                  <c:v>30</c:v>
                </c:pt>
                <c:pt idx="690">
                  <c:v>30</c:v>
                </c:pt>
                <c:pt idx="691">
                  <c:v>30</c:v>
                </c:pt>
                <c:pt idx="692">
                  <c:v>30</c:v>
                </c:pt>
                <c:pt idx="693">
                  <c:v>30</c:v>
                </c:pt>
                <c:pt idx="694">
                  <c:v>30</c:v>
                </c:pt>
                <c:pt idx="695">
                  <c:v>30</c:v>
                </c:pt>
                <c:pt idx="696">
                  <c:v>30</c:v>
                </c:pt>
                <c:pt idx="697">
                  <c:v>30</c:v>
                </c:pt>
                <c:pt idx="698">
                  <c:v>30</c:v>
                </c:pt>
                <c:pt idx="699">
                  <c:v>30</c:v>
                </c:pt>
                <c:pt idx="700">
                  <c:v>30</c:v>
                </c:pt>
                <c:pt idx="701">
                  <c:v>30</c:v>
                </c:pt>
                <c:pt idx="702">
                  <c:v>30</c:v>
                </c:pt>
                <c:pt idx="703">
                  <c:v>30</c:v>
                </c:pt>
                <c:pt idx="704">
                  <c:v>30</c:v>
                </c:pt>
                <c:pt idx="705">
                  <c:v>30</c:v>
                </c:pt>
                <c:pt idx="706">
                  <c:v>30</c:v>
                </c:pt>
                <c:pt idx="707">
                  <c:v>30</c:v>
                </c:pt>
                <c:pt idx="708">
                  <c:v>30</c:v>
                </c:pt>
                <c:pt idx="709">
                  <c:v>30</c:v>
                </c:pt>
                <c:pt idx="710">
                  <c:v>30</c:v>
                </c:pt>
                <c:pt idx="711">
                  <c:v>30</c:v>
                </c:pt>
                <c:pt idx="712">
                  <c:v>30</c:v>
                </c:pt>
                <c:pt idx="713">
                  <c:v>30</c:v>
                </c:pt>
                <c:pt idx="714">
                  <c:v>30</c:v>
                </c:pt>
                <c:pt idx="715">
                  <c:v>30</c:v>
                </c:pt>
                <c:pt idx="716">
                  <c:v>30</c:v>
                </c:pt>
                <c:pt idx="717">
                  <c:v>30</c:v>
                </c:pt>
                <c:pt idx="718">
                  <c:v>30</c:v>
                </c:pt>
                <c:pt idx="719">
                  <c:v>30</c:v>
                </c:pt>
                <c:pt idx="720">
                  <c:v>30</c:v>
                </c:pt>
                <c:pt idx="721">
                  <c:v>30</c:v>
                </c:pt>
                <c:pt idx="722">
                  <c:v>30</c:v>
                </c:pt>
                <c:pt idx="723">
                  <c:v>30</c:v>
                </c:pt>
                <c:pt idx="724">
                  <c:v>30</c:v>
                </c:pt>
                <c:pt idx="725">
                  <c:v>30</c:v>
                </c:pt>
                <c:pt idx="726">
                  <c:v>30</c:v>
                </c:pt>
                <c:pt idx="727">
                  <c:v>30</c:v>
                </c:pt>
                <c:pt idx="728">
                  <c:v>30</c:v>
                </c:pt>
                <c:pt idx="729">
                  <c:v>30</c:v>
                </c:pt>
                <c:pt idx="730">
                  <c:v>30</c:v>
                </c:pt>
                <c:pt idx="731">
                  <c:v>30</c:v>
                </c:pt>
                <c:pt idx="732">
                  <c:v>30</c:v>
                </c:pt>
                <c:pt idx="733">
                  <c:v>30</c:v>
                </c:pt>
                <c:pt idx="734">
                  <c:v>30</c:v>
                </c:pt>
                <c:pt idx="735">
                  <c:v>30</c:v>
                </c:pt>
                <c:pt idx="736">
                  <c:v>30</c:v>
                </c:pt>
                <c:pt idx="737">
                  <c:v>30</c:v>
                </c:pt>
                <c:pt idx="738">
                  <c:v>30</c:v>
                </c:pt>
                <c:pt idx="739">
                  <c:v>30</c:v>
                </c:pt>
                <c:pt idx="740">
                  <c:v>30</c:v>
                </c:pt>
                <c:pt idx="741">
                  <c:v>30</c:v>
                </c:pt>
                <c:pt idx="742">
                  <c:v>30</c:v>
                </c:pt>
                <c:pt idx="743">
                  <c:v>30</c:v>
                </c:pt>
                <c:pt idx="744">
                  <c:v>30</c:v>
                </c:pt>
                <c:pt idx="745">
                  <c:v>30</c:v>
                </c:pt>
                <c:pt idx="746">
                  <c:v>30</c:v>
                </c:pt>
                <c:pt idx="747">
                  <c:v>30</c:v>
                </c:pt>
                <c:pt idx="748">
                  <c:v>30</c:v>
                </c:pt>
                <c:pt idx="749">
                  <c:v>30</c:v>
                </c:pt>
                <c:pt idx="750">
                  <c:v>30</c:v>
                </c:pt>
                <c:pt idx="751">
                  <c:v>30</c:v>
                </c:pt>
                <c:pt idx="752">
                  <c:v>30</c:v>
                </c:pt>
                <c:pt idx="753">
                  <c:v>30</c:v>
                </c:pt>
                <c:pt idx="754">
                  <c:v>30</c:v>
                </c:pt>
                <c:pt idx="755">
                  <c:v>30</c:v>
                </c:pt>
                <c:pt idx="756">
                  <c:v>30</c:v>
                </c:pt>
                <c:pt idx="757">
                  <c:v>30</c:v>
                </c:pt>
                <c:pt idx="758">
                  <c:v>30</c:v>
                </c:pt>
                <c:pt idx="759">
                  <c:v>30</c:v>
                </c:pt>
                <c:pt idx="760">
                  <c:v>30</c:v>
                </c:pt>
                <c:pt idx="761">
                  <c:v>30</c:v>
                </c:pt>
                <c:pt idx="762">
                  <c:v>30</c:v>
                </c:pt>
                <c:pt idx="763">
                  <c:v>30</c:v>
                </c:pt>
                <c:pt idx="764">
                  <c:v>30</c:v>
                </c:pt>
                <c:pt idx="765">
                  <c:v>30</c:v>
                </c:pt>
                <c:pt idx="766">
                  <c:v>30</c:v>
                </c:pt>
                <c:pt idx="767">
                  <c:v>30</c:v>
                </c:pt>
                <c:pt idx="768">
                  <c:v>30</c:v>
                </c:pt>
                <c:pt idx="769">
                  <c:v>30</c:v>
                </c:pt>
                <c:pt idx="770">
                  <c:v>30</c:v>
                </c:pt>
                <c:pt idx="771">
                  <c:v>30</c:v>
                </c:pt>
                <c:pt idx="772">
                  <c:v>30</c:v>
                </c:pt>
                <c:pt idx="773">
                  <c:v>30</c:v>
                </c:pt>
                <c:pt idx="774">
                  <c:v>30</c:v>
                </c:pt>
                <c:pt idx="775">
                  <c:v>30</c:v>
                </c:pt>
                <c:pt idx="776">
                  <c:v>30</c:v>
                </c:pt>
                <c:pt idx="777">
                  <c:v>30</c:v>
                </c:pt>
                <c:pt idx="778">
                  <c:v>30</c:v>
                </c:pt>
                <c:pt idx="779">
                  <c:v>30</c:v>
                </c:pt>
                <c:pt idx="780">
                  <c:v>30</c:v>
                </c:pt>
                <c:pt idx="781">
                  <c:v>30</c:v>
                </c:pt>
                <c:pt idx="782">
                  <c:v>30</c:v>
                </c:pt>
                <c:pt idx="783">
                  <c:v>30</c:v>
                </c:pt>
                <c:pt idx="784">
                  <c:v>30</c:v>
                </c:pt>
                <c:pt idx="785">
                  <c:v>30</c:v>
                </c:pt>
                <c:pt idx="786">
                  <c:v>30</c:v>
                </c:pt>
                <c:pt idx="787">
                  <c:v>30</c:v>
                </c:pt>
                <c:pt idx="788">
                  <c:v>30</c:v>
                </c:pt>
                <c:pt idx="789">
                  <c:v>30</c:v>
                </c:pt>
                <c:pt idx="790">
                  <c:v>30</c:v>
                </c:pt>
                <c:pt idx="791">
                  <c:v>30</c:v>
                </c:pt>
                <c:pt idx="792">
                  <c:v>30</c:v>
                </c:pt>
                <c:pt idx="793">
                  <c:v>30</c:v>
                </c:pt>
                <c:pt idx="794">
                  <c:v>30</c:v>
                </c:pt>
                <c:pt idx="795">
                  <c:v>30</c:v>
                </c:pt>
                <c:pt idx="796">
                  <c:v>30</c:v>
                </c:pt>
                <c:pt idx="797">
                  <c:v>30</c:v>
                </c:pt>
                <c:pt idx="798">
                  <c:v>30</c:v>
                </c:pt>
                <c:pt idx="799">
                  <c:v>30</c:v>
                </c:pt>
                <c:pt idx="800">
                  <c:v>30</c:v>
                </c:pt>
                <c:pt idx="801">
                  <c:v>30</c:v>
                </c:pt>
                <c:pt idx="802">
                  <c:v>30</c:v>
                </c:pt>
                <c:pt idx="803">
                  <c:v>30</c:v>
                </c:pt>
                <c:pt idx="804">
                  <c:v>30</c:v>
                </c:pt>
                <c:pt idx="805">
                  <c:v>30</c:v>
                </c:pt>
                <c:pt idx="806">
                  <c:v>30</c:v>
                </c:pt>
                <c:pt idx="807">
                  <c:v>30</c:v>
                </c:pt>
                <c:pt idx="808">
                  <c:v>30</c:v>
                </c:pt>
                <c:pt idx="809">
                  <c:v>30</c:v>
                </c:pt>
                <c:pt idx="810">
                  <c:v>30</c:v>
                </c:pt>
                <c:pt idx="811">
                  <c:v>30</c:v>
                </c:pt>
                <c:pt idx="812">
                  <c:v>30</c:v>
                </c:pt>
                <c:pt idx="813">
                  <c:v>30</c:v>
                </c:pt>
                <c:pt idx="814">
                  <c:v>30</c:v>
                </c:pt>
                <c:pt idx="815">
                  <c:v>30</c:v>
                </c:pt>
                <c:pt idx="816">
                  <c:v>30</c:v>
                </c:pt>
                <c:pt idx="817">
                  <c:v>30</c:v>
                </c:pt>
                <c:pt idx="818">
                  <c:v>30</c:v>
                </c:pt>
                <c:pt idx="819">
                  <c:v>30</c:v>
                </c:pt>
                <c:pt idx="820">
                  <c:v>30</c:v>
                </c:pt>
                <c:pt idx="821">
                  <c:v>30</c:v>
                </c:pt>
                <c:pt idx="822">
                  <c:v>30</c:v>
                </c:pt>
                <c:pt idx="823">
                  <c:v>30</c:v>
                </c:pt>
                <c:pt idx="824">
                  <c:v>30</c:v>
                </c:pt>
                <c:pt idx="825">
                  <c:v>30</c:v>
                </c:pt>
                <c:pt idx="826">
                  <c:v>30</c:v>
                </c:pt>
                <c:pt idx="827">
                  <c:v>30</c:v>
                </c:pt>
                <c:pt idx="828">
                  <c:v>30</c:v>
                </c:pt>
                <c:pt idx="829">
                  <c:v>30</c:v>
                </c:pt>
                <c:pt idx="830">
                  <c:v>30</c:v>
                </c:pt>
                <c:pt idx="831">
                  <c:v>30</c:v>
                </c:pt>
                <c:pt idx="832">
                  <c:v>30</c:v>
                </c:pt>
                <c:pt idx="833">
                  <c:v>30</c:v>
                </c:pt>
                <c:pt idx="834">
                  <c:v>30</c:v>
                </c:pt>
                <c:pt idx="835">
                  <c:v>30</c:v>
                </c:pt>
                <c:pt idx="836">
                  <c:v>30</c:v>
                </c:pt>
                <c:pt idx="837">
                  <c:v>30</c:v>
                </c:pt>
                <c:pt idx="838">
                  <c:v>30</c:v>
                </c:pt>
                <c:pt idx="839">
                  <c:v>30</c:v>
                </c:pt>
                <c:pt idx="840">
                  <c:v>30</c:v>
                </c:pt>
                <c:pt idx="841">
                  <c:v>30</c:v>
                </c:pt>
                <c:pt idx="842">
                  <c:v>30</c:v>
                </c:pt>
                <c:pt idx="843">
                  <c:v>30</c:v>
                </c:pt>
                <c:pt idx="844">
                  <c:v>30</c:v>
                </c:pt>
                <c:pt idx="845">
                  <c:v>30</c:v>
                </c:pt>
                <c:pt idx="846">
                  <c:v>30</c:v>
                </c:pt>
                <c:pt idx="847">
                  <c:v>30</c:v>
                </c:pt>
                <c:pt idx="848">
                  <c:v>30</c:v>
                </c:pt>
                <c:pt idx="849">
                  <c:v>30</c:v>
                </c:pt>
              </c:numCache>
            </c:numRef>
          </c:val>
          <c:smooth val="0"/>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B8C4D6"/>
                </a:solidFill>
                <a:latin typeface="+mn-lt"/>
              </a:defRPr>
            </a:pPr>
            <a:endParaRPr lang="en-US"/>
          </a:p>
        </c:txPr>
        <c:crossAx val="2094734552"/>
        <c:crosses val="autoZero"/>
        <c:auto val="1"/>
        <c:lblAlgn val="ctr"/>
        <c:noMultiLvlLbl val="1"/>
        <c:tickLblSkip val="300"/>
      </c:catAx>
      <c:valAx>
        <c:axId val="2094734552"/>
        <c:scaling>
          <c:orientation val="minMax"/>
          <c:max val="100"/>
          <c:min val="0"/>
        </c:scaling>
        <c:delete val="0"/>
        <c:axPos val="l"/>
        <c:majorGridlines>
          <c:spPr>
            <a:ln w="9525" cap="flat">
              <a:solidFill>
                <a:srgbClr val="2A3550"/>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B8C4D6"/>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mn-lt"/>
              </a:defRPr>
            </a:pPr>
            <a:r>
              <a:rPr sz="1200" b="0" i="0" u="none" strike="noStrike">
                <a:solidFill>
                  <a:srgbClr val="FFFFFF"/>
                </a:solidFill>
                <a:latin typeface="+mn-lt"/>
              </a:rPr>
              <a:t>5-day momentum (%)</a:t>
            </a:r>
          </a:p>
        </c:rich>
      </c:tx>
      <c:layout/>
      <c:overlay val="0"/>
    </c:title>
    <c:autoTitleDeleted val="0"/>
    <c:plotArea>
      <c:layout>
        <c:manualLayout>
          <c:layoutTarget val="inner"/>
          <c:xMode val="edge"/>
          <c:yMode val="edge"/>
          <c:x val="0.13"/>
          <c:y val="0.2"/>
          <c:w val="0.83"/>
          <c:h val="0.62"/>
        </c:manualLayout>
      </c:layout>
      <c:lineChart>
        <c:varyColors val="0"/>
        <c:ser>
          <c:idx val="0"/>
          <c:order val="0"/>
          <c:tx>
            <c:strRef>
              <c:f>Sheet1!$B$1</c:f>
              <c:strCache>
                <c:ptCount val="1"/>
                <c:pt idx="0">
                  <c:v>Momentum</c:v>
                </c:pt>
              </c:strCache>
            </c:strRef>
          </c:tx>
          <c:spPr>
            <a:solidFill>
              <a:srgbClr val="5AA9E6"/>
            </a:solidFill>
            <a:ln w="12700" cap="flat">
              <a:solidFill>
                <a:srgbClr val="5AA9E6"/>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5AA9E6"/>
              </a:solidFill>
              <a:ln w="9525" cap="flat">
                <a:solidFill>
                  <a:srgbClr val="5AA9E6"/>
                </a:solidFill>
                <a:prstDash val="solid"/>
                <a:round/>
              </a:ln>
              <a:effectLst/>
            </c:spPr>
          </c:marker>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Sheet1!$B$2:$B$851</c:f>
              <c:numCache>
                <c:formatCode>General</c:formatCode>
                <c:ptCount val="850"/>
                <c:pt idx="0">
                  <c:v>-4.69</c:v>
                </c:pt>
                <c:pt idx="1">
                  <c:v>-4.22</c:v>
                </c:pt>
                <c:pt idx="2">
                  <c:v>-2.19</c:v>
                </c:pt>
                <c:pt idx="3">
                  <c:v>-2.01</c:v>
                </c:pt>
                <c:pt idx="4">
                  <c:v>2.45</c:v>
                </c:pt>
                <c:pt idx="5">
                  <c:v>4.22</c:v>
                </c:pt>
                <c:pt idx="6">
                  <c:v>1.99</c:v>
                </c:pt>
                <c:pt idx="7">
                  <c:v>0.84</c:v>
                </c:pt>
                <c:pt idx="8">
                  <c:v>4.08</c:v>
                </c:pt>
                <c:pt idx="9">
                  <c:v>3.06</c:v>
                </c:pt>
                <c:pt idx="10">
                  <c:v>3.96</c:v>
                </c:pt>
                <c:pt idx="11">
                  <c:v>4.25</c:v>
                </c:pt>
                <c:pt idx="12">
                  <c:v>6.31</c:v>
                </c:pt>
                <c:pt idx="13">
                  <c:v>2.99</c:v>
                </c:pt>
                <c:pt idx="14">
                  <c:v>8.19</c:v>
                </c:pt>
                <c:pt idx="15">
                  <c:v>6.45</c:v>
                </c:pt>
                <c:pt idx="16">
                  <c:v>6.54</c:v>
                </c:pt>
                <c:pt idx="17">
                  <c:v>4.49</c:v>
                </c:pt>
                <c:pt idx="18">
                  <c:v>3.22</c:v>
                </c:pt>
                <c:pt idx="19">
                  <c:v>-0.19</c:v>
                </c:pt>
                <c:pt idx="20">
                  <c:v>-1.12</c:v>
                </c:pt>
                <c:pt idx="21">
                  <c:v>-0.06</c:v>
                </c:pt>
                <c:pt idx="22">
                  <c:v>-0.3</c:v>
                </c:pt>
                <c:pt idx="23">
                  <c:v>0.74</c:v>
                </c:pt>
                <c:pt idx="24">
                  <c:v>-1.85</c:v>
                </c:pt>
                <c:pt idx="25">
                  <c:v>-2.05</c:v>
                </c:pt>
                <c:pt idx="26">
                  <c:v>-1.86</c:v>
                </c:pt>
                <c:pt idx="27">
                  <c:v>-1.46</c:v>
                </c:pt>
                <c:pt idx="28">
                  <c:v>-1.3</c:v>
                </c:pt>
                <c:pt idx="29">
                  <c:v>0.69</c:v>
                </c:pt>
                <c:pt idx="30">
                  <c:v>3.23</c:v>
                </c:pt>
                <c:pt idx="31">
                  <c:v>0.12</c:v>
                </c:pt>
                <c:pt idx="32">
                  <c:v>1.06</c:v>
                </c:pt>
                <c:pt idx="33">
                  <c:v>3.87</c:v>
                </c:pt>
                <c:pt idx="34">
                  <c:v>3.71</c:v>
                </c:pt>
                <c:pt idx="35">
                  <c:v>3.5</c:v>
                </c:pt>
                <c:pt idx="36">
                  <c:v>4.05</c:v>
                </c:pt>
                <c:pt idx="37">
                  <c:v>2.4</c:v>
                </c:pt>
                <c:pt idx="38">
                  <c:v>-0.77</c:v>
                </c:pt>
                <c:pt idx="39">
                  <c:v>-4.71</c:v>
                </c:pt>
                <c:pt idx="40">
                  <c:v>-6.11</c:v>
                </c:pt>
                <c:pt idx="41">
                  <c:v>-4.87</c:v>
                </c:pt>
                <c:pt idx="42">
                  <c:v>-4.71</c:v>
                </c:pt>
                <c:pt idx="43">
                  <c:v>-3.56</c:v>
                </c:pt>
                <c:pt idx="44">
                  <c:v>1.08</c:v>
                </c:pt>
                <c:pt idx="45">
                  <c:v>4.87</c:v>
                </c:pt>
                <c:pt idx="46">
                  <c:v>5.37</c:v>
                </c:pt>
                <c:pt idx="47">
                  <c:v>6</c:v>
                </c:pt>
                <c:pt idx="48">
                  <c:v>4.13</c:v>
                </c:pt>
                <c:pt idx="49">
                  <c:v>4.69</c:v>
                </c:pt>
                <c:pt idx="50">
                  <c:v>-0.03</c:v>
                </c:pt>
                <c:pt idx="51">
                  <c:v>-1.17</c:v>
                </c:pt>
                <c:pt idx="52">
                  <c:v>-1.38</c:v>
                </c:pt>
                <c:pt idx="53">
                  <c:v>4.43</c:v>
                </c:pt>
                <c:pt idx="54">
                  <c:v>4.43</c:v>
                </c:pt>
                <c:pt idx="55">
                  <c:v>6.58</c:v>
                </c:pt>
                <c:pt idx="56">
                  <c:v>8.47</c:v>
                </c:pt>
                <c:pt idx="57">
                  <c:v>9.22</c:v>
                </c:pt>
                <c:pt idx="58">
                  <c:v>-0.56</c:v>
                </c:pt>
                <c:pt idx="59">
                  <c:v>1.04</c:v>
                </c:pt>
                <c:pt idx="60">
                  <c:v>0.2</c:v>
                </c:pt>
                <c:pt idx="61">
                  <c:v>3.36</c:v>
                </c:pt>
                <c:pt idx="62">
                  <c:v>3.47</c:v>
                </c:pt>
                <c:pt idx="63">
                  <c:v>7.5</c:v>
                </c:pt>
                <c:pt idx="64">
                  <c:v>2.31</c:v>
                </c:pt>
                <c:pt idx="65">
                  <c:v>-0.49</c:v>
                </c:pt>
                <c:pt idx="66">
                  <c:v>-5.28</c:v>
                </c:pt>
                <c:pt idx="67">
                  <c:v>-6.17</c:v>
                </c:pt>
                <c:pt idx="68">
                  <c:v>-5.21</c:v>
                </c:pt>
                <c:pt idx="69">
                  <c:v>-3.9</c:v>
                </c:pt>
                <c:pt idx="70">
                  <c:v>-1.56</c:v>
                </c:pt>
                <c:pt idx="71">
                  <c:v>0.04</c:v>
                </c:pt>
                <c:pt idx="72">
                  <c:v>0.17</c:v>
                </c:pt>
                <c:pt idx="73">
                  <c:v>-0.22</c:v>
                </c:pt>
                <c:pt idx="74">
                  <c:v>0.87</c:v>
                </c:pt>
                <c:pt idx="75">
                  <c:v>0.41</c:v>
                </c:pt>
                <c:pt idx="76">
                  <c:v>1.2</c:v>
                </c:pt>
                <c:pt idx="77">
                  <c:v>2.8</c:v>
                </c:pt>
                <c:pt idx="78">
                  <c:v>3.47</c:v>
                </c:pt>
                <c:pt idx="79">
                  <c:v>5.38</c:v>
                </c:pt>
                <c:pt idx="80">
                  <c:v>6.34</c:v>
                </c:pt>
                <c:pt idx="81">
                  <c:v>7.1</c:v>
                </c:pt>
                <c:pt idx="82">
                  <c:v>4.45</c:v>
                </c:pt>
                <c:pt idx="83">
                  <c:v>4.62</c:v>
                </c:pt>
                <c:pt idx="84">
                  <c:v>0.48</c:v>
                </c:pt>
                <c:pt idx="85">
                  <c:v>1.05</c:v>
                </c:pt>
                <c:pt idx="86">
                  <c:v>-0.84</c:v>
                </c:pt>
                <c:pt idx="87">
                  <c:v>0.99</c:v>
                </c:pt>
                <c:pt idx="88">
                  <c:v>-1.19</c:v>
                </c:pt>
                <c:pt idx="89">
                  <c:v>1.62</c:v>
                </c:pt>
                <c:pt idx="90">
                  <c:v>0.83</c:v>
                </c:pt>
                <c:pt idx="91">
                  <c:v>0.09</c:v>
                </c:pt>
                <c:pt idx="92">
                  <c:v>-2.07</c:v>
                </c:pt>
                <c:pt idx="93">
                  <c:v>1.84</c:v>
                </c:pt>
                <c:pt idx="94">
                  <c:v>1.11</c:v>
                </c:pt>
                <c:pt idx="95">
                  <c:v>0.62</c:v>
                </c:pt>
                <c:pt idx="96">
                  <c:v>0.51</c:v>
                </c:pt>
                <c:pt idx="97">
                  <c:v>3.67</c:v>
                </c:pt>
                <c:pt idx="98">
                  <c:v>0.01</c:v>
                </c:pt>
                <c:pt idx="99">
                  <c:v>-0.49</c:v>
                </c:pt>
                <c:pt idx="100">
                  <c:v>-0.32</c:v>
                </c:pt>
                <c:pt idx="101">
                  <c:v>-1</c:v>
                </c:pt>
                <c:pt idx="102">
                  <c:v>-1.95</c:v>
                </c:pt>
                <c:pt idx="103">
                  <c:v>-4.42</c:v>
                </c:pt>
                <c:pt idx="104">
                  <c:v>-5.08</c:v>
                </c:pt>
                <c:pt idx="105">
                  <c:v>-5.21</c:v>
                </c:pt>
                <c:pt idx="106">
                  <c:v>-5.39</c:v>
                </c:pt>
                <c:pt idx="107">
                  <c:v>-6.58</c:v>
                </c:pt>
                <c:pt idx="108">
                  <c:v>-6.29</c:v>
                </c:pt>
                <c:pt idx="109">
                  <c:v>-5.3</c:v>
                </c:pt>
                <c:pt idx="110">
                  <c:v>-5.59</c:v>
                </c:pt>
                <c:pt idx="111">
                  <c:v>-4.63</c:v>
                </c:pt>
                <c:pt idx="112">
                  <c:v>-3.54</c:v>
                </c:pt>
                <c:pt idx="113">
                  <c:v>0.89</c:v>
                </c:pt>
                <c:pt idx="114">
                  <c:v>0.19</c:v>
                </c:pt>
                <c:pt idx="115">
                  <c:v>0.01</c:v>
                </c:pt>
                <c:pt idx="116">
                  <c:v>0.95</c:v>
                </c:pt>
                <c:pt idx="117">
                  <c:v>0.98</c:v>
                </c:pt>
                <c:pt idx="118">
                  <c:v>0.43</c:v>
                </c:pt>
                <c:pt idx="119">
                  <c:v>0.31</c:v>
                </c:pt>
                <c:pt idx="120">
                  <c:v>1.21</c:v>
                </c:pt>
                <c:pt idx="121">
                  <c:v>1.52</c:v>
                </c:pt>
                <c:pt idx="122">
                  <c:v>1.52</c:v>
                </c:pt>
                <c:pt idx="123">
                  <c:v>0.17</c:v>
                </c:pt>
                <c:pt idx="124">
                  <c:v>1.48</c:v>
                </c:pt>
                <c:pt idx="125">
                  <c:v>1.68</c:v>
                </c:pt>
                <c:pt idx="126">
                  <c:v>1.17</c:v>
                </c:pt>
                <c:pt idx="127">
                  <c:v>1.03</c:v>
                </c:pt>
                <c:pt idx="128">
                  <c:v>2.08</c:v>
                </c:pt>
                <c:pt idx="129">
                  <c:v>0.02</c:v>
                </c:pt>
                <c:pt idx="130">
                  <c:v>0.26</c:v>
                </c:pt>
                <c:pt idx="131">
                  <c:v>-3.62</c:v>
                </c:pt>
                <c:pt idx="132">
                  <c:v>-3.16</c:v>
                </c:pt>
                <c:pt idx="133">
                  <c:v>-2.51</c:v>
                </c:pt>
                <c:pt idx="134">
                  <c:v>-2.61</c:v>
                </c:pt>
                <c:pt idx="135">
                  <c:v>-5.47</c:v>
                </c:pt>
                <c:pt idx="136">
                  <c:v>-2.24</c:v>
                </c:pt>
                <c:pt idx="137">
                  <c:v>-3.67</c:v>
                </c:pt>
                <c:pt idx="138">
                  <c:v>-4.08</c:v>
                </c:pt>
                <c:pt idx="139">
                  <c:v>-3.49</c:v>
                </c:pt>
                <c:pt idx="140">
                  <c:v>-1.13</c:v>
                </c:pt>
                <c:pt idx="141">
                  <c:v>0.96</c:v>
                </c:pt>
                <c:pt idx="142">
                  <c:v>-0.24</c:v>
                </c:pt>
                <c:pt idx="143">
                  <c:v>-0.59</c:v>
                </c:pt>
                <c:pt idx="144">
                  <c:v>-1.25</c:v>
                </c:pt>
                <c:pt idx="145">
                  <c:v>-1.15</c:v>
                </c:pt>
                <c:pt idx="146">
                  <c:v>-3.83</c:v>
                </c:pt>
                <c:pt idx="147">
                  <c:v>-1.13</c:v>
                </c:pt>
                <c:pt idx="148">
                  <c:v>-2</c:v>
                </c:pt>
                <c:pt idx="149">
                  <c:v>-0.11</c:v>
                </c:pt>
                <c:pt idx="150">
                  <c:v>0.33</c:v>
                </c:pt>
                <c:pt idx="151">
                  <c:v>2.86</c:v>
                </c:pt>
                <c:pt idx="152">
                  <c:v>2.38</c:v>
                </c:pt>
                <c:pt idx="153">
                  <c:v>2.29</c:v>
                </c:pt>
                <c:pt idx="154">
                  <c:v>0.24</c:v>
                </c:pt>
                <c:pt idx="155">
                  <c:v>0.17</c:v>
                </c:pt>
                <c:pt idx="156">
                  <c:v>-3.33</c:v>
                </c:pt>
                <c:pt idx="157">
                  <c:v>-1.62</c:v>
                </c:pt>
                <c:pt idx="158">
                  <c:v>-2.97</c:v>
                </c:pt>
                <c:pt idx="159">
                  <c:v>-1.78</c:v>
                </c:pt>
                <c:pt idx="160">
                  <c:v>-5.54</c:v>
                </c:pt>
                <c:pt idx="161">
                  <c:v>-2.52</c:v>
                </c:pt>
                <c:pt idx="162">
                  <c:v>-4.03</c:v>
                </c:pt>
                <c:pt idx="163">
                  <c:v>-3.6</c:v>
                </c:pt>
                <c:pt idx="164">
                  <c:v>-1.61</c:v>
                </c:pt>
                <c:pt idx="165">
                  <c:v>1.88</c:v>
                </c:pt>
                <c:pt idx="166">
                  <c:v>2.01</c:v>
                </c:pt>
                <c:pt idx="167">
                  <c:v>1.02</c:v>
                </c:pt>
                <c:pt idx="168">
                  <c:v>4.27</c:v>
                </c:pt>
                <c:pt idx="169">
                  <c:v>-0.14</c:v>
                </c:pt>
                <c:pt idx="170">
                  <c:v>-0.91</c:v>
                </c:pt>
                <c:pt idx="171">
                  <c:v>-2.14</c:v>
                </c:pt>
                <c:pt idx="172">
                  <c:v>-2.06</c:v>
                </c:pt>
                <c:pt idx="173">
                  <c:v>-4.2</c:v>
                </c:pt>
                <c:pt idx="174">
                  <c:v>-1.23</c:v>
                </c:pt>
                <c:pt idx="175">
                  <c:v>-0.91</c:v>
                </c:pt>
                <c:pt idx="176">
                  <c:v>-1.87</c:v>
                </c:pt>
                <c:pt idx="177">
                  <c:v>-1.75</c:v>
                </c:pt>
                <c:pt idx="178">
                  <c:v>-1.61</c:v>
                </c:pt>
                <c:pt idx="179">
                  <c:v>-3.51</c:v>
                </c:pt>
                <c:pt idx="180">
                  <c:v>-1.85</c:v>
                </c:pt>
                <c:pt idx="181">
                  <c:v>-1.65</c:v>
                </c:pt>
                <c:pt idx="182">
                  <c:v>0.09</c:v>
                </c:pt>
                <c:pt idx="183">
                  <c:v>0.4</c:v>
                </c:pt>
                <c:pt idx="184">
                  <c:v>1.44</c:v>
                </c:pt>
                <c:pt idx="185">
                  <c:v>-0.16</c:v>
                </c:pt>
                <c:pt idx="186">
                  <c:v>-0.67</c:v>
                </c:pt>
                <c:pt idx="187">
                  <c:v>-2.68</c:v>
                </c:pt>
                <c:pt idx="188">
                  <c:v>-2.19</c:v>
                </c:pt>
                <c:pt idx="189">
                  <c:v>-2.72</c:v>
                </c:pt>
                <c:pt idx="190">
                  <c:v>-2.44</c:v>
                </c:pt>
                <c:pt idx="191">
                  <c:v>-1.86</c:v>
                </c:pt>
                <c:pt idx="192">
                  <c:v>-2.3</c:v>
                </c:pt>
                <c:pt idx="193">
                  <c:v>-1.81</c:v>
                </c:pt>
                <c:pt idx="194">
                  <c:v>-0.98</c:v>
                </c:pt>
                <c:pt idx="195">
                  <c:v>-2.4</c:v>
                </c:pt>
                <c:pt idx="196">
                  <c:v>-2.83</c:v>
                </c:pt>
                <c:pt idx="197">
                  <c:v>-0.19</c:v>
                </c:pt>
                <c:pt idx="198">
                  <c:v>-2.61</c:v>
                </c:pt>
                <c:pt idx="199">
                  <c:v>-1.37</c:v>
                </c:pt>
                <c:pt idx="200">
                  <c:v>2.33</c:v>
                </c:pt>
                <c:pt idx="201">
                  <c:v>2.12</c:v>
                </c:pt>
                <c:pt idx="202">
                  <c:v>2.5</c:v>
                </c:pt>
                <c:pt idx="203">
                  <c:v>7.3</c:v>
                </c:pt>
                <c:pt idx="204">
                  <c:v>9.86</c:v>
                </c:pt>
                <c:pt idx="205">
                  <c:v>7.07</c:v>
                </c:pt>
                <c:pt idx="206">
                  <c:v>8.39</c:v>
                </c:pt>
                <c:pt idx="207">
                  <c:v>5.17</c:v>
                </c:pt>
                <c:pt idx="208">
                  <c:v>1.47</c:v>
                </c:pt>
                <c:pt idx="209">
                  <c:v>-2.37</c:v>
                </c:pt>
                <c:pt idx="210">
                  <c:v>-3.75</c:v>
                </c:pt>
                <c:pt idx="211">
                  <c:v>-3.93</c:v>
                </c:pt>
                <c:pt idx="212">
                  <c:v>-3.42</c:v>
                </c:pt>
                <c:pt idx="213">
                  <c:v>-3.52</c:v>
                </c:pt>
                <c:pt idx="214">
                  <c:v>-3.89</c:v>
                </c:pt>
                <c:pt idx="215">
                  <c:v>-1.71</c:v>
                </c:pt>
                <c:pt idx="216">
                  <c:v>-1.01</c:v>
                </c:pt>
                <c:pt idx="217">
                  <c:v>-0.86</c:v>
                </c:pt>
                <c:pt idx="218">
                  <c:v>-0.27</c:v>
                </c:pt>
                <c:pt idx="219">
                  <c:v>0.02</c:v>
                </c:pt>
                <c:pt idx="220">
                  <c:v>-0.56</c:v>
                </c:pt>
                <c:pt idx="221">
                  <c:v>-1.38</c:v>
                </c:pt>
                <c:pt idx="222">
                  <c:v>1.55</c:v>
                </c:pt>
                <c:pt idx="223">
                  <c:v>1.97</c:v>
                </c:pt>
                <c:pt idx="224">
                  <c:v>1.63</c:v>
                </c:pt>
                <c:pt idx="225">
                  <c:v>3.33</c:v>
                </c:pt>
                <c:pt idx="226">
                  <c:v>5.12</c:v>
                </c:pt>
                <c:pt idx="227">
                  <c:v>2.04</c:v>
                </c:pt>
                <c:pt idx="228">
                  <c:v>4.34</c:v>
                </c:pt>
                <c:pt idx="229">
                  <c:v>5.26</c:v>
                </c:pt>
                <c:pt idx="230">
                  <c:v>2.97</c:v>
                </c:pt>
                <c:pt idx="231">
                  <c:v>0.43</c:v>
                </c:pt>
                <c:pt idx="232">
                  <c:v>1.28</c:v>
                </c:pt>
                <c:pt idx="233">
                  <c:v>-1.63</c:v>
                </c:pt>
                <c:pt idx="234">
                  <c:v>-2.45</c:v>
                </c:pt>
                <c:pt idx="235">
                  <c:v>-1.15</c:v>
                </c:pt>
                <c:pt idx="236">
                  <c:v>0.36</c:v>
                </c:pt>
                <c:pt idx="237">
                  <c:v>-0.73</c:v>
                </c:pt>
                <c:pt idx="238">
                  <c:v>2.45</c:v>
                </c:pt>
                <c:pt idx="239">
                  <c:v>3.83</c:v>
                </c:pt>
                <c:pt idx="240">
                  <c:v>4.55</c:v>
                </c:pt>
                <c:pt idx="241">
                  <c:v>2.23</c:v>
                </c:pt>
                <c:pt idx="242">
                  <c:v>4.09</c:v>
                </c:pt>
                <c:pt idx="243">
                  <c:v>0.66</c:v>
                </c:pt>
                <c:pt idx="244">
                  <c:v>-0.18</c:v>
                </c:pt>
                <c:pt idx="245">
                  <c:v>-2.21</c:v>
                </c:pt>
                <c:pt idx="246">
                  <c:v>1.27</c:v>
                </c:pt>
                <c:pt idx="247">
                  <c:v>0.76</c:v>
                </c:pt>
                <c:pt idx="248">
                  <c:v>0.95</c:v>
                </c:pt>
                <c:pt idx="249">
                  <c:v>-0.75</c:v>
                </c:pt>
                <c:pt idx="250">
                  <c:v>0.13</c:v>
                </c:pt>
                <c:pt idx="251">
                  <c:v>-0.75</c:v>
                </c:pt>
                <c:pt idx="252">
                  <c:v>-2.09</c:v>
                </c:pt>
                <c:pt idx="253">
                  <c:v>-0.19</c:v>
                </c:pt>
                <c:pt idx="254">
                  <c:v>0.37</c:v>
                </c:pt>
                <c:pt idx="255">
                  <c:v>1.52</c:v>
                </c:pt>
                <c:pt idx="256">
                  <c:v>0.41</c:v>
                </c:pt>
                <c:pt idx="257">
                  <c:v>1.76</c:v>
                </c:pt>
                <c:pt idx="258">
                  <c:v>-1.02</c:v>
                </c:pt>
                <c:pt idx="259">
                  <c:v>2.61</c:v>
                </c:pt>
                <c:pt idx="260">
                  <c:v>1.76</c:v>
                </c:pt>
                <c:pt idx="261">
                  <c:v>2.46</c:v>
                </c:pt>
                <c:pt idx="262">
                  <c:v>-0.96</c:v>
                </c:pt>
                <c:pt idx="263">
                  <c:v>1.91</c:v>
                </c:pt>
                <c:pt idx="264">
                  <c:v>0.3</c:v>
                </c:pt>
                <c:pt idx="265">
                  <c:v>2.72</c:v>
                </c:pt>
                <c:pt idx="266">
                  <c:v>1.38</c:v>
                </c:pt>
                <c:pt idx="267">
                  <c:v>4.48</c:v>
                </c:pt>
                <c:pt idx="268">
                  <c:v>3.52</c:v>
                </c:pt>
                <c:pt idx="269">
                  <c:v>2.47</c:v>
                </c:pt>
                <c:pt idx="270">
                  <c:v>0.34</c:v>
                </c:pt>
                <c:pt idx="271">
                  <c:v>-0.12</c:v>
                </c:pt>
                <c:pt idx="272">
                  <c:v>0.51</c:v>
                </c:pt>
                <c:pt idx="273">
                  <c:v>2.89</c:v>
                </c:pt>
                <c:pt idx="274">
                  <c:v>2.72</c:v>
                </c:pt>
                <c:pt idx="275">
                  <c:v>4.07</c:v>
                </c:pt>
                <c:pt idx="276">
                  <c:v>6.58</c:v>
                </c:pt>
                <c:pt idx="277">
                  <c:v>6.71</c:v>
                </c:pt>
                <c:pt idx="278">
                  <c:v>2.02</c:v>
                </c:pt>
                <c:pt idx="279">
                  <c:v>0.58</c:v>
                </c:pt>
                <c:pt idx="280">
                  <c:v>-0.51</c:v>
                </c:pt>
                <c:pt idx="281">
                  <c:v>0.16</c:v>
                </c:pt>
                <c:pt idx="282">
                  <c:v>-1</c:v>
                </c:pt>
                <c:pt idx="283">
                  <c:v>2.4</c:v>
                </c:pt>
                <c:pt idx="284">
                  <c:v>6.96</c:v>
                </c:pt>
                <c:pt idx="285">
                  <c:v>9.09</c:v>
                </c:pt>
                <c:pt idx="286">
                  <c:v>7.33</c:v>
                </c:pt>
                <c:pt idx="287">
                  <c:v>7.74</c:v>
                </c:pt>
                <c:pt idx="288">
                  <c:v>5.65</c:v>
                </c:pt>
                <c:pt idx="289">
                  <c:v>4.05</c:v>
                </c:pt>
                <c:pt idx="290">
                  <c:v>2.58</c:v>
                </c:pt>
                <c:pt idx="291">
                  <c:v>1.2</c:v>
                </c:pt>
                <c:pt idx="292">
                  <c:v>-0.31</c:v>
                </c:pt>
                <c:pt idx="293">
                  <c:v>0.58</c:v>
                </c:pt>
                <c:pt idx="294">
                  <c:v>-0.03</c:v>
                </c:pt>
                <c:pt idx="295">
                  <c:v>-3.46</c:v>
                </c:pt>
                <c:pt idx="296">
                  <c:v>-4.56</c:v>
                </c:pt>
                <c:pt idx="297">
                  <c:v>-3.52</c:v>
                </c:pt>
                <c:pt idx="298">
                  <c:v>-4.36</c:v>
                </c:pt>
                <c:pt idx="299">
                  <c:v>-3.94</c:v>
                </c:pt>
                <c:pt idx="300">
                  <c:v>-2.59</c:v>
                </c:pt>
                <c:pt idx="301">
                  <c:v>3.08</c:v>
                </c:pt>
                <c:pt idx="302">
                  <c:v>2.63</c:v>
                </c:pt>
                <c:pt idx="303">
                  <c:v>4.23</c:v>
                </c:pt>
                <c:pt idx="304">
                  <c:v>4.92</c:v>
                </c:pt>
                <c:pt idx="305">
                  <c:v>8.58</c:v>
                </c:pt>
                <c:pt idx="306">
                  <c:v>2.92</c:v>
                </c:pt>
                <c:pt idx="307">
                  <c:v>4.4</c:v>
                </c:pt>
                <c:pt idx="308">
                  <c:v>-1.78</c:v>
                </c:pt>
                <c:pt idx="309">
                  <c:v>-3.17</c:v>
                </c:pt>
                <c:pt idx="310">
                  <c:v>-6.05</c:v>
                </c:pt>
                <c:pt idx="311">
                  <c:v>-3.36</c:v>
                </c:pt>
                <c:pt idx="312">
                  <c:v>-3.7</c:v>
                </c:pt>
                <c:pt idx="313">
                  <c:v>3.3</c:v>
                </c:pt>
                <c:pt idx="314">
                  <c:v>3.04</c:v>
                </c:pt>
                <c:pt idx="315">
                  <c:v>5.74</c:v>
                </c:pt>
                <c:pt idx="316">
                  <c:v>9.39</c:v>
                </c:pt>
                <c:pt idx="317">
                  <c:v>7.56</c:v>
                </c:pt>
                <c:pt idx="318">
                  <c:v>5.92</c:v>
                </c:pt>
                <c:pt idx="319">
                  <c:v>3.82</c:v>
                </c:pt>
                <c:pt idx="320">
                  <c:v>1.61</c:v>
                </c:pt>
                <c:pt idx="321">
                  <c:v>-2.16</c:v>
                </c:pt>
                <c:pt idx="322">
                  <c:v>-2.09</c:v>
                </c:pt>
                <c:pt idx="323">
                  <c:v>-0.53</c:v>
                </c:pt>
                <c:pt idx="324">
                  <c:v>0.13</c:v>
                </c:pt>
                <c:pt idx="325">
                  <c:v>1.06</c:v>
                </c:pt>
                <c:pt idx="326">
                  <c:v>-0.7</c:v>
                </c:pt>
                <c:pt idx="327">
                  <c:v>0.79</c:v>
                </c:pt>
                <c:pt idx="328">
                  <c:v>-0.87</c:v>
                </c:pt>
                <c:pt idx="329">
                  <c:v>1.72</c:v>
                </c:pt>
                <c:pt idx="330">
                  <c:v>-0.35</c:v>
                </c:pt>
                <c:pt idx="331">
                  <c:v>-0.39</c:v>
                </c:pt>
                <c:pt idx="332">
                  <c:v>-3.63</c:v>
                </c:pt>
                <c:pt idx="333">
                  <c:v>-3.5</c:v>
                </c:pt>
                <c:pt idx="334">
                  <c:v>-5.7</c:v>
                </c:pt>
                <c:pt idx="335">
                  <c:v>-5.33</c:v>
                </c:pt>
                <c:pt idx="336">
                  <c:v>-3.25</c:v>
                </c:pt>
                <c:pt idx="337">
                  <c:v>1.37</c:v>
                </c:pt>
                <c:pt idx="338">
                  <c:v>0.94</c:v>
                </c:pt>
                <c:pt idx="339">
                  <c:v>0.53</c:v>
                </c:pt>
                <c:pt idx="340">
                  <c:v>1.77</c:v>
                </c:pt>
                <c:pt idx="341">
                  <c:v>1.24</c:v>
                </c:pt>
                <c:pt idx="342">
                  <c:v>-0.48</c:v>
                </c:pt>
                <c:pt idx="343">
                  <c:v>-0.58</c:v>
                </c:pt>
                <c:pt idx="344">
                  <c:v>0.87</c:v>
                </c:pt>
                <c:pt idx="345">
                  <c:v>0.05</c:v>
                </c:pt>
                <c:pt idx="346">
                  <c:v>-0.1</c:v>
                </c:pt>
                <c:pt idx="347">
                  <c:v>0.04</c:v>
                </c:pt>
                <c:pt idx="348">
                  <c:v>0.14</c:v>
                </c:pt>
                <c:pt idx="349">
                  <c:v>1.6</c:v>
                </c:pt>
                <c:pt idx="350">
                  <c:v>1.83</c:v>
                </c:pt>
                <c:pt idx="351">
                  <c:v>-1.24</c:v>
                </c:pt>
                <c:pt idx="352">
                  <c:v>-1.63</c:v>
                </c:pt>
                <c:pt idx="353">
                  <c:v>-2.52</c:v>
                </c:pt>
                <c:pt idx="354">
                  <c:v>-6.67</c:v>
                </c:pt>
                <c:pt idx="355">
                  <c:v>-5.99</c:v>
                </c:pt>
                <c:pt idx="356">
                  <c:v>-3.8</c:v>
                </c:pt>
                <c:pt idx="357">
                  <c:v>-4.1</c:v>
                </c:pt>
                <c:pt idx="358">
                  <c:v>-2.78</c:v>
                </c:pt>
                <c:pt idx="359">
                  <c:v>-0.54</c:v>
                </c:pt>
                <c:pt idx="360">
                  <c:v>-1.45</c:v>
                </c:pt>
                <c:pt idx="361">
                  <c:v>-0.61</c:v>
                </c:pt>
                <c:pt idx="362">
                  <c:v>-0.61</c:v>
                </c:pt>
                <c:pt idx="363">
                  <c:v>-0.74</c:v>
                </c:pt>
                <c:pt idx="364">
                  <c:v>-1.09</c:v>
                </c:pt>
                <c:pt idx="365">
                  <c:v>0.03</c:v>
                </c:pt>
                <c:pt idx="366">
                  <c:v>0.34</c:v>
                </c:pt>
                <c:pt idx="367">
                  <c:v>0.67</c:v>
                </c:pt>
                <c:pt idx="368">
                  <c:v>-0.76</c:v>
                </c:pt>
                <c:pt idx="369">
                  <c:v>1.98</c:v>
                </c:pt>
                <c:pt idx="370">
                  <c:v>0.45</c:v>
                </c:pt>
                <c:pt idx="371">
                  <c:v>-0.08</c:v>
                </c:pt>
                <c:pt idx="372">
                  <c:v>-0.6</c:v>
                </c:pt>
                <c:pt idx="373">
                  <c:v>0.39</c:v>
                </c:pt>
                <c:pt idx="374">
                  <c:v>-0.98</c:v>
                </c:pt>
                <c:pt idx="375">
                  <c:v>0.36</c:v>
                </c:pt>
                <c:pt idx="376">
                  <c:v>0.16</c:v>
                </c:pt>
                <c:pt idx="377">
                  <c:v>1.75</c:v>
                </c:pt>
                <c:pt idx="378">
                  <c:v>0.21</c:v>
                </c:pt>
                <c:pt idx="379">
                  <c:v>0.58</c:v>
                </c:pt>
                <c:pt idx="380">
                  <c:v>-1.6</c:v>
                </c:pt>
                <c:pt idx="381">
                  <c:v>-2.16</c:v>
                </c:pt>
                <c:pt idx="382">
                  <c:v>-3.83</c:v>
                </c:pt>
                <c:pt idx="383">
                  <c:v>-3.66</c:v>
                </c:pt>
                <c:pt idx="384">
                  <c:v>-4.26</c:v>
                </c:pt>
                <c:pt idx="385">
                  <c:v>-4.98</c:v>
                </c:pt>
                <c:pt idx="386">
                  <c:v>-4.87</c:v>
                </c:pt>
                <c:pt idx="387">
                  <c:v>-3.6</c:v>
                </c:pt>
                <c:pt idx="388">
                  <c:v>-4.39</c:v>
                </c:pt>
                <c:pt idx="389">
                  <c:v>-4.39</c:v>
                </c:pt>
                <c:pt idx="390">
                  <c:v>-1.97</c:v>
                </c:pt>
                <c:pt idx="391">
                  <c:v>-2.3</c:v>
                </c:pt>
                <c:pt idx="392">
                  <c:v>-2.19</c:v>
                </c:pt>
                <c:pt idx="393">
                  <c:v>-0.28</c:v>
                </c:pt>
                <c:pt idx="394">
                  <c:v>0.03</c:v>
                </c:pt>
                <c:pt idx="395">
                  <c:v>0.76</c:v>
                </c:pt>
                <c:pt idx="396">
                  <c:v>1.32</c:v>
                </c:pt>
                <c:pt idx="397">
                  <c:v>1.28</c:v>
                </c:pt>
                <c:pt idx="398">
                  <c:v>2.98</c:v>
                </c:pt>
                <c:pt idx="399">
                  <c:v>1.86</c:v>
                </c:pt>
                <c:pt idx="400">
                  <c:v>1.06</c:v>
                </c:pt>
                <c:pt idx="401">
                  <c:v>0.9</c:v>
                </c:pt>
                <c:pt idx="402">
                  <c:v>-0.25</c:v>
                </c:pt>
                <c:pt idx="403">
                  <c:v>-0.99</c:v>
                </c:pt>
                <c:pt idx="404">
                  <c:v>-2.43</c:v>
                </c:pt>
                <c:pt idx="405">
                  <c:v>-2.56</c:v>
                </c:pt>
                <c:pt idx="406">
                  <c:v>-0.94</c:v>
                </c:pt>
                <c:pt idx="407">
                  <c:v>-0.88</c:v>
                </c:pt>
                <c:pt idx="408">
                  <c:v>-3.95</c:v>
                </c:pt>
                <c:pt idx="409">
                  <c:v>-2.6</c:v>
                </c:pt>
                <c:pt idx="410">
                  <c:v>-3.19</c:v>
                </c:pt>
                <c:pt idx="411">
                  <c:v>-5.01</c:v>
                </c:pt>
                <c:pt idx="412">
                  <c:v>-6.46</c:v>
                </c:pt>
                <c:pt idx="413">
                  <c:v>-3.82</c:v>
                </c:pt>
                <c:pt idx="414">
                  <c:v>-4.34</c:v>
                </c:pt>
                <c:pt idx="415">
                  <c:v>-3.51</c:v>
                </c:pt>
                <c:pt idx="416">
                  <c:v>-3.56</c:v>
                </c:pt>
                <c:pt idx="417">
                  <c:v>-1.26</c:v>
                </c:pt>
                <c:pt idx="418">
                  <c:v>-0.76</c:v>
                </c:pt>
                <c:pt idx="419">
                  <c:v>0.72</c:v>
                </c:pt>
                <c:pt idx="420">
                  <c:v>-0.65</c:v>
                </c:pt>
                <c:pt idx="421">
                  <c:v>-0.76</c:v>
                </c:pt>
                <c:pt idx="422">
                  <c:v>-3.33</c:v>
                </c:pt>
                <c:pt idx="423">
                  <c:v>-5.36</c:v>
                </c:pt>
                <c:pt idx="424">
                  <c:v>-4.66</c:v>
                </c:pt>
                <c:pt idx="425">
                  <c:v>-2.93</c:v>
                </c:pt>
                <c:pt idx="426">
                  <c:v>-2.67</c:v>
                </c:pt>
                <c:pt idx="427">
                  <c:v>0.36</c:v>
                </c:pt>
                <c:pt idx="428">
                  <c:v>1.89</c:v>
                </c:pt>
                <c:pt idx="429">
                  <c:v>1.85</c:v>
                </c:pt>
                <c:pt idx="430">
                  <c:v>0.94</c:v>
                </c:pt>
                <c:pt idx="431">
                  <c:v>0.97</c:v>
                </c:pt>
                <c:pt idx="432">
                  <c:v>-2</c:v>
                </c:pt>
                <c:pt idx="433">
                  <c:v>-2.94</c:v>
                </c:pt>
                <c:pt idx="434">
                  <c:v>-4.67</c:v>
                </c:pt>
                <c:pt idx="435">
                  <c:v>-5.1</c:v>
                </c:pt>
                <c:pt idx="436">
                  <c:v>-2.96</c:v>
                </c:pt>
                <c:pt idx="437">
                  <c:v>-0.68</c:v>
                </c:pt>
                <c:pt idx="438">
                  <c:v>-0.42</c:v>
                </c:pt>
                <c:pt idx="439">
                  <c:v>-0.8</c:v>
                </c:pt>
                <c:pt idx="440">
                  <c:v>-5.9</c:v>
                </c:pt>
                <c:pt idx="441">
                  <c:v>-3.34</c:v>
                </c:pt>
                <c:pt idx="442">
                  <c:v>-1.82</c:v>
                </c:pt>
                <c:pt idx="443">
                  <c:v>-1.63</c:v>
                </c:pt>
                <c:pt idx="444">
                  <c:v>0.81</c:v>
                </c:pt>
                <c:pt idx="445">
                  <c:v>5.44</c:v>
                </c:pt>
                <c:pt idx="446">
                  <c:v>0.64</c:v>
                </c:pt>
                <c:pt idx="447">
                  <c:v>-0.25</c:v>
                </c:pt>
                <c:pt idx="448">
                  <c:v>-1.41</c:v>
                </c:pt>
                <c:pt idx="449">
                  <c:v>-2.53</c:v>
                </c:pt>
                <c:pt idx="450">
                  <c:v>-1.6</c:v>
                </c:pt>
                <c:pt idx="451">
                  <c:v>1.94</c:v>
                </c:pt>
                <c:pt idx="452">
                  <c:v>0.1</c:v>
                </c:pt>
                <c:pt idx="453">
                  <c:v>1.76</c:v>
                </c:pt>
                <c:pt idx="454">
                  <c:v>2.56</c:v>
                </c:pt>
                <c:pt idx="455">
                  <c:v>3.56</c:v>
                </c:pt>
                <c:pt idx="456">
                  <c:v>1.05</c:v>
                </c:pt>
                <c:pt idx="457">
                  <c:v>2.3</c:v>
                </c:pt>
                <c:pt idx="458">
                  <c:v>2.31</c:v>
                </c:pt>
                <c:pt idx="459">
                  <c:v>1.33</c:v>
                </c:pt>
                <c:pt idx="460">
                  <c:v>1</c:v>
                </c:pt>
                <c:pt idx="461">
                  <c:v>2.39</c:v>
                </c:pt>
                <c:pt idx="462">
                  <c:v>1.82</c:v>
                </c:pt>
                <c:pt idx="463">
                  <c:v>0.91</c:v>
                </c:pt>
                <c:pt idx="464">
                  <c:v>2.45</c:v>
                </c:pt>
                <c:pt idx="465">
                  <c:v>0.77</c:v>
                </c:pt>
                <c:pt idx="466">
                  <c:v>0.41</c:v>
                </c:pt>
                <c:pt idx="467">
                  <c:v>0.77</c:v>
                </c:pt>
                <c:pt idx="468">
                  <c:v>2.47</c:v>
                </c:pt>
                <c:pt idx="469">
                  <c:v>0.29</c:v>
                </c:pt>
                <c:pt idx="470">
                  <c:v>1.07</c:v>
                </c:pt>
                <c:pt idx="471">
                  <c:v>-1.72</c:v>
                </c:pt>
                <c:pt idx="472">
                  <c:v>-2.25</c:v>
                </c:pt>
                <c:pt idx="473">
                  <c:v>-3.01</c:v>
                </c:pt>
                <c:pt idx="474">
                  <c:v>-2.66</c:v>
                </c:pt>
                <c:pt idx="475">
                  <c:v>-1.22</c:v>
                </c:pt>
                <c:pt idx="476">
                  <c:v>-1.63</c:v>
                </c:pt>
                <c:pt idx="477">
                  <c:v>-1.26</c:v>
                </c:pt>
                <c:pt idx="478">
                  <c:v>-2.5</c:v>
                </c:pt>
                <c:pt idx="479">
                  <c:v>-1.63</c:v>
                </c:pt>
                <c:pt idx="480">
                  <c:v>-3.31</c:v>
                </c:pt>
                <c:pt idx="481">
                  <c:v>-2.39</c:v>
                </c:pt>
                <c:pt idx="482">
                  <c:v>-1.6</c:v>
                </c:pt>
                <c:pt idx="483">
                  <c:v>-0.87</c:v>
                </c:pt>
                <c:pt idx="484">
                  <c:v>-1.97</c:v>
                </c:pt>
                <c:pt idx="485">
                  <c:v>1.54</c:v>
                </c:pt>
                <c:pt idx="486">
                  <c:v>3.04</c:v>
                </c:pt>
                <c:pt idx="487">
                  <c:v>4.01</c:v>
                </c:pt>
                <c:pt idx="488">
                  <c:v>5.16</c:v>
                </c:pt>
                <c:pt idx="489">
                  <c:v>3.63</c:v>
                </c:pt>
                <c:pt idx="490">
                  <c:v>1.42</c:v>
                </c:pt>
                <c:pt idx="491">
                  <c:v>0.76</c:v>
                </c:pt>
                <c:pt idx="492">
                  <c:v>1.11</c:v>
                </c:pt>
                <c:pt idx="493">
                  <c:v>-0.54</c:v>
                </c:pt>
                <c:pt idx="494">
                  <c:v>1.21</c:v>
                </c:pt>
                <c:pt idx="495">
                  <c:v>2.01</c:v>
                </c:pt>
                <c:pt idx="496">
                  <c:v>1.28</c:v>
                </c:pt>
                <c:pt idx="497">
                  <c:v>0.16</c:v>
                </c:pt>
                <c:pt idx="498">
                  <c:v>3.21</c:v>
                </c:pt>
                <c:pt idx="499">
                  <c:v>2.3</c:v>
                </c:pt>
                <c:pt idx="500">
                  <c:v>2.13</c:v>
                </c:pt>
                <c:pt idx="501">
                  <c:v>1.87</c:v>
                </c:pt>
                <c:pt idx="502">
                  <c:v>2.94</c:v>
                </c:pt>
                <c:pt idx="503">
                  <c:v>0.21</c:v>
                </c:pt>
                <c:pt idx="504">
                  <c:v>4.03</c:v>
                </c:pt>
                <c:pt idx="505">
                  <c:v>3.3</c:v>
                </c:pt>
                <c:pt idx="506">
                  <c:v>0.07</c:v>
                </c:pt>
                <c:pt idx="507">
                  <c:v>-2.68</c:v>
                </c:pt>
                <c:pt idx="508">
                  <c:v>-3.24</c:v>
                </c:pt>
                <c:pt idx="509">
                  <c:v>-4.64</c:v>
                </c:pt>
                <c:pt idx="510">
                  <c:v>-7.75</c:v>
                </c:pt>
                <c:pt idx="511">
                  <c:v>-4.85</c:v>
                </c:pt>
                <c:pt idx="512">
                  <c:v>-3.67</c:v>
                </c:pt>
                <c:pt idx="513">
                  <c:v>-1.93</c:v>
                </c:pt>
                <c:pt idx="514">
                  <c:v>-4.48</c:v>
                </c:pt>
                <c:pt idx="515">
                  <c:v>3.67</c:v>
                </c:pt>
                <c:pt idx="516">
                  <c:v>1.45</c:v>
                </c:pt>
                <c:pt idx="517">
                  <c:v>3.58</c:v>
                </c:pt>
                <c:pt idx="518">
                  <c:v>-0.3</c:v>
                </c:pt>
                <c:pt idx="519">
                  <c:v>1.98</c:v>
                </c:pt>
                <c:pt idx="520">
                  <c:v>-2.75</c:v>
                </c:pt>
                <c:pt idx="521">
                  <c:v>1.88</c:v>
                </c:pt>
                <c:pt idx="522">
                  <c:v>1.43</c:v>
                </c:pt>
                <c:pt idx="523">
                  <c:v>3.59</c:v>
                </c:pt>
                <c:pt idx="524">
                  <c:v>2.45</c:v>
                </c:pt>
                <c:pt idx="525">
                  <c:v>2.03</c:v>
                </c:pt>
                <c:pt idx="526">
                  <c:v>5.93</c:v>
                </c:pt>
                <c:pt idx="527">
                  <c:v>3.73</c:v>
                </c:pt>
                <c:pt idx="528">
                  <c:v>8</c:v>
                </c:pt>
                <c:pt idx="529">
                  <c:v>7.18</c:v>
                </c:pt>
                <c:pt idx="530">
                  <c:v>7.63</c:v>
                </c:pt>
                <c:pt idx="531">
                  <c:v>0.62</c:v>
                </c:pt>
                <c:pt idx="532">
                  <c:v>2.99</c:v>
                </c:pt>
                <c:pt idx="533">
                  <c:v>0.33</c:v>
                </c:pt>
                <c:pt idx="534">
                  <c:v>2.45</c:v>
                </c:pt>
                <c:pt idx="535">
                  <c:v>0.37</c:v>
                </c:pt>
                <c:pt idx="536">
                  <c:v>2.25</c:v>
                </c:pt>
                <c:pt idx="537">
                  <c:v>2.75</c:v>
                </c:pt>
                <c:pt idx="538">
                  <c:v>4.95</c:v>
                </c:pt>
                <c:pt idx="539">
                  <c:v>6.66</c:v>
                </c:pt>
                <c:pt idx="540">
                  <c:v>3.19</c:v>
                </c:pt>
                <c:pt idx="541">
                  <c:v>4.86</c:v>
                </c:pt>
                <c:pt idx="542">
                  <c:v>1.57</c:v>
                </c:pt>
                <c:pt idx="543">
                  <c:v>-2.53</c:v>
                </c:pt>
                <c:pt idx="544">
                  <c:v>-5.02</c:v>
                </c:pt>
                <c:pt idx="545">
                  <c:v>0.09</c:v>
                </c:pt>
                <c:pt idx="546">
                  <c:v>-1.35</c:v>
                </c:pt>
                <c:pt idx="547">
                  <c:v>-0.81</c:v>
                </c:pt>
                <c:pt idx="548">
                  <c:v>2.65</c:v>
                </c:pt>
                <c:pt idx="549">
                  <c:v>1.46</c:v>
                </c:pt>
                <c:pt idx="550">
                  <c:v>0.39</c:v>
                </c:pt>
                <c:pt idx="551">
                  <c:v>-3.36</c:v>
                </c:pt>
                <c:pt idx="552">
                  <c:v>-3.27</c:v>
                </c:pt>
                <c:pt idx="553">
                  <c:v>-5.96</c:v>
                </c:pt>
                <c:pt idx="554">
                  <c:v>-4.75</c:v>
                </c:pt>
                <c:pt idx="555">
                  <c:v>-3.36</c:v>
                </c:pt>
                <c:pt idx="556">
                  <c:v>3.47</c:v>
                </c:pt>
                <c:pt idx="557">
                  <c:v>3.72</c:v>
                </c:pt>
                <c:pt idx="558">
                  <c:v>6.63</c:v>
                </c:pt>
                <c:pt idx="559">
                  <c:v>5.43</c:v>
                </c:pt>
                <c:pt idx="560">
                  <c:v>4.24</c:v>
                </c:pt>
                <c:pt idx="561">
                  <c:v>0.59</c:v>
                </c:pt>
                <c:pt idx="562">
                  <c:v>0.65</c:v>
                </c:pt>
                <c:pt idx="563">
                  <c:v>-1.06</c:v>
                </c:pt>
                <c:pt idx="564">
                  <c:v>1.29</c:v>
                </c:pt>
                <c:pt idx="565">
                  <c:v>-0.24</c:v>
                </c:pt>
                <c:pt idx="566">
                  <c:v>0.51</c:v>
                </c:pt>
                <c:pt idx="567">
                  <c:v>0.05</c:v>
                </c:pt>
                <c:pt idx="568">
                  <c:v>-1.57</c:v>
                </c:pt>
                <c:pt idx="569">
                  <c:v>-2.65</c:v>
                </c:pt>
                <c:pt idx="570">
                  <c:v>0.86</c:v>
                </c:pt>
                <c:pt idx="571">
                  <c:v>-1.45</c:v>
                </c:pt>
                <c:pt idx="572">
                  <c:v>-1.08</c:v>
                </c:pt>
                <c:pt idx="573">
                  <c:v>-0.05</c:v>
                </c:pt>
                <c:pt idx="574">
                  <c:v>0.03</c:v>
                </c:pt>
                <c:pt idx="575">
                  <c:v>-1.13</c:v>
                </c:pt>
                <c:pt idx="576">
                  <c:v>0.84</c:v>
                </c:pt>
                <c:pt idx="577">
                  <c:v>0.82</c:v>
                </c:pt>
                <c:pt idx="578">
                  <c:v>4.76</c:v>
                </c:pt>
                <c:pt idx="579">
                  <c:v>4.92</c:v>
                </c:pt>
                <c:pt idx="580">
                  <c:v>3.99</c:v>
                </c:pt>
                <c:pt idx="581">
                  <c:v>3.26</c:v>
                </c:pt>
                <c:pt idx="582">
                  <c:v>2.36</c:v>
                </c:pt>
                <c:pt idx="583">
                  <c:v>-2.14</c:v>
                </c:pt>
                <c:pt idx="584">
                  <c:v>-2.85</c:v>
                </c:pt>
                <c:pt idx="585">
                  <c:v>-2.72</c:v>
                </c:pt>
                <c:pt idx="586">
                  <c:v>-4.7</c:v>
                </c:pt>
                <c:pt idx="587">
                  <c:v>-3.01</c:v>
                </c:pt>
                <c:pt idx="588">
                  <c:v>-1.77</c:v>
                </c:pt>
                <c:pt idx="589">
                  <c:v>-2.74</c:v>
                </c:pt>
                <c:pt idx="590">
                  <c:v>-3.3</c:v>
                </c:pt>
                <c:pt idx="591">
                  <c:v>-0.48</c:v>
                </c:pt>
                <c:pt idx="592">
                  <c:v>1.13</c:v>
                </c:pt>
                <c:pt idx="593">
                  <c:v>0.31</c:v>
                </c:pt>
                <c:pt idx="594">
                  <c:v>3.26</c:v>
                </c:pt>
                <c:pt idx="595">
                  <c:v>3.54</c:v>
                </c:pt>
                <c:pt idx="596">
                  <c:v>2.9</c:v>
                </c:pt>
                <c:pt idx="597">
                  <c:v>0.3</c:v>
                </c:pt>
                <c:pt idx="598">
                  <c:v>1.62</c:v>
                </c:pt>
                <c:pt idx="599">
                  <c:v>1.39</c:v>
                </c:pt>
                <c:pt idx="600">
                  <c:v>1.09</c:v>
                </c:pt>
                <c:pt idx="601">
                  <c:v>-0.71</c:v>
                </c:pt>
                <c:pt idx="602">
                  <c:v>0.91</c:v>
                </c:pt>
                <c:pt idx="603">
                  <c:v>1.05</c:v>
                </c:pt>
                <c:pt idx="604">
                  <c:v>0.4</c:v>
                </c:pt>
                <c:pt idx="605">
                  <c:v>3.17</c:v>
                </c:pt>
                <c:pt idx="606">
                  <c:v>5.99</c:v>
                </c:pt>
                <c:pt idx="607">
                  <c:v>4</c:v>
                </c:pt>
                <c:pt idx="608">
                  <c:v>1.69</c:v>
                </c:pt>
                <c:pt idx="609">
                  <c:v>1.85</c:v>
                </c:pt>
                <c:pt idx="610">
                  <c:v>-1.65</c:v>
                </c:pt>
                <c:pt idx="611">
                  <c:v>-1.91</c:v>
                </c:pt>
                <c:pt idx="612">
                  <c:v>-1.91</c:v>
                </c:pt>
                <c:pt idx="613">
                  <c:v>-0.29</c:v>
                </c:pt>
                <c:pt idx="614">
                  <c:v>-1.19</c:v>
                </c:pt>
                <c:pt idx="615">
                  <c:v>0.05</c:v>
                </c:pt>
                <c:pt idx="616">
                  <c:v>-0.4</c:v>
                </c:pt>
                <c:pt idx="617">
                  <c:v>-0.71</c:v>
                </c:pt>
                <c:pt idx="618">
                  <c:v>-1.09</c:v>
                </c:pt>
                <c:pt idx="619">
                  <c:v>1.9</c:v>
                </c:pt>
                <c:pt idx="620">
                  <c:v>1.86</c:v>
                </c:pt>
                <c:pt idx="621">
                  <c:v>1.67</c:v>
                </c:pt>
                <c:pt idx="622">
                  <c:v>2.25</c:v>
                </c:pt>
                <c:pt idx="623">
                  <c:v>-0.39</c:v>
                </c:pt>
                <c:pt idx="624">
                  <c:v>-4.39</c:v>
                </c:pt>
                <c:pt idx="625">
                  <c:v>-4.89</c:v>
                </c:pt>
                <c:pt idx="626">
                  <c:v>-5.35</c:v>
                </c:pt>
                <c:pt idx="627">
                  <c:v>-4.53</c:v>
                </c:pt>
                <c:pt idx="628">
                  <c:v>-2.42</c:v>
                </c:pt>
                <c:pt idx="629">
                  <c:v>-0.17</c:v>
                </c:pt>
                <c:pt idx="630">
                  <c:v>-0.11</c:v>
                </c:pt>
                <c:pt idx="631">
                  <c:v>1.23</c:v>
                </c:pt>
                <c:pt idx="632">
                  <c:v>1.3</c:v>
                </c:pt>
                <c:pt idx="633">
                  <c:v>-2.21</c:v>
                </c:pt>
                <c:pt idx="634">
                  <c:v>-3.14</c:v>
                </c:pt>
                <c:pt idx="635">
                  <c:v>-2.67</c:v>
                </c:pt>
                <c:pt idx="636">
                  <c:v>-4.64</c:v>
                </c:pt>
                <c:pt idx="637">
                  <c:v>-6.68</c:v>
                </c:pt>
                <c:pt idx="638">
                  <c:v>-1.85</c:v>
                </c:pt>
                <c:pt idx="639">
                  <c:v>-1.32</c:v>
                </c:pt>
                <c:pt idx="640">
                  <c:v>2.49</c:v>
                </c:pt>
                <c:pt idx="641">
                  <c:v>2.44</c:v>
                </c:pt>
                <c:pt idx="642">
                  <c:v>2.8</c:v>
                </c:pt>
                <c:pt idx="643">
                  <c:v>2.11</c:v>
                </c:pt>
                <c:pt idx="644">
                  <c:v>1.01</c:v>
                </c:pt>
                <c:pt idx="645">
                  <c:v>-3.55</c:v>
                </c:pt>
                <c:pt idx="646">
                  <c:v>-3.84</c:v>
                </c:pt>
                <c:pt idx="647">
                  <c:v>-2.93</c:v>
                </c:pt>
                <c:pt idx="648">
                  <c:v>-3.67</c:v>
                </c:pt>
                <c:pt idx="649">
                  <c:v>-3.58</c:v>
                </c:pt>
                <c:pt idx="650">
                  <c:v>-3.27</c:v>
                </c:pt>
                <c:pt idx="651">
                  <c:v>-1.59</c:v>
                </c:pt>
                <c:pt idx="652">
                  <c:v>-3.98</c:v>
                </c:pt>
                <c:pt idx="653">
                  <c:v>-3.67</c:v>
                </c:pt>
                <c:pt idx="654">
                  <c:v>-2.38</c:v>
                </c:pt>
                <c:pt idx="655">
                  <c:v>-1.81</c:v>
                </c:pt>
                <c:pt idx="656">
                  <c:v>-1.84</c:v>
                </c:pt>
                <c:pt idx="657">
                  <c:v>0.01</c:v>
                </c:pt>
                <c:pt idx="658">
                  <c:v>-2.68</c:v>
                </c:pt>
                <c:pt idx="659">
                  <c:v>-2.52</c:v>
                </c:pt>
                <c:pt idx="660">
                  <c:v>-1.61</c:v>
                </c:pt>
                <c:pt idx="661">
                  <c:v>-1.88</c:v>
                </c:pt>
                <c:pt idx="662">
                  <c:v>0.23</c:v>
                </c:pt>
                <c:pt idx="663">
                  <c:v>6.09</c:v>
                </c:pt>
                <c:pt idx="664">
                  <c:v>5.9</c:v>
                </c:pt>
                <c:pt idx="665">
                  <c:v>4.64</c:v>
                </c:pt>
                <c:pt idx="666">
                  <c:v>4.92</c:v>
                </c:pt>
                <c:pt idx="667">
                  <c:v>3.89</c:v>
                </c:pt>
                <c:pt idx="668">
                  <c:v>0.68</c:v>
                </c:pt>
                <c:pt idx="669">
                  <c:v>-1.68</c:v>
                </c:pt>
                <c:pt idx="670">
                  <c:v>-0.92</c:v>
                </c:pt>
                <c:pt idx="671">
                  <c:v>-2.9</c:v>
                </c:pt>
                <c:pt idx="672">
                  <c:v>0.72</c:v>
                </c:pt>
                <c:pt idx="673">
                  <c:v>-0.57</c:v>
                </c:pt>
                <c:pt idx="674">
                  <c:v>1.14</c:v>
                </c:pt>
                <c:pt idx="675">
                  <c:v>-0.99</c:v>
                </c:pt>
                <c:pt idx="676">
                  <c:v>1.05</c:v>
                </c:pt>
                <c:pt idx="677">
                  <c:v>-5.29</c:v>
                </c:pt>
                <c:pt idx="678">
                  <c:v>-2.66</c:v>
                </c:pt>
                <c:pt idx="679">
                  <c:v>-5.56</c:v>
                </c:pt>
                <c:pt idx="680">
                  <c:v>-2.67</c:v>
                </c:pt>
                <c:pt idx="681">
                  <c:v>-4.04</c:v>
                </c:pt>
                <c:pt idx="682">
                  <c:v>-1.82</c:v>
                </c:pt>
                <c:pt idx="683">
                  <c:v>-3.58</c:v>
                </c:pt>
                <c:pt idx="684">
                  <c:v>-2.63</c:v>
                </c:pt>
                <c:pt idx="685">
                  <c:v>-3.64</c:v>
                </c:pt>
                <c:pt idx="686">
                  <c:v>-0.2</c:v>
                </c:pt>
                <c:pt idx="687">
                  <c:v>-0.78</c:v>
                </c:pt>
                <c:pt idx="688">
                  <c:v>1.19</c:v>
                </c:pt>
                <c:pt idx="689">
                  <c:v>4.71</c:v>
                </c:pt>
                <c:pt idx="690">
                  <c:v>3.57</c:v>
                </c:pt>
                <c:pt idx="691">
                  <c:v>0.37</c:v>
                </c:pt>
                <c:pt idx="692">
                  <c:v>0.66</c:v>
                </c:pt>
                <c:pt idx="693">
                  <c:v>-1.32</c:v>
                </c:pt>
                <c:pt idx="694">
                  <c:v>-1.38</c:v>
                </c:pt>
                <c:pt idx="695">
                  <c:v>1.54</c:v>
                </c:pt>
                <c:pt idx="696">
                  <c:v>1.97</c:v>
                </c:pt>
                <c:pt idx="697">
                  <c:v>1.45</c:v>
                </c:pt>
                <c:pt idx="698">
                  <c:v>1.51</c:v>
                </c:pt>
                <c:pt idx="699">
                  <c:v>-1.58</c:v>
                </c:pt>
                <c:pt idx="700">
                  <c:v>-2.97</c:v>
                </c:pt>
                <c:pt idx="701">
                  <c:v>-2.59</c:v>
                </c:pt>
                <c:pt idx="702">
                  <c:v>-2.78</c:v>
                </c:pt>
                <c:pt idx="703">
                  <c:v>-3.38</c:v>
                </c:pt>
                <c:pt idx="704">
                  <c:v>-2.86</c:v>
                </c:pt>
                <c:pt idx="705">
                  <c:v>-4.39</c:v>
                </c:pt>
                <c:pt idx="706">
                  <c:v>-3.85</c:v>
                </c:pt>
                <c:pt idx="707">
                  <c:v>-4.83</c:v>
                </c:pt>
                <c:pt idx="708">
                  <c:v>-2.35</c:v>
                </c:pt>
                <c:pt idx="709">
                  <c:v>-0.67</c:v>
                </c:pt>
                <c:pt idx="710">
                  <c:v>0.63</c:v>
                </c:pt>
                <c:pt idx="711">
                  <c:v>-0.88</c:v>
                </c:pt>
                <c:pt idx="712">
                  <c:v>2.22</c:v>
                </c:pt>
                <c:pt idx="713">
                  <c:v>0.49</c:v>
                </c:pt>
                <c:pt idx="714">
                  <c:v>-0.01</c:v>
                </c:pt>
                <c:pt idx="715">
                  <c:v>-1.3</c:v>
                </c:pt>
                <c:pt idx="716">
                  <c:v>-0.51</c:v>
                </c:pt>
                <c:pt idx="717">
                  <c:v>0.31</c:v>
                </c:pt>
                <c:pt idx="718">
                  <c:v>0.06</c:v>
                </c:pt>
                <c:pt idx="719">
                  <c:v>-0.68</c:v>
                </c:pt>
                <c:pt idx="720">
                  <c:v>1.54</c:v>
                </c:pt>
                <c:pt idx="721">
                  <c:v>1.12</c:v>
                </c:pt>
                <c:pt idx="722">
                  <c:v>0.56</c:v>
                </c:pt>
                <c:pt idx="723">
                  <c:v>1.93</c:v>
                </c:pt>
                <c:pt idx="724">
                  <c:v>3.32</c:v>
                </c:pt>
                <c:pt idx="725">
                  <c:v>0.93</c:v>
                </c:pt>
                <c:pt idx="726">
                  <c:v>2.64</c:v>
                </c:pt>
                <c:pt idx="727">
                  <c:v>2.93</c:v>
                </c:pt>
                <c:pt idx="728">
                  <c:v>0.82</c:v>
                </c:pt>
                <c:pt idx="729">
                  <c:v>-0.06</c:v>
                </c:pt>
                <c:pt idx="730">
                  <c:v>1.23</c:v>
                </c:pt>
                <c:pt idx="731">
                  <c:v>-1.07</c:v>
                </c:pt>
                <c:pt idx="732">
                  <c:v>-5.68</c:v>
                </c:pt>
                <c:pt idx="733">
                  <c:v>-3.39</c:v>
                </c:pt>
                <c:pt idx="734">
                  <c:v>-3.1</c:v>
                </c:pt>
                <c:pt idx="735">
                  <c:v>-4.34</c:v>
                </c:pt>
                <c:pt idx="736">
                  <c:v>-1.5</c:v>
                </c:pt>
                <c:pt idx="737">
                  <c:v>1.63</c:v>
                </c:pt>
                <c:pt idx="738">
                  <c:v>2.62</c:v>
                </c:pt>
                <c:pt idx="739">
                  <c:v>0.72</c:v>
                </c:pt>
                <c:pt idx="740">
                  <c:v>2.35</c:v>
                </c:pt>
                <c:pt idx="741">
                  <c:v>1.29</c:v>
                </c:pt>
                <c:pt idx="742">
                  <c:v>0.71</c:v>
                </c:pt>
                <c:pt idx="743">
                  <c:v>-1.46</c:v>
                </c:pt>
                <c:pt idx="744">
                  <c:v>1.28</c:v>
                </c:pt>
                <c:pt idx="745">
                  <c:v>3.15</c:v>
                </c:pt>
                <c:pt idx="746">
                  <c:v>3.71</c:v>
                </c:pt>
                <c:pt idx="747">
                  <c:v>4.01</c:v>
                </c:pt>
                <c:pt idx="748">
                  <c:v>5.73</c:v>
                </c:pt>
                <c:pt idx="749">
                  <c:v>5.91</c:v>
                </c:pt>
                <c:pt idx="750">
                  <c:v>4.58</c:v>
                </c:pt>
                <c:pt idx="751">
                  <c:v>1.73</c:v>
                </c:pt>
                <c:pt idx="752">
                  <c:v>3.65</c:v>
                </c:pt>
                <c:pt idx="753">
                  <c:v>1.01</c:v>
                </c:pt>
                <c:pt idx="754">
                  <c:v>1.09</c:v>
                </c:pt>
                <c:pt idx="755">
                  <c:v>-0.88</c:v>
                </c:pt>
                <c:pt idx="756">
                  <c:v>1.02</c:v>
                </c:pt>
                <c:pt idx="757">
                  <c:v>-0.02</c:v>
                </c:pt>
                <c:pt idx="758">
                  <c:v>6.72</c:v>
                </c:pt>
                <c:pt idx="759">
                  <c:v>4.16</c:v>
                </c:pt>
                <c:pt idx="760">
                  <c:v>6.56</c:v>
                </c:pt>
                <c:pt idx="761">
                  <c:v>4.47</c:v>
                </c:pt>
                <c:pt idx="762">
                  <c:v>4.62</c:v>
                </c:pt>
                <c:pt idx="763">
                  <c:v>1.37</c:v>
                </c:pt>
                <c:pt idx="764">
                  <c:v>2.83</c:v>
                </c:pt>
                <c:pt idx="765">
                  <c:v>1.21</c:v>
                </c:pt>
                <c:pt idx="766">
                  <c:v>3.85</c:v>
                </c:pt>
                <c:pt idx="767">
                  <c:v>4.39</c:v>
                </c:pt>
                <c:pt idx="768">
                  <c:v>3.79</c:v>
                </c:pt>
                <c:pt idx="769">
                  <c:v>4.21</c:v>
                </c:pt>
                <c:pt idx="770">
                  <c:v>5.96</c:v>
                </c:pt>
                <c:pt idx="771">
                  <c:v>3.65</c:v>
                </c:pt>
                <c:pt idx="772">
                  <c:v>3.28</c:v>
                </c:pt>
                <c:pt idx="773">
                  <c:v>1.04</c:v>
                </c:pt>
                <c:pt idx="774">
                  <c:v>0</c:v>
                </c:pt>
                <c:pt idx="775">
                  <c:v>0.18</c:v>
                </c:pt>
                <c:pt idx="776">
                  <c:v>-0.14</c:v>
                </c:pt>
                <c:pt idx="777">
                  <c:v>-1.89</c:v>
                </c:pt>
                <c:pt idx="778">
                  <c:v>-4.22</c:v>
                </c:pt>
                <c:pt idx="779">
                  <c:v>-2.89</c:v>
                </c:pt>
                <c:pt idx="780">
                  <c:v>-5.15</c:v>
                </c:pt>
                <c:pt idx="781">
                  <c:v>-1.29</c:v>
                </c:pt>
                <c:pt idx="782">
                  <c:v>-0.38</c:v>
                </c:pt>
                <c:pt idx="783">
                  <c:v>3.28</c:v>
                </c:pt>
                <c:pt idx="784">
                  <c:v>2.03</c:v>
                </c:pt>
                <c:pt idx="785">
                  <c:v>3.85</c:v>
                </c:pt>
                <c:pt idx="786">
                  <c:v>1.73</c:v>
                </c:pt>
                <c:pt idx="787">
                  <c:v>4.68</c:v>
                </c:pt>
                <c:pt idx="788">
                  <c:v>-0.61</c:v>
                </c:pt>
                <c:pt idx="789">
                  <c:v>-0.16</c:v>
                </c:pt>
                <c:pt idx="790">
                  <c:v>-1.86</c:v>
                </c:pt>
                <c:pt idx="791">
                  <c:v>-2.23</c:v>
                </c:pt>
                <c:pt idx="792">
                  <c:v>-4.57</c:v>
                </c:pt>
                <c:pt idx="793">
                  <c:v>-0.18</c:v>
                </c:pt>
                <c:pt idx="794">
                  <c:v>0.07</c:v>
                </c:pt>
                <c:pt idx="795">
                  <c:v>1.4</c:v>
                </c:pt>
                <c:pt idx="796">
                  <c:v>2.36</c:v>
                </c:pt>
                <c:pt idx="797">
                  <c:v>2.86</c:v>
                </c:pt>
                <c:pt idx="798">
                  <c:v>0.96</c:v>
                </c:pt>
                <c:pt idx="799">
                  <c:v>0.82</c:v>
                </c:pt>
                <c:pt idx="800">
                  <c:v/>
                </c:pt>
                <c:pt idx="801">
                  <c:v/>
                </c:pt>
                <c:pt idx="802">
                  <c:v/>
                </c:pt>
                <c:pt idx="803">
                  <c:v/>
                </c:pt>
                <c:pt idx="804">
                  <c:v/>
                </c:pt>
                <c:pt idx="805">
                  <c:v/>
                </c:pt>
                <c:pt idx="806">
                  <c:v/>
                </c:pt>
                <c:pt idx="807">
                  <c:v/>
                </c:pt>
                <c:pt idx="808">
                  <c:v/>
                </c:pt>
                <c:pt idx="809">
                  <c:v/>
                </c:pt>
                <c:pt idx="810">
                  <c:v/>
                </c:pt>
                <c:pt idx="811">
                  <c:v/>
                </c:pt>
                <c:pt idx="812">
                  <c:v/>
                </c:pt>
                <c:pt idx="813">
                  <c:v/>
                </c:pt>
                <c:pt idx="814">
                  <c:v/>
                </c:pt>
                <c:pt idx="815">
                  <c:v/>
                </c:pt>
                <c:pt idx="816">
                  <c:v/>
                </c:pt>
                <c:pt idx="817">
                  <c:v/>
                </c:pt>
                <c:pt idx="818">
                  <c:v/>
                </c:pt>
                <c:pt idx="819">
                  <c:v/>
                </c:pt>
                <c:pt idx="820">
                  <c:v/>
                </c:pt>
                <c:pt idx="821">
                  <c:v/>
                </c:pt>
                <c:pt idx="822">
                  <c:v/>
                </c:pt>
                <c:pt idx="823">
                  <c:v/>
                </c:pt>
                <c:pt idx="824">
                  <c:v/>
                </c:pt>
                <c:pt idx="825">
                  <c:v/>
                </c:pt>
                <c:pt idx="826">
                  <c:v/>
                </c:pt>
                <c:pt idx="827">
                  <c:v/>
                </c:pt>
                <c:pt idx="828">
                  <c:v/>
                </c:pt>
                <c:pt idx="829">
                  <c:v/>
                </c:pt>
                <c:pt idx="830">
                  <c:v/>
                </c:pt>
                <c:pt idx="831">
                  <c:v/>
                </c:pt>
                <c:pt idx="832">
                  <c:v/>
                </c:pt>
                <c:pt idx="833">
                  <c:v/>
                </c:pt>
                <c:pt idx="834">
                  <c:v/>
                </c:pt>
                <c:pt idx="835">
                  <c:v/>
                </c:pt>
                <c:pt idx="836">
                  <c:v/>
                </c:pt>
                <c:pt idx="837">
                  <c:v/>
                </c:pt>
                <c:pt idx="838">
                  <c:v/>
                </c:pt>
                <c:pt idx="839">
                  <c:v/>
                </c:pt>
                <c:pt idx="840">
                  <c:v/>
                </c:pt>
                <c:pt idx="841">
                  <c:v/>
                </c:pt>
                <c:pt idx="842">
                  <c:v/>
                </c:pt>
                <c:pt idx="843">
                  <c:v/>
                </c:pt>
                <c:pt idx="844">
                  <c:v/>
                </c:pt>
                <c:pt idx="845">
                  <c:v/>
                </c:pt>
                <c:pt idx="846">
                  <c:v/>
                </c:pt>
                <c:pt idx="847">
                  <c:v/>
                </c:pt>
                <c:pt idx="848">
                  <c:v/>
                </c:pt>
                <c:pt idx="849">
                  <c:v/>
                </c:pt>
              </c:numCache>
            </c:numRef>
          </c:val>
          <c:smooth val="0"/>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B8C4D6"/>
                </a:solidFill>
                <a:latin typeface="+mn-lt"/>
              </a:defRPr>
            </a:pPr>
            <a:endParaRPr lang="en-US"/>
          </a:p>
        </c:txPr>
        <c:crossAx val="2094734552"/>
        <c:crosses val="autoZero"/>
        <c:auto val="1"/>
        <c:lblAlgn val="ctr"/>
        <c:noMultiLvlLbl val="1"/>
        <c:tickLblSkip val="300"/>
      </c:catAx>
      <c:valAx>
        <c:axId val="2094734552"/>
        <c:scaling>
          <c:orientation val="minMax"/>
        </c:scaling>
        <c:delete val="0"/>
        <c:axPos val="l"/>
        <c:majorGridlines>
          <c:spPr>
            <a:ln w="9525" cap="flat">
              <a:solidFill>
                <a:srgbClr val="2A3550"/>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B8C4D6"/>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mn-lt"/>
              </a:defRPr>
            </a:pPr>
            <a:r>
              <a:rPr sz="1200" b="0" i="0" u="none" strike="noStrike">
                <a:solidFill>
                  <a:srgbClr val="FFFFFF"/>
                </a:solidFill>
                <a:latin typeface="+mn-lt"/>
              </a:rPr>
              <a:t>20-day volatility (%)</a:t>
            </a:r>
          </a:p>
        </c:rich>
      </c:tx>
      <c:layout/>
      <c:overlay val="0"/>
    </c:title>
    <c:autoTitleDeleted val="0"/>
    <c:plotArea>
      <c:layout>
        <c:manualLayout>
          <c:layoutTarget val="inner"/>
          <c:xMode val="edge"/>
          <c:yMode val="edge"/>
          <c:x val="0.13"/>
          <c:y val="0.2"/>
          <c:w val="0.83"/>
          <c:h val="0.62"/>
        </c:manualLayout>
      </c:layout>
      <c:lineChart>
        <c:varyColors val="0"/>
        <c:ser>
          <c:idx val="0"/>
          <c:order val="0"/>
          <c:tx>
            <c:strRef>
              <c:f>Sheet1!$B$1</c:f>
              <c:strCache>
                <c:ptCount val="1"/>
                <c:pt idx="0">
                  <c:v>Volatility</c:v>
                </c:pt>
              </c:strCache>
            </c:strRef>
          </c:tx>
          <c:spPr>
            <a:solidFill>
              <a:srgbClr val="F6C453"/>
            </a:solidFill>
            <a:ln w="12700" cap="flat">
              <a:solidFill>
                <a:srgbClr val="F6C453"/>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F6C453"/>
              </a:solidFill>
              <a:ln w="9525" cap="flat">
                <a:solidFill>
                  <a:srgbClr val="F6C453"/>
                </a:solidFill>
                <a:prstDash val="solid"/>
                <a:round/>
              </a:ln>
              <a:effectLst/>
            </c:spPr>
          </c:marker>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Sheet1!$B$2:$B$851</c:f>
              <c:numCache>
                <c:formatCode>General</c:formatCode>
                <c:ptCount val="850"/>
                <c:pt idx="0">
                  <c:v>1.87</c:v>
                </c:pt>
                <c:pt idx="1">
                  <c:v>1.91</c:v>
                </c:pt>
                <c:pt idx="2">
                  <c:v>1.91</c:v>
                </c:pt>
                <c:pt idx="3">
                  <c:v>1.75</c:v>
                </c:pt>
                <c:pt idx="4">
                  <c:v>1.74</c:v>
                </c:pt>
                <c:pt idx="5">
                  <c:v>1.73</c:v>
                </c:pt>
                <c:pt idx="6">
                  <c:v>1.73</c:v>
                </c:pt>
                <c:pt idx="7">
                  <c:v>1.73</c:v>
                </c:pt>
                <c:pt idx="8">
                  <c:v>1.87</c:v>
                </c:pt>
                <c:pt idx="9">
                  <c:v>1.88</c:v>
                </c:pt>
                <c:pt idx="10">
                  <c:v>1.85</c:v>
                </c:pt>
                <c:pt idx="11">
                  <c:v>1.85</c:v>
                </c:pt>
                <c:pt idx="12">
                  <c:v>1.75</c:v>
                </c:pt>
                <c:pt idx="13">
                  <c:v>1.75</c:v>
                </c:pt>
                <c:pt idx="14">
                  <c:v>1.82</c:v>
                </c:pt>
                <c:pt idx="15">
                  <c:v>1.76</c:v>
                </c:pt>
                <c:pt idx="16">
                  <c:v>1.75</c:v>
                </c:pt>
                <c:pt idx="17">
                  <c:v>1.71</c:v>
                </c:pt>
                <c:pt idx="18">
                  <c:v>1.74</c:v>
                </c:pt>
                <c:pt idx="19">
                  <c:v>1.47</c:v>
                </c:pt>
                <c:pt idx="20">
                  <c:v>1.47</c:v>
                </c:pt>
                <c:pt idx="21">
                  <c:v>1.45</c:v>
                </c:pt>
                <c:pt idx="22">
                  <c:v>1.49</c:v>
                </c:pt>
                <c:pt idx="23">
                  <c:v>1.49</c:v>
                </c:pt>
                <c:pt idx="24">
                  <c:v>1.54</c:v>
                </c:pt>
                <c:pt idx="25">
                  <c:v>1.57</c:v>
                </c:pt>
                <c:pt idx="26">
                  <c:v>1.57</c:v>
                </c:pt>
                <c:pt idx="27">
                  <c:v>1.57</c:v>
                </c:pt>
                <c:pt idx="28">
                  <c:v>1.4</c:v>
                </c:pt>
                <c:pt idx="29">
                  <c:v>1.4</c:v>
                </c:pt>
                <c:pt idx="30">
                  <c:v>1.38</c:v>
                </c:pt>
                <c:pt idx="31">
                  <c:v>1.46</c:v>
                </c:pt>
                <c:pt idx="32">
                  <c:v>1.44</c:v>
                </c:pt>
                <c:pt idx="33">
                  <c:v>1.57</c:v>
                </c:pt>
                <c:pt idx="34">
                  <c:v>1.16</c:v>
                </c:pt>
                <c:pt idx="35">
                  <c:v>1.19</c:v>
                </c:pt>
                <c:pt idx="36">
                  <c:v>1.23</c:v>
                </c:pt>
                <c:pt idx="37">
                  <c:v>1.25</c:v>
                </c:pt>
                <c:pt idx="38">
                  <c:v>1.23</c:v>
                </c:pt>
                <c:pt idx="39">
                  <c:v>1.42</c:v>
                </c:pt>
                <c:pt idx="40">
                  <c:v>1.41</c:v>
                </c:pt>
                <c:pt idx="41">
                  <c:v>1.38</c:v>
                </c:pt>
                <c:pt idx="42">
                  <c:v>1.39</c:v>
                </c:pt>
                <c:pt idx="43">
                  <c:v>1.41</c:v>
                </c:pt>
                <c:pt idx="44">
                  <c:v>1.41</c:v>
                </c:pt>
                <c:pt idx="45">
                  <c:v>1.59</c:v>
                </c:pt>
                <c:pt idx="46">
                  <c:v>1.57</c:v>
                </c:pt>
                <c:pt idx="47">
                  <c:v>1.57</c:v>
                </c:pt>
                <c:pt idx="48">
                  <c:v>1.58</c:v>
                </c:pt>
                <c:pt idx="49">
                  <c:v>1.62</c:v>
                </c:pt>
                <c:pt idx="50">
                  <c:v>1.63</c:v>
                </c:pt>
                <c:pt idx="51">
                  <c:v>1.57</c:v>
                </c:pt>
                <c:pt idx="52">
                  <c:v>1.58</c:v>
                </c:pt>
                <c:pt idx="53">
                  <c:v>1.83</c:v>
                </c:pt>
                <c:pt idx="54">
                  <c:v>1.86</c:v>
                </c:pt>
                <c:pt idx="55">
                  <c:v>1.85</c:v>
                </c:pt>
                <c:pt idx="56">
                  <c:v>1.83</c:v>
                </c:pt>
                <c:pt idx="57">
                  <c:v>1.79</c:v>
                </c:pt>
                <c:pt idx="58">
                  <c:v>2.09</c:v>
                </c:pt>
                <c:pt idx="59">
                  <c:v>2.03</c:v>
                </c:pt>
                <c:pt idx="60">
                  <c:v>2.02</c:v>
                </c:pt>
                <c:pt idx="61">
                  <c:v>2.18</c:v>
                </c:pt>
                <c:pt idx="62">
                  <c:v>2.14</c:v>
                </c:pt>
                <c:pt idx="63">
                  <c:v>2.17</c:v>
                </c:pt>
                <c:pt idx="64">
                  <c:v>2.22</c:v>
                </c:pt>
                <c:pt idx="65">
                  <c:v>2.24</c:v>
                </c:pt>
                <c:pt idx="66">
                  <c:v>2.25</c:v>
                </c:pt>
                <c:pt idx="67">
                  <c:v>2.26</c:v>
                </c:pt>
                <c:pt idx="68">
                  <c:v>2.24</c:v>
                </c:pt>
                <c:pt idx="69">
                  <c:v>2.21</c:v>
                </c:pt>
                <c:pt idx="70">
                  <c:v>2.19</c:v>
                </c:pt>
                <c:pt idx="71">
                  <c:v>2.19</c:v>
                </c:pt>
                <c:pt idx="72">
                  <c:v>2.19</c:v>
                </c:pt>
                <c:pt idx="73">
                  <c:v>1.88</c:v>
                </c:pt>
                <c:pt idx="74">
                  <c:v>1.85</c:v>
                </c:pt>
                <c:pt idx="75">
                  <c:v>1.85</c:v>
                </c:pt>
                <c:pt idx="76">
                  <c:v>1.87</c:v>
                </c:pt>
                <c:pt idx="77">
                  <c:v>1.88</c:v>
                </c:pt>
                <c:pt idx="78">
                  <c:v>1.58</c:v>
                </c:pt>
                <c:pt idx="79">
                  <c:v>1.52</c:v>
                </c:pt>
                <c:pt idx="80">
                  <c:v>1.52</c:v>
                </c:pt>
                <c:pt idx="81">
                  <c:v>1.29</c:v>
                </c:pt>
                <c:pt idx="82">
                  <c:v>1.34</c:v>
                </c:pt>
                <c:pt idx="83">
                  <c:v>1.34</c:v>
                </c:pt>
                <c:pt idx="84">
                  <c:v>1.33</c:v>
                </c:pt>
                <c:pt idx="85">
                  <c:v>1.15</c:v>
                </c:pt>
                <c:pt idx="86">
                  <c:v>1.12</c:v>
                </c:pt>
                <c:pt idx="87">
                  <c:v>1.09</c:v>
                </c:pt>
                <c:pt idx="88">
                  <c:v>1.16</c:v>
                </c:pt>
                <c:pt idx="89">
                  <c:v>1.19</c:v>
                </c:pt>
                <c:pt idx="90">
                  <c:v>1.18</c:v>
                </c:pt>
                <c:pt idx="91">
                  <c:v>1.19</c:v>
                </c:pt>
                <c:pt idx="92">
                  <c:v>1.27</c:v>
                </c:pt>
                <c:pt idx="93">
                  <c:v>1.37</c:v>
                </c:pt>
                <c:pt idx="94">
                  <c:v>1.36</c:v>
                </c:pt>
                <c:pt idx="95">
                  <c:v>1.36</c:v>
                </c:pt>
                <c:pt idx="96">
                  <c:v>1.33</c:v>
                </c:pt>
                <c:pt idx="97">
                  <c:v>1.34</c:v>
                </c:pt>
                <c:pt idx="98">
                  <c:v>1.37</c:v>
                </c:pt>
                <c:pt idx="99">
                  <c:v>1.24</c:v>
                </c:pt>
                <c:pt idx="100">
                  <c:v>1.24</c:v>
                </c:pt>
                <c:pt idx="101">
                  <c:v>1.14</c:v>
                </c:pt>
                <c:pt idx="102">
                  <c:v>1.09</c:v>
                </c:pt>
                <c:pt idx="103">
                  <c:v>1.33</c:v>
                </c:pt>
                <c:pt idx="104">
                  <c:v>1.31</c:v>
                </c:pt>
                <c:pt idx="105">
                  <c:v>1.3</c:v>
                </c:pt>
                <c:pt idx="106">
                  <c:v>1.31</c:v>
                </c:pt>
                <c:pt idx="107">
                  <c:v>1.31</c:v>
                </c:pt>
                <c:pt idx="108">
                  <c:v>1.45</c:v>
                </c:pt>
                <c:pt idx="109">
                  <c:v>1.4</c:v>
                </c:pt>
                <c:pt idx="110">
                  <c:v>1.4</c:v>
                </c:pt>
                <c:pt idx="111">
                  <c:v>1.4</c:v>
                </c:pt>
                <c:pt idx="112">
                  <c:v>1.36</c:v>
                </c:pt>
                <c:pt idx="113">
                  <c:v>1.23</c:v>
                </c:pt>
                <c:pt idx="114">
                  <c:v>1.2</c:v>
                </c:pt>
                <c:pt idx="115">
                  <c:v>1.2</c:v>
                </c:pt>
                <c:pt idx="116">
                  <c:v>1.24</c:v>
                </c:pt>
                <c:pt idx="117">
                  <c:v>1.18</c:v>
                </c:pt>
                <c:pt idx="118">
                  <c:v>1.21</c:v>
                </c:pt>
                <c:pt idx="119">
                  <c:v>1.2</c:v>
                </c:pt>
                <c:pt idx="120">
                  <c:v>1.2</c:v>
                </c:pt>
                <c:pt idx="121">
                  <c:v>1.24</c:v>
                </c:pt>
                <c:pt idx="122">
                  <c:v>1.23</c:v>
                </c:pt>
                <c:pt idx="123">
                  <c:v>0.99</c:v>
                </c:pt>
                <c:pt idx="124">
                  <c:v>1.04</c:v>
                </c:pt>
                <c:pt idx="125">
                  <c:v>1.04</c:v>
                </c:pt>
                <c:pt idx="126">
                  <c:v>1.01</c:v>
                </c:pt>
                <c:pt idx="127">
                  <c:v>0.99</c:v>
                </c:pt>
                <c:pt idx="128">
                  <c:v>0.63</c:v>
                </c:pt>
                <c:pt idx="129">
                  <c:v>0.66</c:v>
                </c:pt>
                <c:pt idx="130">
                  <c:v>0.62</c:v>
                </c:pt>
                <c:pt idx="131">
                  <c:v>1</c:v>
                </c:pt>
                <c:pt idx="132">
                  <c:v>1.01</c:v>
                </c:pt>
                <c:pt idx="133">
                  <c:v>0.99</c:v>
                </c:pt>
                <c:pt idx="134">
                  <c:v>1.02</c:v>
                </c:pt>
                <c:pt idx="135">
                  <c:v>1.16</c:v>
                </c:pt>
                <c:pt idx="136">
                  <c:v>1.14</c:v>
                </c:pt>
                <c:pt idx="137">
                  <c:v>1.15</c:v>
                </c:pt>
                <c:pt idx="138">
                  <c:v>1.15</c:v>
                </c:pt>
                <c:pt idx="139">
                  <c:v>1.15</c:v>
                </c:pt>
                <c:pt idx="140">
                  <c:v>1.15</c:v>
                </c:pt>
                <c:pt idx="141">
                  <c:v>1.23</c:v>
                </c:pt>
                <c:pt idx="142">
                  <c:v>1.3</c:v>
                </c:pt>
                <c:pt idx="143">
                  <c:v>1.31</c:v>
                </c:pt>
                <c:pt idx="144">
                  <c:v>1.27</c:v>
                </c:pt>
                <c:pt idx="145">
                  <c:v>1.27</c:v>
                </c:pt>
                <c:pt idx="146">
                  <c:v>1.25</c:v>
                </c:pt>
                <c:pt idx="147">
                  <c:v>1.27</c:v>
                </c:pt>
                <c:pt idx="148">
                  <c:v>1.26</c:v>
                </c:pt>
                <c:pt idx="149">
                  <c:v>1.29</c:v>
                </c:pt>
                <c:pt idx="150">
                  <c:v>1.29</c:v>
                </c:pt>
                <c:pt idx="151">
                  <c:v>1.17</c:v>
                </c:pt>
                <c:pt idx="152">
                  <c:v>1.16</c:v>
                </c:pt>
                <c:pt idx="153">
                  <c:v>1.14</c:v>
                </c:pt>
                <c:pt idx="154">
                  <c:v>1.14</c:v>
                </c:pt>
                <c:pt idx="155">
                  <c:v>0.99</c:v>
                </c:pt>
                <c:pt idx="156">
                  <c:v>1.06</c:v>
                </c:pt>
                <c:pt idx="157">
                  <c:v>1.14</c:v>
                </c:pt>
                <c:pt idx="158">
                  <c:v>1.22</c:v>
                </c:pt>
                <c:pt idx="159">
                  <c:v>1.21</c:v>
                </c:pt>
                <c:pt idx="160">
                  <c:v>1.45</c:v>
                </c:pt>
                <c:pt idx="161">
                  <c:v>1.4</c:v>
                </c:pt>
                <c:pt idx="162">
                  <c:v>1.33</c:v>
                </c:pt>
                <c:pt idx="163">
                  <c:v>1.37</c:v>
                </c:pt>
                <c:pt idx="164">
                  <c:v>1.46</c:v>
                </c:pt>
                <c:pt idx="165">
                  <c:v>1.46</c:v>
                </c:pt>
                <c:pt idx="166">
                  <c:v>1.5</c:v>
                </c:pt>
                <c:pt idx="167">
                  <c:v>1.5</c:v>
                </c:pt>
                <c:pt idx="168">
                  <c:v>1.53</c:v>
                </c:pt>
                <c:pt idx="169">
                  <c:v>1.59</c:v>
                </c:pt>
                <c:pt idx="170">
                  <c:v>1.6</c:v>
                </c:pt>
                <c:pt idx="171">
                  <c:v>1.54</c:v>
                </c:pt>
                <c:pt idx="172">
                  <c:v>1.53</c:v>
                </c:pt>
                <c:pt idx="173">
                  <c:v>1.53</c:v>
                </c:pt>
                <c:pt idx="174">
                  <c:v>1.54</c:v>
                </c:pt>
                <c:pt idx="175">
                  <c:v>1.54</c:v>
                </c:pt>
                <c:pt idx="176">
                  <c:v>1.51</c:v>
                </c:pt>
                <c:pt idx="177">
                  <c:v>1.42</c:v>
                </c:pt>
                <c:pt idx="178">
                  <c:v>1.36</c:v>
                </c:pt>
                <c:pt idx="179">
                  <c:v>1.37</c:v>
                </c:pt>
                <c:pt idx="180">
                  <c:v>1.16</c:v>
                </c:pt>
                <c:pt idx="181">
                  <c:v>1.11</c:v>
                </c:pt>
                <c:pt idx="182">
                  <c:v>1.15</c:v>
                </c:pt>
                <c:pt idx="183">
                  <c:v>1.09</c:v>
                </c:pt>
                <c:pt idx="184">
                  <c:v>0.97</c:v>
                </c:pt>
                <c:pt idx="185">
                  <c:v>0.97</c:v>
                </c:pt>
                <c:pt idx="186">
                  <c:v>0.9</c:v>
                </c:pt>
                <c:pt idx="187">
                  <c:v>0.9</c:v>
                </c:pt>
                <c:pt idx="188">
                  <c:v>0.81</c:v>
                </c:pt>
                <c:pt idx="189">
                  <c:v>0.69</c:v>
                </c:pt>
                <c:pt idx="190">
                  <c:v>0.67</c:v>
                </c:pt>
                <c:pt idx="191">
                  <c:v>0.66</c:v>
                </c:pt>
                <c:pt idx="192">
                  <c:v>0.69</c:v>
                </c:pt>
                <c:pt idx="193">
                  <c:v>0.72</c:v>
                </c:pt>
                <c:pt idx="194">
                  <c:v>0.68</c:v>
                </c:pt>
                <c:pt idx="195">
                  <c:v>0.75</c:v>
                </c:pt>
                <c:pt idx="196">
                  <c:v>0.75</c:v>
                </c:pt>
                <c:pt idx="197">
                  <c:v>0.85</c:v>
                </c:pt>
                <c:pt idx="198">
                  <c:v>0.91</c:v>
                </c:pt>
                <c:pt idx="199">
                  <c:v>0.97</c:v>
                </c:pt>
                <c:pt idx="200">
                  <c:v>1.06</c:v>
                </c:pt>
                <c:pt idx="201">
                  <c:v>1.07</c:v>
                </c:pt>
                <c:pt idx="202">
                  <c:v>1.12</c:v>
                </c:pt>
                <c:pt idx="203">
                  <c:v>1.31</c:v>
                </c:pt>
                <c:pt idx="204">
                  <c:v>1.57</c:v>
                </c:pt>
                <c:pt idx="205">
                  <c:v>1.57</c:v>
                </c:pt>
                <c:pt idx="206">
                  <c:v>1.54</c:v>
                </c:pt>
                <c:pt idx="207">
                  <c:v>1.56</c:v>
                </c:pt>
                <c:pt idx="208">
                  <c:v>1.58</c:v>
                </c:pt>
                <c:pt idx="209">
                  <c:v>1.57</c:v>
                </c:pt>
                <c:pt idx="210">
                  <c:v>1.64</c:v>
                </c:pt>
                <c:pt idx="211">
                  <c:v>1.64</c:v>
                </c:pt>
                <c:pt idx="212">
                  <c:v>1.62</c:v>
                </c:pt>
                <c:pt idx="213">
                  <c:v>1.63</c:v>
                </c:pt>
                <c:pt idx="214">
                  <c:v>1.63</c:v>
                </c:pt>
                <c:pt idx="215">
                  <c:v>1.58</c:v>
                </c:pt>
                <c:pt idx="216">
                  <c:v>1.56</c:v>
                </c:pt>
                <c:pt idx="217">
                  <c:v>1.54</c:v>
                </c:pt>
                <c:pt idx="218">
                  <c:v>1.48</c:v>
                </c:pt>
                <c:pt idx="219">
                  <c:v>1.45</c:v>
                </c:pt>
                <c:pt idx="220">
                  <c:v>1.39</c:v>
                </c:pt>
                <c:pt idx="221">
                  <c:v>1.37</c:v>
                </c:pt>
                <c:pt idx="222">
                  <c:v>1.42</c:v>
                </c:pt>
                <c:pt idx="223">
                  <c:v>1.26</c:v>
                </c:pt>
                <c:pt idx="224">
                  <c:v>0.85</c:v>
                </c:pt>
                <c:pt idx="225">
                  <c:v>0.91</c:v>
                </c:pt>
                <c:pt idx="226">
                  <c:v>0.99</c:v>
                </c:pt>
                <c:pt idx="227">
                  <c:v>0.96</c:v>
                </c:pt>
                <c:pt idx="228">
                  <c:v>1.09</c:v>
                </c:pt>
                <c:pt idx="229">
                  <c:v>1.09</c:v>
                </c:pt>
                <c:pt idx="230">
                  <c:v>1</c:v>
                </c:pt>
                <c:pt idx="231">
                  <c:v>1.03</c:v>
                </c:pt>
                <c:pt idx="232">
                  <c:v>1.02</c:v>
                </c:pt>
                <c:pt idx="233">
                  <c:v>1</c:v>
                </c:pt>
                <c:pt idx="234">
                  <c:v>1</c:v>
                </c:pt>
                <c:pt idx="235">
                  <c:v>1</c:v>
                </c:pt>
                <c:pt idx="236">
                  <c:v>1</c:v>
                </c:pt>
                <c:pt idx="237">
                  <c:v>1.01</c:v>
                </c:pt>
                <c:pt idx="238">
                  <c:v>1.15</c:v>
                </c:pt>
                <c:pt idx="239">
                  <c:v>1.15</c:v>
                </c:pt>
                <c:pt idx="240">
                  <c:v>1.14</c:v>
                </c:pt>
                <c:pt idx="241">
                  <c:v>1.23</c:v>
                </c:pt>
                <c:pt idx="242">
                  <c:v>1.14</c:v>
                </c:pt>
                <c:pt idx="243">
                  <c:v>1.17</c:v>
                </c:pt>
                <c:pt idx="244">
                  <c:v>1.15</c:v>
                </c:pt>
                <c:pt idx="245">
                  <c:v>1.16</c:v>
                </c:pt>
                <c:pt idx="246">
                  <c:v>1.18</c:v>
                </c:pt>
                <c:pt idx="247">
                  <c:v>1.17</c:v>
                </c:pt>
                <c:pt idx="248">
                  <c:v>1.07</c:v>
                </c:pt>
                <c:pt idx="249">
                  <c:v>1.13</c:v>
                </c:pt>
                <c:pt idx="250">
                  <c:v>1.11</c:v>
                </c:pt>
                <c:pt idx="251">
                  <c:v>1.1</c:v>
                </c:pt>
                <c:pt idx="252">
                  <c:v>1.12</c:v>
                </c:pt>
                <c:pt idx="253">
                  <c:v>1.15</c:v>
                </c:pt>
                <c:pt idx="254">
                  <c:v>1.17</c:v>
                </c:pt>
                <c:pt idx="255">
                  <c:v>1.19</c:v>
                </c:pt>
                <c:pt idx="256">
                  <c:v>1.19</c:v>
                </c:pt>
                <c:pt idx="257">
                  <c:v>1.17</c:v>
                </c:pt>
                <c:pt idx="258">
                  <c:v>1.07</c:v>
                </c:pt>
                <c:pt idx="259">
                  <c:v>1.2</c:v>
                </c:pt>
                <c:pt idx="260">
                  <c:v>1.18</c:v>
                </c:pt>
                <c:pt idx="261">
                  <c:v>1.11</c:v>
                </c:pt>
                <c:pt idx="262">
                  <c:v>1.28</c:v>
                </c:pt>
                <c:pt idx="263">
                  <c:v>1.31</c:v>
                </c:pt>
                <c:pt idx="264">
                  <c:v>1.33</c:v>
                </c:pt>
                <c:pt idx="265">
                  <c:v>1.41</c:v>
                </c:pt>
                <c:pt idx="266">
                  <c:v>1.38</c:v>
                </c:pt>
                <c:pt idx="267">
                  <c:v>1.38</c:v>
                </c:pt>
                <c:pt idx="268">
                  <c:v>1.37</c:v>
                </c:pt>
                <c:pt idx="269">
                  <c:v>1.31</c:v>
                </c:pt>
                <c:pt idx="270">
                  <c:v>1.31</c:v>
                </c:pt>
                <c:pt idx="271">
                  <c:v>1.34</c:v>
                </c:pt>
                <c:pt idx="272">
                  <c:v>1.32</c:v>
                </c:pt>
                <c:pt idx="273">
                  <c:v>1.43</c:v>
                </c:pt>
                <c:pt idx="274">
                  <c:v>1.4</c:v>
                </c:pt>
                <c:pt idx="275">
                  <c:v>1.43</c:v>
                </c:pt>
                <c:pt idx="276">
                  <c:v>1.43</c:v>
                </c:pt>
                <c:pt idx="277">
                  <c:v>1.43</c:v>
                </c:pt>
                <c:pt idx="278">
                  <c:v>1.45</c:v>
                </c:pt>
                <c:pt idx="279">
                  <c:v>1.44</c:v>
                </c:pt>
                <c:pt idx="280">
                  <c:v>1.44</c:v>
                </c:pt>
                <c:pt idx="281">
                  <c:v>1.48</c:v>
                </c:pt>
                <c:pt idx="282">
                  <c:v>1.28</c:v>
                </c:pt>
                <c:pt idx="283">
                  <c:v>1.29</c:v>
                </c:pt>
                <c:pt idx="284">
                  <c:v>1.38</c:v>
                </c:pt>
                <c:pt idx="285">
                  <c:v>1.39</c:v>
                </c:pt>
                <c:pt idx="286">
                  <c:v>1.35</c:v>
                </c:pt>
                <c:pt idx="287">
                  <c:v>1.35</c:v>
                </c:pt>
                <c:pt idx="288">
                  <c:v>1.37</c:v>
                </c:pt>
                <c:pt idx="289">
                  <c:v>1.36</c:v>
                </c:pt>
                <c:pt idx="290">
                  <c:v>1.37</c:v>
                </c:pt>
                <c:pt idx="291">
                  <c:v>1.36</c:v>
                </c:pt>
                <c:pt idx="292">
                  <c:v>1.44</c:v>
                </c:pt>
                <c:pt idx="293">
                  <c:v>1.34</c:v>
                </c:pt>
                <c:pt idx="294">
                  <c:v>1.33</c:v>
                </c:pt>
                <c:pt idx="295">
                  <c:v>1.43</c:v>
                </c:pt>
                <c:pt idx="296">
                  <c:v>1.53</c:v>
                </c:pt>
                <c:pt idx="297">
                  <c:v>1.53</c:v>
                </c:pt>
                <c:pt idx="298">
                  <c:v>1.48</c:v>
                </c:pt>
                <c:pt idx="299">
                  <c:v>1.42</c:v>
                </c:pt>
                <c:pt idx="300">
                  <c:v>1.45</c:v>
                </c:pt>
                <c:pt idx="301">
                  <c:v>1.57</c:v>
                </c:pt>
                <c:pt idx="302">
                  <c:v>1.59</c:v>
                </c:pt>
                <c:pt idx="303">
                  <c:v>1.57</c:v>
                </c:pt>
                <c:pt idx="304">
                  <c:v>1.5</c:v>
                </c:pt>
                <c:pt idx="305">
                  <c:v>1.49</c:v>
                </c:pt>
                <c:pt idx="306">
                  <c:v>1.57</c:v>
                </c:pt>
                <c:pt idx="307">
                  <c:v>1.57</c:v>
                </c:pt>
                <c:pt idx="308">
                  <c:v>1.9</c:v>
                </c:pt>
                <c:pt idx="309">
                  <c:v>1.88</c:v>
                </c:pt>
                <c:pt idx="310">
                  <c:v>1.85</c:v>
                </c:pt>
                <c:pt idx="311">
                  <c:v>1.85</c:v>
                </c:pt>
                <c:pt idx="312">
                  <c:v>1.83</c:v>
                </c:pt>
                <c:pt idx="313">
                  <c:v>1.9</c:v>
                </c:pt>
                <c:pt idx="314">
                  <c:v>1.89</c:v>
                </c:pt>
                <c:pt idx="315">
                  <c:v>1.87</c:v>
                </c:pt>
                <c:pt idx="316">
                  <c:v>1.98</c:v>
                </c:pt>
                <c:pt idx="317">
                  <c:v>2.02</c:v>
                </c:pt>
                <c:pt idx="318">
                  <c:v>2.01</c:v>
                </c:pt>
                <c:pt idx="319">
                  <c:v>2.09</c:v>
                </c:pt>
                <c:pt idx="320">
                  <c:v>2.07</c:v>
                </c:pt>
                <c:pt idx="321">
                  <c:v>1.95</c:v>
                </c:pt>
                <c:pt idx="322">
                  <c:v>1.97</c:v>
                </c:pt>
                <c:pt idx="323">
                  <c:v>2.01</c:v>
                </c:pt>
                <c:pt idx="324">
                  <c:v>2.01</c:v>
                </c:pt>
                <c:pt idx="325">
                  <c:v>1.94</c:v>
                </c:pt>
                <c:pt idx="326">
                  <c:v>1.91</c:v>
                </c:pt>
                <c:pt idx="327">
                  <c:v>1.91</c:v>
                </c:pt>
                <c:pt idx="328">
                  <c:v>1.55</c:v>
                </c:pt>
                <c:pt idx="329">
                  <c:v>1.56</c:v>
                </c:pt>
                <c:pt idx="330">
                  <c:v>1.59</c:v>
                </c:pt>
                <c:pt idx="331">
                  <c:v>1.63</c:v>
                </c:pt>
                <c:pt idx="332">
                  <c:v>1.8</c:v>
                </c:pt>
                <c:pt idx="333">
                  <c:v>1.73</c:v>
                </c:pt>
                <c:pt idx="334">
                  <c:v>1.75</c:v>
                </c:pt>
                <c:pt idx="335">
                  <c:v>1.68</c:v>
                </c:pt>
                <c:pt idx="336">
                  <c:v>1.34</c:v>
                </c:pt>
                <c:pt idx="337">
                  <c:v>1.37</c:v>
                </c:pt>
                <c:pt idx="338">
                  <c:v>1.36</c:v>
                </c:pt>
                <c:pt idx="339">
                  <c:v>1.33</c:v>
                </c:pt>
                <c:pt idx="340">
                  <c:v>1.34</c:v>
                </c:pt>
                <c:pt idx="341">
                  <c:v>1.34</c:v>
                </c:pt>
                <c:pt idx="342">
                  <c:v>1.31</c:v>
                </c:pt>
                <c:pt idx="343">
                  <c:v>1.18</c:v>
                </c:pt>
                <c:pt idx="344">
                  <c:v>1.15</c:v>
                </c:pt>
                <c:pt idx="345">
                  <c:v>1.12</c:v>
                </c:pt>
                <c:pt idx="346">
                  <c:v>1.09</c:v>
                </c:pt>
                <c:pt idx="347">
                  <c:v>1.09</c:v>
                </c:pt>
                <c:pt idx="348">
                  <c:v>1.08</c:v>
                </c:pt>
                <c:pt idx="349">
                  <c:v>1.09</c:v>
                </c:pt>
                <c:pt idx="350">
                  <c:v>1.07</c:v>
                </c:pt>
                <c:pt idx="351">
                  <c:v>1.21</c:v>
                </c:pt>
                <c:pt idx="352">
                  <c:v>1</c:v>
                </c:pt>
                <c:pt idx="353">
                  <c:v>0.98</c:v>
                </c:pt>
                <c:pt idx="354">
                  <c:v>1.14</c:v>
                </c:pt>
                <c:pt idx="355">
                  <c:v>1.15</c:v>
                </c:pt>
                <c:pt idx="356">
                  <c:v>1.13</c:v>
                </c:pt>
                <c:pt idx="357">
                  <c:v>1.06</c:v>
                </c:pt>
                <c:pt idx="358">
                  <c:v>1.08</c:v>
                </c:pt>
                <c:pt idx="359">
                  <c:v>1.05</c:v>
                </c:pt>
                <c:pt idx="360">
                  <c:v>1.04</c:v>
                </c:pt>
                <c:pt idx="361">
                  <c:v>1.04</c:v>
                </c:pt>
                <c:pt idx="362">
                  <c:v>1.04</c:v>
                </c:pt>
                <c:pt idx="363">
                  <c:v>1.06</c:v>
                </c:pt>
                <c:pt idx="364">
                  <c:v>1.07</c:v>
                </c:pt>
                <c:pt idx="365">
                  <c:v>1.1</c:v>
                </c:pt>
                <c:pt idx="366">
                  <c:v>1.11</c:v>
                </c:pt>
                <c:pt idx="367">
                  <c:v>1.11</c:v>
                </c:pt>
                <c:pt idx="368">
                  <c:v>1.1</c:v>
                </c:pt>
                <c:pt idx="369">
                  <c:v>1.13</c:v>
                </c:pt>
                <c:pt idx="370">
                  <c:v>1.13</c:v>
                </c:pt>
                <c:pt idx="371">
                  <c:v>0.97</c:v>
                </c:pt>
                <c:pt idx="372">
                  <c:v>0.98</c:v>
                </c:pt>
                <c:pt idx="373">
                  <c:v>0.98</c:v>
                </c:pt>
                <c:pt idx="374">
                  <c:v>0.76</c:v>
                </c:pt>
                <c:pt idx="375">
                  <c:v>0.76</c:v>
                </c:pt>
                <c:pt idx="376">
                  <c:v>0.75</c:v>
                </c:pt>
                <c:pt idx="377">
                  <c:v>0.74</c:v>
                </c:pt>
                <c:pt idx="378">
                  <c:v>0.77</c:v>
                </c:pt>
                <c:pt idx="379">
                  <c:v>0.77</c:v>
                </c:pt>
                <c:pt idx="380">
                  <c:v>0.85</c:v>
                </c:pt>
                <c:pt idx="381">
                  <c:v>0.86</c:v>
                </c:pt>
                <c:pt idx="382">
                  <c:v>0.87</c:v>
                </c:pt>
                <c:pt idx="383">
                  <c:v>0.88</c:v>
                </c:pt>
                <c:pt idx="384">
                  <c:v>0.86</c:v>
                </c:pt>
                <c:pt idx="385">
                  <c:v>0.95</c:v>
                </c:pt>
                <c:pt idx="386">
                  <c:v>0.93</c:v>
                </c:pt>
                <c:pt idx="387">
                  <c:v>0.94</c:v>
                </c:pt>
                <c:pt idx="388">
                  <c:v>1</c:v>
                </c:pt>
                <c:pt idx="389">
                  <c:v>0.88</c:v>
                </c:pt>
                <c:pt idx="390">
                  <c:v>0.89</c:v>
                </c:pt>
                <c:pt idx="391">
                  <c:v>0.89</c:v>
                </c:pt>
                <c:pt idx="392">
                  <c:v>0.9</c:v>
                </c:pt>
                <c:pt idx="393">
                  <c:v>0.89</c:v>
                </c:pt>
                <c:pt idx="394">
                  <c:v>0.89</c:v>
                </c:pt>
                <c:pt idx="395">
                  <c:v>0.91</c:v>
                </c:pt>
                <c:pt idx="396">
                  <c:v>0.91</c:v>
                </c:pt>
                <c:pt idx="397">
                  <c:v>0.89</c:v>
                </c:pt>
                <c:pt idx="398">
                  <c:v>0.99</c:v>
                </c:pt>
                <c:pt idx="399">
                  <c:v>0.97</c:v>
                </c:pt>
                <c:pt idx="400">
                  <c:v>0.93</c:v>
                </c:pt>
                <c:pt idx="401">
                  <c:v>0.93</c:v>
                </c:pt>
                <c:pt idx="402">
                  <c:v>0.92</c:v>
                </c:pt>
                <c:pt idx="403">
                  <c:v>0.93</c:v>
                </c:pt>
                <c:pt idx="404">
                  <c:v>1.03</c:v>
                </c:pt>
                <c:pt idx="405">
                  <c:v>0.92</c:v>
                </c:pt>
                <c:pt idx="406">
                  <c:v>0.95</c:v>
                </c:pt>
                <c:pt idx="407">
                  <c:v>0.96</c:v>
                </c:pt>
                <c:pt idx="408">
                  <c:v>0.99</c:v>
                </c:pt>
                <c:pt idx="409">
                  <c:v>1</c:v>
                </c:pt>
                <c:pt idx="410">
                  <c:v>1</c:v>
                </c:pt>
                <c:pt idx="411">
                  <c:v>0.99</c:v>
                </c:pt>
                <c:pt idx="412">
                  <c:v>1.09</c:v>
                </c:pt>
                <c:pt idx="413">
                  <c:v>1.11</c:v>
                </c:pt>
                <c:pt idx="414">
                  <c:v>1.12</c:v>
                </c:pt>
                <c:pt idx="415">
                  <c:v>1.08</c:v>
                </c:pt>
                <c:pt idx="416">
                  <c:v>1.09</c:v>
                </c:pt>
                <c:pt idx="417">
                  <c:v>1.08</c:v>
                </c:pt>
                <c:pt idx="418">
                  <c:v>1.02</c:v>
                </c:pt>
                <c:pt idx="419">
                  <c:v>1.03</c:v>
                </c:pt>
                <c:pt idx="420">
                  <c:v>1.03</c:v>
                </c:pt>
                <c:pt idx="421">
                  <c:v>1.04</c:v>
                </c:pt>
                <c:pt idx="422">
                  <c:v>1.13</c:v>
                </c:pt>
                <c:pt idx="423">
                  <c:v>1.07</c:v>
                </c:pt>
                <c:pt idx="424">
                  <c:v>1.08</c:v>
                </c:pt>
                <c:pt idx="425">
                  <c:v>1.1</c:v>
                </c:pt>
                <c:pt idx="426">
                  <c:v>1.04</c:v>
                </c:pt>
                <c:pt idx="427">
                  <c:v>1.06</c:v>
                </c:pt>
                <c:pt idx="428">
                  <c:v>1.02</c:v>
                </c:pt>
                <c:pt idx="429">
                  <c:v>1.05</c:v>
                </c:pt>
                <c:pt idx="430">
                  <c:v>1.05</c:v>
                </c:pt>
                <c:pt idx="431">
                  <c:v>1.05</c:v>
                </c:pt>
                <c:pt idx="432">
                  <c:v>1.07</c:v>
                </c:pt>
                <c:pt idx="433">
                  <c:v>1.05</c:v>
                </c:pt>
                <c:pt idx="434">
                  <c:v>1.03</c:v>
                </c:pt>
                <c:pt idx="435">
                  <c:v>1.02</c:v>
                </c:pt>
                <c:pt idx="436">
                  <c:v>1.1</c:v>
                </c:pt>
                <c:pt idx="437">
                  <c:v>1.1</c:v>
                </c:pt>
                <c:pt idx="438">
                  <c:v>1.05</c:v>
                </c:pt>
                <c:pt idx="439">
                  <c:v>1.06</c:v>
                </c:pt>
                <c:pt idx="440">
                  <c:v>1.6</c:v>
                </c:pt>
                <c:pt idx="441">
                  <c:v>1.94</c:v>
                </c:pt>
                <c:pt idx="442">
                  <c:v>1.91</c:v>
                </c:pt>
                <c:pt idx="443">
                  <c:v>1.9</c:v>
                </c:pt>
                <c:pt idx="444">
                  <c:v>1.91</c:v>
                </c:pt>
                <c:pt idx="445">
                  <c:v>1.92</c:v>
                </c:pt>
                <c:pt idx="446">
                  <c:v>1.92</c:v>
                </c:pt>
                <c:pt idx="447">
                  <c:v>1.92</c:v>
                </c:pt>
                <c:pt idx="448">
                  <c:v>1.92</c:v>
                </c:pt>
                <c:pt idx="449">
                  <c:v>1.9</c:v>
                </c:pt>
                <c:pt idx="450">
                  <c:v>1.9</c:v>
                </c:pt>
                <c:pt idx="451">
                  <c:v>2.05</c:v>
                </c:pt>
                <c:pt idx="452">
                  <c:v>2</c:v>
                </c:pt>
                <c:pt idx="453">
                  <c:v>2</c:v>
                </c:pt>
                <c:pt idx="454">
                  <c:v>2</c:v>
                </c:pt>
                <c:pt idx="455">
                  <c:v>2</c:v>
                </c:pt>
                <c:pt idx="456">
                  <c:v>1.97</c:v>
                </c:pt>
                <c:pt idx="457">
                  <c:v>1.97</c:v>
                </c:pt>
                <c:pt idx="458">
                  <c:v>1.97</c:v>
                </c:pt>
                <c:pt idx="459">
                  <c:v>1.95</c:v>
                </c:pt>
                <c:pt idx="460">
                  <c:v>1.37</c:v>
                </c:pt>
                <c:pt idx="461">
                  <c:v>1.1</c:v>
                </c:pt>
                <c:pt idx="462">
                  <c:v>1.09</c:v>
                </c:pt>
                <c:pt idx="463">
                  <c:v>1.1</c:v>
                </c:pt>
                <c:pt idx="464">
                  <c:v>1.11</c:v>
                </c:pt>
                <c:pt idx="465">
                  <c:v>1.11</c:v>
                </c:pt>
                <c:pt idx="466">
                  <c:v>1.15</c:v>
                </c:pt>
                <c:pt idx="467">
                  <c:v>1.16</c:v>
                </c:pt>
                <c:pt idx="468">
                  <c:v>1.13</c:v>
                </c:pt>
                <c:pt idx="469">
                  <c:v>1.15</c:v>
                </c:pt>
                <c:pt idx="470">
                  <c:v>1.16</c:v>
                </c:pt>
                <c:pt idx="471">
                  <c:v>1</c:v>
                </c:pt>
                <c:pt idx="472">
                  <c:v>0.97</c:v>
                </c:pt>
                <c:pt idx="473">
                  <c:v>0.97</c:v>
                </c:pt>
                <c:pt idx="474">
                  <c:v>0.96</c:v>
                </c:pt>
                <c:pt idx="475">
                  <c:v>0.97</c:v>
                </c:pt>
                <c:pt idx="476">
                  <c:v>1.03</c:v>
                </c:pt>
                <c:pt idx="477">
                  <c:v>1.03</c:v>
                </c:pt>
                <c:pt idx="478">
                  <c:v>1.04</c:v>
                </c:pt>
                <c:pt idx="479">
                  <c:v>1.04</c:v>
                </c:pt>
                <c:pt idx="480">
                  <c:v>1.06</c:v>
                </c:pt>
                <c:pt idx="481">
                  <c:v>0.93</c:v>
                </c:pt>
                <c:pt idx="482">
                  <c:v>0.94</c:v>
                </c:pt>
                <c:pt idx="483">
                  <c:v>0.94</c:v>
                </c:pt>
                <c:pt idx="484">
                  <c:v>0.87</c:v>
                </c:pt>
                <c:pt idx="485">
                  <c:v>1.03</c:v>
                </c:pt>
                <c:pt idx="486">
                  <c:v>0.98</c:v>
                </c:pt>
                <c:pt idx="487">
                  <c:v>1.02</c:v>
                </c:pt>
                <c:pt idx="488">
                  <c:v>1.01</c:v>
                </c:pt>
                <c:pt idx="489">
                  <c:v>1.1</c:v>
                </c:pt>
                <c:pt idx="490">
                  <c:v>1.1</c:v>
                </c:pt>
                <c:pt idx="491">
                  <c:v>1.07</c:v>
                </c:pt>
                <c:pt idx="492">
                  <c:v>1.12</c:v>
                </c:pt>
                <c:pt idx="493">
                  <c:v>1.12</c:v>
                </c:pt>
                <c:pt idx="494">
                  <c:v>1.12</c:v>
                </c:pt>
                <c:pt idx="495">
                  <c:v>1.14</c:v>
                </c:pt>
                <c:pt idx="496">
                  <c:v>1.08</c:v>
                </c:pt>
                <c:pt idx="497">
                  <c:v>1.08</c:v>
                </c:pt>
                <c:pt idx="498">
                  <c:v>1.16</c:v>
                </c:pt>
                <c:pt idx="499">
                  <c:v>1.22</c:v>
                </c:pt>
                <c:pt idx="500">
                  <c:v>1.19</c:v>
                </c:pt>
                <c:pt idx="501">
                  <c:v>1.2</c:v>
                </c:pt>
                <c:pt idx="502">
                  <c:v>1.23</c:v>
                </c:pt>
                <c:pt idx="503">
                  <c:v>1.24</c:v>
                </c:pt>
                <c:pt idx="504">
                  <c:v>1.29</c:v>
                </c:pt>
                <c:pt idx="505">
                  <c:v>1.2</c:v>
                </c:pt>
                <c:pt idx="506">
                  <c:v>1.53</c:v>
                </c:pt>
                <c:pt idx="507">
                  <c:v>1.54</c:v>
                </c:pt>
                <c:pt idx="508">
                  <c:v>1.54</c:v>
                </c:pt>
                <c:pt idx="509">
                  <c:v>1.47</c:v>
                </c:pt>
                <c:pt idx="510">
                  <c:v>1.62</c:v>
                </c:pt>
                <c:pt idx="511">
                  <c:v>1.63</c:v>
                </c:pt>
                <c:pt idx="512">
                  <c:v>1.58</c:v>
                </c:pt>
                <c:pt idx="513">
                  <c:v>1.59</c:v>
                </c:pt>
                <c:pt idx="514">
                  <c:v>1.63</c:v>
                </c:pt>
                <c:pt idx="515">
                  <c:v>2.02</c:v>
                </c:pt>
                <c:pt idx="516">
                  <c:v>2.13</c:v>
                </c:pt>
                <c:pt idx="517">
                  <c:v>2.18</c:v>
                </c:pt>
                <c:pt idx="518">
                  <c:v>2.19</c:v>
                </c:pt>
                <c:pt idx="519">
                  <c:v>2.19</c:v>
                </c:pt>
                <c:pt idx="520">
                  <c:v>2.17</c:v>
                </c:pt>
                <c:pt idx="521">
                  <c:v>2.21</c:v>
                </c:pt>
                <c:pt idx="522">
                  <c:v>2.21</c:v>
                </c:pt>
                <c:pt idx="523">
                  <c:v>2.22</c:v>
                </c:pt>
                <c:pt idx="524">
                  <c:v>2.14</c:v>
                </c:pt>
                <c:pt idx="525">
                  <c:v>2.13</c:v>
                </c:pt>
                <c:pt idx="526">
                  <c:v>2.32</c:v>
                </c:pt>
                <c:pt idx="527">
                  <c:v>2.3</c:v>
                </c:pt>
                <c:pt idx="528">
                  <c:v>2.38</c:v>
                </c:pt>
                <c:pt idx="529">
                  <c:v>2.41</c:v>
                </c:pt>
                <c:pt idx="530">
                  <c:v>2.28</c:v>
                </c:pt>
                <c:pt idx="531">
                  <c:v>2.3</c:v>
                </c:pt>
                <c:pt idx="532">
                  <c:v>2.31</c:v>
                </c:pt>
                <c:pt idx="533">
                  <c:v>2.31</c:v>
                </c:pt>
                <c:pt idx="534">
                  <c:v>2.25</c:v>
                </c:pt>
                <c:pt idx="535">
                  <c:v>2.03</c:v>
                </c:pt>
                <c:pt idx="536">
                  <c:v>1.87</c:v>
                </c:pt>
                <c:pt idx="537">
                  <c:v>1.89</c:v>
                </c:pt>
                <c:pt idx="538">
                  <c:v>1.77</c:v>
                </c:pt>
                <c:pt idx="539">
                  <c:v>1.8</c:v>
                </c:pt>
                <c:pt idx="540">
                  <c:v>2.22</c:v>
                </c:pt>
                <c:pt idx="541">
                  <c:v>2.23</c:v>
                </c:pt>
                <c:pt idx="542">
                  <c:v>2.24</c:v>
                </c:pt>
                <c:pt idx="543">
                  <c:v>2.26</c:v>
                </c:pt>
                <c:pt idx="544">
                  <c:v>2.26</c:v>
                </c:pt>
                <c:pt idx="545">
                  <c:v>2.25</c:v>
                </c:pt>
                <c:pt idx="546">
                  <c:v>1.93</c:v>
                </c:pt>
                <c:pt idx="547">
                  <c:v>1.92</c:v>
                </c:pt>
                <c:pt idx="548">
                  <c:v>1.84</c:v>
                </c:pt>
                <c:pt idx="549">
                  <c:v>1.84</c:v>
                </c:pt>
                <c:pt idx="550">
                  <c:v>1.86</c:v>
                </c:pt>
                <c:pt idx="551">
                  <c:v>1.97</c:v>
                </c:pt>
                <c:pt idx="552">
                  <c:v>1.93</c:v>
                </c:pt>
                <c:pt idx="553">
                  <c:v>1.93</c:v>
                </c:pt>
                <c:pt idx="554">
                  <c:v>1.92</c:v>
                </c:pt>
                <c:pt idx="555">
                  <c:v>1.89</c:v>
                </c:pt>
                <c:pt idx="556">
                  <c:v>2.07</c:v>
                </c:pt>
                <c:pt idx="557">
                  <c:v>2</c:v>
                </c:pt>
                <c:pt idx="558">
                  <c:v>1.95</c:v>
                </c:pt>
                <c:pt idx="559">
                  <c:v>1.88</c:v>
                </c:pt>
                <c:pt idx="560">
                  <c:v>1.54</c:v>
                </c:pt>
                <c:pt idx="561">
                  <c:v>1.46</c:v>
                </c:pt>
                <c:pt idx="562">
                  <c:v>1.44</c:v>
                </c:pt>
                <c:pt idx="563">
                  <c:v>1.41</c:v>
                </c:pt>
                <c:pt idx="564">
                  <c:v>1.43</c:v>
                </c:pt>
                <c:pt idx="565">
                  <c:v>1.5</c:v>
                </c:pt>
                <c:pt idx="566">
                  <c:v>1.51</c:v>
                </c:pt>
                <c:pt idx="567">
                  <c:v>1.51</c:v>
                </c:pt>
                <c:pt idx="568">
                  <c:v>1.46</c:v>
                </c:pt>
                <c:pt idx="569">
                  <c:v>1.43</c:v>
                </c:pt>
                <c:pt idx="570">
                  <c:v>1.47</c:v>
                </c:pt>
                <c:pt idx="571">
                  <c:v>1.32</c:v>
                </c:pt>
                <c:pt idx="572">
                  <c:v>1.32</c:v>
                </c:pt>
                <c:pt idx="573">
                  <c:v>1.3</c:v>
                </c:pt>
                <c:pt idx="574">
                  <c:v>1.3</c:v>
                </c:pt>
                <c:pt idx="575">
                  <c:v>1.3</c:v>
                </c:pt>
                <c:pt idx="576">
                  <c:v>1</c:v>
                </c:pt>
                <c:pt idx="577">
                  <c:v>1</c:v>
                </c:pt>
                <c:pt idx="578">
                  <c:v>1.2</c:v>
                </c:pt>
                <c:pt idx="579">
                  <c:v>1.16</c:v>
                </c:pt>
                <c:pt idx="580">
                  <c:v>1.16</c:v>
                </c:pt>
                <c:pt idx="581">
                  <c:v>1.17</c:v>
                </c:pt>
                <c:pt idx="582">
                  <c:v>1.19</c:v>
                </c:pt>
                <c:pt idx="583">
                  <c:v>1.21</c:v>
                </c:pt>
                <c:pt idx="584">
                  <c:v>1.18</c:v>
                </c:pt>
                <c:pt idx="585">
                  <c:v>1.1</c:v>
                </c:pt>
                <c:pt idx="586">
                  <c:v>1.19</c:v>
                </c:pt>
                <c:pt idx="587">
                  <c:v>1.21</c:v>
                </c:pt>
                <c:pt idx="588">
                  <c:v>1.17</c:v>
                </c:pt>
                <c:pt idx="589">
                  <c:v>1.21</c:v>
                </c:pt>
                <c:pt idx="590">
                  <c:v>1.16</c:v>
                </c:pt>
                <c:pt idx="591">
                  <c:v>1.14</c:v>
                </c:pt>
                <c:pt idx="592">
                  <c:v>1.28</c:v>
                </c:pt>
                <c:pt idx="593">
                  <c:v>1.28</c:v>
                </c:pt>
                <c:pt idx="594">
                  <c:v>1.32</c:v>
                </c:pt>
                <c:pt idx="595">
                  <c:v>1.33</c:v>
                </c:pt>
                <c:pt idx="596">
                  <c:v>1.33</c:v>
                </c:pt>
                <c:pt idx="597">
                  <c:v>1.33</c:v>
                </c:pt>
                <c:pt idx="598">
                  <c:v>1.05</c:v>
                </c:pt>
                <c:pt idx="599">
                  <c:v>1.1</c:v>
                </c:pt>
                <c:pt idx="600">
                  <c:v>1.11</c:v>
                </c:pt>
                <c:pt idx="601">
                  <c:v>1.17</c:v>
                </c:pt>
                <c:pt idx="602">
                  <c:v>1.22</c:v>
                </c:pt>
                <c:pt idx="603">
                  <c:v>1.22</c:v>
                </c:pt>
                <c:pt idx="604">
                  <c:v>1.22</c:v>
                </c:pt>
                <c:pt idx="605">
                  <c:v>1.27</c:v>
                </c:pt>
                <c:pt idx="606">
                  <c:v>1.14</c:v>
                </c:pt>
                <c:pt idx="607">
                  <c:v>1.14</c:v>
                </c:pt>
                <c:pt idx="608">
                  <c:v>1.2</c:v>
                </c:pt>
                <c:pt idx="609">
                  <c:v>1.14</c:v>
                </c:pt>
                <c:pt idx="610">
                  <c:v>1.2</c:v>
                </c:pt>
                <c:pt idx="611">
                  <c:v>1.2</c:v>
                </c:pt>
                <c:pt idx="612">
                  <c:v>1.09</c:v>
                </c:pt>
                <c:pt idx="613">
                  <c:v>1.08</c:v>
                </c:pt>
                <c:pt idx="614">
                  <c:v>1.03</c:v>
                </c:pt>
                <c:pt idx="615">
                  <c:v>1.03</c:v>
                </c:pt>
                <c:pt idx="616">
                  <c:v>1.03</c:v>
                </c:pt>
                <c:pt idx="617">
                  <c:v>1.04</c:v>
                </c:pt>
                <c:pt idx="618">
                  <c:v>1.03</c:v>
                </c:pt>
                <c:pt idx="619">
                  <c:v>1.18</c:v>
                </c:pt>
                <c:pt idx="620">
                  <c:v>1.16</c:v>
                </c:pt>
                <c:pt idx="621">
                  <c:v>1.08</c:v>
                </c:pt>
                <c:pt idx="622">
                  <c:v>1.03</c:v>
                </c:pt>
                <c:pt idx="623">
                  <c:v>1.19</c:v>
                </c:pt>
                <c:pt idx="624">
                  <c:v>1.21</c:v>
                </c:pt>
                <c:pt idx="625">
                  <c:v>1.15</c:v>
                </c:pt>
                <c:pt idx="626">
                  <c:v>1.11</c:v>
                </c:pt>
                <c:pt idx="627">
                  <c:v>1.14</c:v>
                </c:pt>
                <c:pt idx="628">
                  <c:v>1.11</c:v>
                </c:pt>
                <c:pt idx="629">
                  <c:v>1.13</c:v>
                </c:pt>
                <c:pt idx="630">
                  <c:v>1.09</c:v>
                </c:pt>
                <c:pt idx="631">
                  <c:v>1.1</c:v>
                </c:pt>
                <c:pt idx="632">
                  <c:v>1.12</c:v>
                </c:pt>
                <c:pt idx="633">
                  <c:v>1.4</c:v>
                </c:pt>
                <c:pt idx="634">
                  <c:v>1.41</c:v>
                </c:pt>
                <c:pt idx="635">
                  <c:v>1.41</c:v>
                </c:pt>
                <c:pt idx="636">
                  <c:v>1.41</c:v>
                </c:pt>
                <c:pt idx="637">
                  <c:v>1.43</c:v>
                </c:pt>
                <c:pt idx="638">
                  <c:v>1.46</c:v>
                </c:pt>
                <c:pt idx="639">
                  <c:v>1.27</c:v>
                </c:pt>
                <c:pt idx="640">
                  <c:v>1.53</c:v>
                </c:pt>
                <c:pt idx="641">
                  <c:v>1.54</c:v>
                </c:pt>
                <c:pt idx="642">
                  <c:v>1.55</c:v>
                </c:pt>
                <c:pt idx="643">
                  <c:v>1.46</c:v>
                </c:pt>
                <c:pt idx="644">
                  <c:v>1.44</c:v>
                </c:pt>
                <c:pt idx="645">
                  <c:v>1.45</c:v>
                </c:pt>
                <c:pt idx="646">
                  <c:v>1.48</c:v>
                </c:pt>
                <c:pt idx="647">
                  <c:v>1.46</c:v>
                </c:pt>
                <c:pt idx="648">
                  <c:v>1.46</c:v>
                </c:pt>
                <c:pt idx="649">
                  <c:v>1.42</c:v>
                </c:pt>
                <c:pt idx="650">
                  <c:v>1.42</c:v>
                </c:pt>
                <c:pt idx="651">
                  <c:v>1.4</c:v>
                </c:pt>
                <c:pt idx="652">
                  <c:v>1.44</c:v>
                </c:pt>
                <c:pt idx="653">
                  <c:v>1.2</c:v>
                </c:pt>
                <c:pt idx="654">
                  <c:v>1.23</c:v>
                </c:pt>
                <c:pt idx="655">
                  <c:v>1.23</c:v>
                </c:pt>
                <c:pt idx="656">
                  <c:v>1.22</c:v>
                </c:pt>
                <c:pt idx="657">
                  <c:v>1.2</c:v>
                </c:pt>
                <c:pt idx="658">
                  <c:v>1.29</c:v>
                </c:pt>
                <c:pt idx="659">
                  <c:v>1.32</c:v>
                </c:pt>
                <c:pt idx="660">
                  <c:v>1.02</c:v>
                </c:pt>
                <c:pt idx="661">
                  <c:v>1.01</c:v>
                </c:pt>
                <c:pt idx="662">
                  <c:v>1.09</c:v>
                </c:pt>
                <c:pt idx="663">
                  <c:v>1.3</c:v>
                </c:pt>
                <c:pt idx="664">
                  <c:v>1.33</c:v>
                </c:pt>
                <c:pt idx="665">
                  <c:v>1.3</c:v>
                </c:pt>
                <c:pt idx="666">
                  <c:v>1.27</c:v>
                </c:pt>
                <c:pt idx="667">
                  <c:v>1.27</c:v>
                </c:pt>
                <c:pt idx="668">
                  <c:v>1.27</c:v>
                </c:pt>
                <c:pt idx="669">
                  <c:v>1.31</c:v>
                </c:pt>
                <c:pt idx="670">
                  <c:v>1.29</c:v>
                </c:pt>
                <c:pt idx="671">
                  <c:v>1.35</c:v>
                </c:pt>
                <c:pt idx="672">
                  <c:v>1.55</c:v>
                </c:pt>
                <c:pt idx="673">
                  <c:v>1.6</c:v>
                </c:pt>
                <c:pt idx="674">
                  <c:v>1.59</c:v>
                </c:pt>
                <c:pt idx="675">
                  <c:v>1.66</c:v>
                </c:pt>
                <c:pt idx="676">
                  <c:v>1.66</c:v>
                </c:pt>
                <c:pt idx="677">
                  <c:v>1.73</c:v>
                </c:pt>
                <c:pt idx="678">
                  <c:v>1.62</c:v>
                </c:pt>
                <c:pt idx="679">
                  <c:v>1.73</c:v>
                </c:pt>
                <c:pt idx="680">
                  <c:v>1.74</c:v>
                </c:pt>
                <c:pt idx="681">
                  <c:v>1.76</c:v>
                </c:pt>
                <c:pt idx="682">
                  <c:v>1.72</c:v>
                </c:pt>
                <c:pt idx="683">
                  <c:v>1.57</c:v>
                </c:pt>
                <c:pt idx="684">
                  <c:v>1.57</c:v>
                </c:pt>
                <c:pt idx="685">
                  <c:v>1.57</c:v>
                </c:pt>
                <c:pt idx="686">
                  <c:v>1.68</c:v>
                </c:pt>
                <c:pt idx="687">
                  <c:v>1.67</c:v>
                </c:pt>
                <c:pt idx="688">
                  <c:v>1.72</c:v>
                </c:pt>
                <c:pt idx="689">
                  <c:v>1.75</c:v>
                </c:pt>
                <c:pt idx="690">
                  <c:v>1.76</c:v>
                </c:pt>
                <c:pt idx="691">
                  <c:v>1.73</c:v>
                </c:pt>
                <c:pt idx="692">
                  <c:v>1.38</c:v>
                </c:pt>
                <c:pt idx="693">
                  <c:v>1.36</c:v>
                </c:pt>
                <c:pt idx="694">
                  <c:v>1.42</c:v>
                </c:pt>
                <c:pt idx="695">
                  <c:v>1.42</c:v>
                </c:pt>
                <c:pt idx="696">
                  <c:v>1.42</c:v>
                </c:pt>
                <c:pt idx="697">
                  <c:v>1.34</c:v>
                </c:pt>
                <c:pt idx="698">
                  <c:v>1.31</c:v>
                </c:pt>
                <c:pt idx="699">
                  <c:v>1.21</c:v>
                </c:pt>
                <c:pt idx="700">
                  <c:v>1.19</c:v>
                </c:pt>
                <c:pt idx="701">
                  <c:v>1.16</c:v>
                </c:pt>
                <c:pt idx="702">
                  <c:v>1.18</c:v>
                </c:pt>
                <c:pt idx="703">
                  <c:v>1.2</c:v>
                </c:pt>
                <c:pt idx="704">
                  <c:v>1.16</c:v>
                </c:pt>
                <c:pt idx="705">
                  <c:v>1.19</c:v>
                </c:pt>
                <c:pt idx="706">
                  <c:v>1.05</c:v>
                </c:pt>
                <c:pt idx="707">
                  <c:v>1.13</c:v>
                </c:pt>
                <c:pt idx="708">
                  <c:v>1.13</c:v>
                </c:pt>
                <c:pt idx="709">
                  <c:v>1.06</c:v>
                </c:pt>
                <c:pt idx="710">
                  <c:v>1.05</c:v>
                </c:pt>
                <c:pt idx="711">
                  <c:v>1.05</c:v>
                </c:pt>
                <c:pt idx="712">
                  <c:v>1.09</c:v>
                </c:pt>
                <c:pt idx="713">
                  <c:v>1.09</c:v>
                </c:pt>
                <c:pt idx="714">
                  <c:v>1.01</c:v>
                </c:pt>
                <c:pt idx="715">
                  <c:v>0.91</c:v>
                </c:pt>
                <c:pt idx="716">
                  <c:v>0.91</c:v>
                </c:pt>
                <c:pt idx="717">
                  <c:v>1.04</c:v>
                </c:pt>
                <c:pt idx="718">
                  <c:v>1.04</c:v>
                </c:pt>
                <c:pt idx="719">
                  <c:v>1</c:v>
                </c:pt>
                <c:pt idx="720">
                  <c:v>1.03</c:v>
                </c:pt>
                <c:pt idx="721">
                  <c:v>1.03</c:v>
                </c:pt>
                <c:pt idx="722">
                  <c:v>1.07</c:v>
                </c:pt>
                <c:pt idx="723">
                  <c:v>1.05</c:v>
                </c:pt>
                <c:pt idx="724">
                  <c:v>1.04</c:v>
                </c:pt>
                <c:pt idx="725">
                  <c:v>1.04</c:v>
                </c:pt>
                <c:pt idx="726">
                  <c:v>1.06</c:v>
                </c:pt>
                <c:pt idx="727">
                  <c:v>0.99</c:v>
                </c:pt>
                <c:pt idx="728">
                  <c:v>1.02</c:v>
                </c:pt>
                <c:pt idx="729">
                  <c:v>1.01</c:v>
                </c:pt>
                <c:pt idx="730">
                  <c:v>1.01</c:v>
                </c:pt>
                <c:pt idx="731">
                  <c:v>1.02</c:v>
                </c:pt>
                <c:pt idx="732">
                  <c:v>1.23</c:v>
                </c:pt>
                <c:pt idx="733">
                  <c:v>1.25</c:v>
                </c:pt>
                <c:pt idx="734">
                  <c:v>1.25</c:v>
                </c:pt>
                <c:pt idx="735">
                  <c:v>1.26</c:v>
                </c:pt>
                <c:pt idx="736">
                  <c:v>1.32</c:v>
                </c:pt>
                <c:pt idx="737">
                  <c:v>1.25</c:v>
                </c:pt>
                <c:pt idx="738">
                  <c:v>1.33</c:v>
                </c:pt>
                <c:pt idx="739">
                  <c:v>1.37</c:v>
                </c:pt>
                <c:pt idx="740">
                  <c:v>1.36</c:v>
                </c:pt>
                <c:pt idx="741">
                  <c:v>1.36</c:v>
                </c:pt>
                <c:pt idx="742">
                  <c:v>1.33</c:v>
                </c:pt>
                <c:pt idx="743">
                  <c:v>1.32</c:v>
                </c:pt>
                <c:pt idx="744">
                  <c:v>1.33</c:v>
                </c:pt>
                <c:pt idx="745">
                  <c:v>1.37</c:v>
                </c:pt>
                <c:pt idx="746">
                  <c:v>1.38</c:v>
                </c:pt>
                <c:pt idx="747">
                  <c:v>1.34</c:v>
                </c:pt>
                <c:pt idx="748">
                  <c:v>1.34</c:v>
                </c:pt>
                <c:pt idx="749">
                  <c:v>1.36</c:v>
                </c:pt>
                <c:pt idx="750">
                  <c:v>1.36</c:v>
                </c:pt>
                <c:pt idx="751">
                  <c:v>1.38</c:v>
                </c:pt>
                <c:pt idx="752">
                  <c:v>1.16</c:v>
                </c:pt>
                <c:pt idx="753">
                  <c:v>1.2</c:v>
                </c:pt>
                <c:pt idx="754">
                  <c:v>1.22</c:v>
                </c:pt>
                <c:pt idx="755">
                  <c:v>1.21</c:v>
                </c:pt>
                <c:pt idx="756">
                  <c:v>1.17</c:v>
                </c:pt>
                <c:pt idx="757">
                  <c:v>1.16</c:v>
                </c:pt>
                <c:pt idx="758">
                  <c:v>1.61</c:v>
                </c:pt>
                <c:pt idx="759">
                  <c:v>1.57</c:v>
                </c:pt>
                <c:pt idx="760">
                  <c:v>1.57</c:v>
                </c:pt>
                <c:pt idx="761">
                  <c:v>1.65</c:v>
                </c:pt>
                <c:pt idx="762">
                  <c:v>1.63</c:v>
                </c:pt>
                <c:pt idx="763">
                  <c:v>1.66</c:v>
                </c:pt>
                <c:pt idx="764">
                  <c:v>1.66</c:v>
                </c:pt>
                <c:pt idx="765">
                  <c:v>1.65</c:v>
                </c:pt>
                <c:pt idx="766">
                  <c:v>1.65</c:v>
                </c:pt>
                <c:pt idx="767">
                  <c:v>1.64</c:v>
                </c:pt>
                <c:pt idx="768">
                  <c:v>1.64</c:v>
                </c:pt>
                <c:pt idx="769">
                  <c:v>1.64</c:v>
                </c:pt>
                <c:pt idx="770">
                  <c:v>1.64</c:v>
                </c:pt>
                <c:pt idx="771">
                  <c:v>1.62</c:v>
                </c:pt>
                <c:pt idx="772">
                  <c:v>1.61</c:v>
                </c:pt>
                <c:pt idx="773">
                  <c:v>1.58</c:v>
                </c:pt>
                <c:pt idx="774">
                  <c:v>1.58</c:v>
                </c:pt>
                <c:pt idx="775">
                  <c:v>1.54</c:v>
                </c:pt>
                <c:pt idx="776">
                  <c:v>1.62</c:v>
                </c:pt>
                <c:pt idx="777">
                  <c:v>1.65</c:v>
                </c:pt>
                <c:pt idx="778">
                  <c:v>1.34</c:v>
                </c:pt>
                <c:pt idx="779">
                  <c:v>1.33</c:v>
                </c:pt>
                <c:pt idx="780">
                  <c:v>1.34</c:v>
                </c:pt>
                <c:pt idx="781">
                  <c:v>1.37</c:v>
                </c:pt>
                <c:pt idx="782">
                  <c:v>1.37</c:v>
                </c:pt>
                <c:pt idx="783">
                  <c:v>1.29</c:v>
                </c:pt>
                <c:pt idx="784">
                  <c:v>1.29</c:v>
                </c:pt>
                <c:pt idx="785">
                  <c:v>1.29</c:v>
                </c:pt>
                <c:pt idx="786">
                  <c:v>1.28</c:v>
                </c:pt>
                <c:pt idx="787">
                  <c:v>1.39</c:v>
                </c:pt>
                <c:pt idx="788">
                  <c:v>1.7</c:v>
                </c:pt>
                <c:pt idx="789">
                  <c:v>1.69</c:v>
                </c:pt>
                <c:pt idx="790">
                  <c:v>1.68</c:v>
                </c:pt>
                <c:pt idx="791">
                  <c:v>1.66</c:v>
                </c:pt>
                <c:pt idx="792">
                  <c:v>1.65</c:v>
                </c:pt>
                <c:pt idx="793">
                  <c:v>1.64</c:v>
                </c:pt>
                <c:pt idx="794">
                  <c:v>1.65</c:v>
                </c:pt>
                <c:pt idx="795">
                  <c:v>1.62</c:v>
                </c:pt>
                <c:pt idx="796">
                  <c:v>1.6</c:v>
                </c:pt>
                <c:pt idx="797">
                  <c:v>1.59</c:v>
                </c:pt>
                <c:pt idx="798">
                  <c:v>1.5</c:v>
                </c:pt>
                <c:pt idx="799">
                  <c:v>1.49</c:v>
                </c:pt>
                <c:pt idx="800">
                  <c:v>1.463</c:v>
                </c:pt>
                <c:pt idx="801">
                  <c:v>1.51</c:v>
                </c:pt>
                <c:pt idx="802">
                  <c:v>1.52</c:v>
                </c:pt>
                <c:pt idx="803">
                  <c:v>1.565</c:v>
                </c:pt>
                <c:pt idx="804">
                  <c:v>1.588</c:v>
                </c:pt>
                <c:pt idx="805">
                  <c:v>1.585</c:v>
                </c:pt>
                <c:pt idx="806">
                  <c:v>1.589</c:v>
                </c:pt>
                <c:pt idx="807">
                  <c:v>1.481</c:v>
                </c:pt>
                <c:pt idx="808">
                  <c:v>1.071</c:v>
                </c:pt>
                <c:pt idx="809">
                  <c:v>1.138</c:v>
                </c:pt>
                <c:pt idx="810">
                  <c:v>1.103</c:v>
                </c:pt>
                <c:pt idx="811">
                  <c:v>1.101</c:v>
                </c:pt>
                <c:pt idx="812">
                  <c:v>1.238</c:v>
                </c:pt>
                <c:pt idx="813">
                  <c:v>1.267</c:v>
                </c:pt>
                <c:pt idx="814">
                  <c:v>1.343</c:v>
                </c:pt>
                <c:pt idx="815">
                  <c:v>1.351</c:v>
                </c:pt>
                <c:pt idx="816">
                  <c:v>1.458</c:v>
                </c:pt>
                <c:pt idx="817">
                  <c:v>1.46</c:v>
                </c:pt>
                <c:pt idx="818">
                  <c:v>1.38</c:v>
                </c:pt>
                <c:pt idx="819">
                  <c:v>1.38</c:v>
                </c:pt>
                <c:pt idx="820">
                  <c:v>1.38</c:v>
                </c:pt>
                <c:pt idx="821">
                  <c:v>1.234</c:v>
                </c:pt>
                <c:pt idx="822">
                  <c:v>1.228</c:v>
                </c:pt>
                <c:pt idx="823">
                  <c:v>1.165</c:v>
                </c:pt>
                <c:pt idx="824">
                  <c:v>1.125</c:v>
                </c:pt>
                <c:pt idx="825">
                  <c:v>1.174</c:v>
                </c:pt>
                <c:pt idx="826">
                  <c:v>1.271</c:v>
                </c:pt>
                <c:pt idx="827">
                  <c:v>1.253</c:v>
                </c:pt>
                <c:pt idx="828">
                  <c:v>1.228</c:v>
                </c:pt>
                <c:pt idx="829">
                  <c:v>1.172</c:v>
                </c:pt>
                <c:pt idx="830">
                  <c:v>1.466</c:v>
                </c:pt>
                <c:pt idx="831">
                  <c:v>1.462</c:v>
                </c:pt>
                <c:pt idx="832">
                  <c:v>1.377</c:v>
                </c:pt>
                <c:pt idx="833">
                  <c:v>1.332</c:v>
                </c:pt>
                <c:pt idx="834">
                  <c:v>1.59</c:v>
                </c:pt>
                <c:pt idx="835">
                  <c:v>1.589</c:v>
                </c:pt>
                <c:pt idx="836">
                  <c:v>1.629</c:v>
                </c:pt>
                <c:pt idx="837">
                  <c:v>1.654</c:v>
                </c:pt>
                <c:pt idx="838">
                  <c:v>1.688</c:v>
                </c:pt>
                <c:pt idx="839">
                  <c:v>1.69</c:v>
                </c:pt>
                <c:pt idx="840">
                  <c:v>1.705</c:v>
                </c:pt>
                <c:pt idx="841">
                  <c:v>1.727</c:v>
                </c:pt>
                <c:pt idx="842">
                  <c:v>1.727</c:v>
                </c:pt>
                <c:pt idx="843">
                  <c:v>2.268</c:v>
                </c:pt>
                <c:pt idx="844">
                  <c:v>2.37</c:v>
                </c:pt>
                <c:pt idx="845">
                  <c:v>2.364</c:v>
                </c:pt>
                <c:pt idx="846">
                  <c:v>2.296</c:v>
                </c:pt>
                <c:pt idx="847">
                  <c:v>2.316</c:v>
                </c:pt>
                <c:pt idx="848">
                  <c:v>2.329</c:v>
                </c:pt>
                <c:pt idx="849">
                  <c:v>2.326</c:v>
                </c:pt>
              </c:numCache>
            </c:numRef>
          </c:val>
          <c:smooth val="0"/>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B8C4D6"/>
                </a:solidFill>
                <a:latin typeface="+mn-lt"/>
              </a:defRPr>
            </a:pPr>
            <a:endParaRPr lang="en-US"/>
          </a:p>
        </c:txPr>
        <c:crossAx val="2094734552"/>
        <c:crosses val="autoZero"/>
        <c:auto val="1"/>
        <c:lblAlgn val="ctr"/>
        <c:noMultiLvlLbl val="1"/>
        <c:tickLblSkip val="300"/>
      </c:catAx>
      <c:valAx>
        <c:axId val="2094734552"/>
        <c:scaling>
          <c:orientation val="minMax"/>
        </c:scaling>
        <c:delete val="0"/>
        <c:axPos val="l"/>
        <c:majorGridlines>
          <c:spPr>
            <a:ln w="9525" cap="flat">
              <a:solidFill>
                <a:srgbClr val="2A3550"/>
              </a:solidFill>
              <a:prstDash val="solid"/>
              <a:round/>
            </a:ln>
          </c:spPr>
        </c:majorGridlines>
        <c:numFmt formatCode="0.0" sourceLinked="0"/>
        <c:majorTickMark val="out"/>
        <c:minorTickMark val="none"/>
        <c:tickLblPos val="nextTo"/>
        <c:spPr>
          <a:ln w="12700" cap="flat">
            <a:noFill/>
            <a:prstDash val="solid"/>
            <a:round/>
          </a:ln>
        </c:spPr>
        <c:txPr>
          <a:bodyPr/>
          <a:lstStyle/>
          <a:p>
            <a:pPr>
              <a:defRPr sz="900" b="0" i="0" u="none" strike="noStrike">
                <a:solidFill>
                  <a:srgbClr val="B8C4D6"/>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mn-lt"/>
              </a:defRPr>
            </a:pPr>
            <a:r>
              <a:rPr sz="1200" b="0" i="0" u="none" strike="noStrike">
                <a:solidFill>
                  <a:srgbClr val="FFFFFF"/>
                </a:solidFill>
                <a:latin typeface="+mn-lt"/>
              </a:rPr>
              <a:t>Volume z-score (20 days)</a:t>
            </a:r>
          </a:p>
        </c:rich>
      </c:tx>
      <c:layout/>
      <c:overlay val="0"/>
    </c:title>
    <c:autoTitleDeleted val="0"/>
    <c:plotArea>
      <c:layout>
        <c:manualLayout>
          <c:layoutTarget val="inner"/>
          <c:xMode val="edge"/>
          <c:yMode val="edge"/>
          <c:x val="0.13"/>
          <c:y val="0.2"/>
          <c:w val="0.83"/>
          <c:h val="0.62"/>
        </c:manualLayout>
      </c:layout>
      <c:barChart>
        <c:barDir val="col"/>
        <c:grouping val="clustered"/>
        <c:varyColors val="0"/>
        <c:ser>
          <c:idx val="0"/>
          <c:order val="0"/>
          <c:tx>
            <c:strRef>
              <c:f>Sheet1!$B$1</c:f>
              <c:strCache>
                <c:ptCount val="1"/>
                <c:pt idx="0">
                  <c:v>Volume z</c:v>
                </c:pt>
              </c:strCache>
            </c:strRef>
          </c:tx>
          <c:spPr>
            <a:solidFill>
              <a:srgbClr val="2BD9A0"/>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dPt>
            <c:idx val="0"/>
            <c:invertIfNegative val="0"/>
            <c:bubble3D val="0"/>
            <c:spPr>
              <a:solidFill>
                <a:srgbClr val="FF5A5F"/>
              </a:solidFill>
              <a:effectLst/>
            </c:spPr>
          </c:dPt>
          <c:dPt>
            <c:idx val="1"/>
            <c:invertIfNegative val="0"/>
            <c:bubble3D val="0"/>
            <c:spPr>
              <a:solidFill>
                <a:srgbClr val="FF5A5F"/>
              </a:solidFill>
              <a:effectLst/>
            </c:spPr>
          </c:dPt>
          <c:dPt>
            <c:idx val="2"/>
            <c:invertIfNegative val="0"/>
            <c:bubble3D val="0"/>
            <c:spPr>
              <a:solidFill>
                <a:srgbClr val="FF5A5F"/>
              </a:solidFill>
              <a:effectLst/>
            </c:spPr>
          </c:dPt>
          <c:dPt>
            <c:idx val="3"/>
            <c:invertIfNegative val="0"/>
            <c:bubble3D val="0"/>
            <c:spPr>
              <a:solidFill>
                <a:srgbClr val="FF5A5F"/>
              </a:solidFill>
              <a:effectLst/>
            </c:spPr>
          </c:dPt>
          <c:dPt>
            <c:idx val="4"/>
            <c:invertIfNegative val="0"/>
            <c:bubble3D val="0"/>
            <c:spPr>
              <a:solidFill>
                <a:srgbClr val="2BD9A0"/>
              </a:solidFill>
              <a:effectLst/>
            </c:spPr>
          </c:dPt>
          <c:dPt>
            <c:idx val="5"/>
            <c:invertIfNegative val="0"/>
            <c:bubble3D val="0"/>
            <c:spPr>
              <a:solidFill>
                <a:srgbClr val="2BD9A0"/>
              </a:solidFill>
              <a:effectLst/>
            </c:spPr>
          </c:dPt>
          <c:dPt>
            <c:idx val="6"/>
            <c:invertIfNegative val="0"/>
            <c:bubble3D val="0"/>
            <c:spPr>
              <a:solidFill>
                <a:srgbClr val="2BD9A0"/>
              </a:solidFill>
              <a:effectLst/>
            </c:spPr>
          </c:dPt>
          <c:dPt>
            <c:idx val="7"/>
            <c:invertIfNegative val="0"/>
            <c:bubble3D val="0"/>
            <c:spPr>
              <a:solidFill>
                <a:srgbClr val="2BD9A0"/>
              </a:solidFill>
              <a:effectLst/>
            </c:spPr>
          </c:dPt>
          <c:dPt>
            <c:idx val="8"/>
            <c:invertIfNegative val="0"/>
            <c:bubble3D val="0"/>
            <c:spPr>
              <a:solidFill>
                <a:srgbClr val="2BD9A0"/>
              </a:solidFill>
              <a:effectLst/>
            </c:spPr>
          </c:dPt>
          <c:dPt>
            <c:idx val="9"/>
            <c:invertIfNegative val="0"/>
            <c:bubble3D val="0"/>
            <c:spPr>
              <a:solidFill>
                <a:srgbClr val="FF5A5F"/>
              </a:solidFill>
              <a:effectLst/>
            </c:spPr>
          </c:dPt>
          <c:dPt>
            <c:idx val="10"/>
            <c:invertIfNegative val="0"/>
            <c:bubble3D val="0"/>
            <c:spPr>
              <a:solidFill>
                <a:srgbClr val="FF5A5F"/>
              </a:solidFill>
              <a:effectLst/>
            </c:spPr>
          </c:dPt>
          <c:dPt>
            <c:idx val="11"/>
            <c:invertIfNegative val="0"/>
            <c:bubble3D val="0"/>
            <c:spPr>
              <a:solidFill>
                <a:srgbClr val="FF5A5F"/>
              </a:solidFill>
              <a:effectLst/>
            </c:spPr>
          </c:dPt>
          <c:dPt>
            <c:idx val="12"/>
            <c:invertIfNegative val="0"/>
            <c:bubble3D val="0"/>
            <c:spPr>
              <a:solidFill>
                <a:srgbClr val="2BD9A0"/>
              </a:solidFill>
              <a:effectLst/>
            </c:spPr>
          </c:dPt>
          <c:dPt>
            <c:idx val="13"/>
            <c:invertIfNegative val="0"/>
            <c:bubble3D val="0"/>
            <c:spPr>
              <a:solidFill>
                <a:srgbClr val="FF5A5F"/>
              </a:solidFill>
              <a:effectLst/>
            </c:spPr>
          </c:dPt>
          <c:dPt>
            <c:idx val="14"/>
            <c:invertIfNegative val="0"/>
            <c:bubble3D val="0"/>
            <c:spPr>
              <a:solidFill>
                <a:srgbClr val="2BD9A0"/>
              </a:solidFill>
              <a:effectLst/>
            </c:spPr>
          </c:dPt>
          <c:dPt>
            <c:idx val="15"/>
            <c:invertIfNegative val="0"/>
            <c:bubble3D val="0"/>
            <c:spPr>
              <a:solidFill>
                <a:srgbClr val="2BD9A0"/>
              </a:solidFill>
              <a:effectLst/>
            </c:spPr>
          </c:dPt>
          <c:dPt>
            <c:idx val="16"/>
            <c:invertIfNegative val="0"/>
            <c:bubble3D val="0"/>
            <c:spPr>
              <a:solidFill>
                <a:srgbClr val="2BD9A0"/>
              </a:solidFill>
              <a:effectLst/>
            </c:spPr>
          </c:dPt>
          <c:dPt>
            <c:idx val="17"/>
            <c:invertIfNegative val="0"/>
            <c:bubble3D val="0"/>
            <c:spPr>
              <a:solidFill>
                <a:srgbClr val="2BD9A0"/>
              </a:solidFill>
              <a:effectLst/>
            </c:spPr>
          </c:dPt>
          <c:dPt>
            <c:idx val="18"/>
            <c:invertIfNegative val="0"/>
            <c:bubble3D val="0"/>
            <c:spPr>
              <a:solidFill>
                <a:srgbClr val="FF5A5F"/>
              </a:solidFill>
              <a:effectLst/>
            </c:spPr>
          </c:dPt>
          <c:dPt>
            <c:idx val="19"/>
            <c:invertIfNegative val="0"/>
            <c:bubble3D val="0"/>
            <c:spPr>
              <a:solidFill>
                <a:srgbClr val="2BD9A0"/>
              </a:solidFill>
              <a:effectLst/>
            </c:spPr>
          </c:dPt>
          <c:dPt>
            <c:idx val="20"/>
            <c:invertIfNegative val="0"/>
            <c:bubble3D val="0"/>
            <c:spPr>
              <a:solidFill>
                <a:srgbClr val="FF5A5F"/>
              </a:solidFill>
              <a:effectLst/>
            </c:spPr>
          </c:dPt>
          <c:dPt>
            <c:idx val="21"/>
            <c:invertIfNegative val="0"/>
            <c:bubble3D val="0"/>
            <c:spPr>
              <a:solidFill>
                <a:srgbClr val="FF5A5F"/>
              </a:solidFill>
              <a:effectLst/>
            </c:spPr>
          </c:dPt>
          <c:dPt>
            <c:idx val="22"/>
            <c:invertIfNegative val="0"/>
            <c:bubble3D val="0"/>
            <c:spPr>
              <a:solidFill>
                <a:srgbClr val="FF5A5F"/>
              </a:solidFill>
              <a:effectLst/>
            </c:spPr>
          </c:dPt>
          <c:dPt>
            <c:idx val="23"/>
            <c:invertIfNegative val="0"/>
            <c:bubble3D val="0"/>
            <c:spPr>
              <a:solidFill>
                <a:srgbClr val="FF5A5F"/>
              </a:solidFill>
              <a:effectLst/>
            </c:spPr>
          </c:dPt>
          <c:dPt>
            <c:idx val="24"/>
            <c:invertIfNegative val="0"/>
            <c:bubble3D val="0"/>
            <c:spPr>
              <a:solidFill>
                <a:srgbClr val="FF5A5F"/>
              </a:solidFill>
              <a:effectLst/>
            </c:spPr>
          </c:dPt>
          <c:dPt>
            <c:idx val="25"/>
            <c:invertIfNegative val="0"/>
            <c:bubble3D val="0"/>
            <c:spPr>
              <a:solidFill>
                <a:srgbClr val="FF5A5F"/>
              </a:solidFill>
              <a:effectLst/>
            </c:spPr>
          </c:dPt>
          <c:dPt>
            <c:idx val="26"/>
            <c:invertIfNegative val="0"/>
            <c:bubble3D val="0"/>
            <c:spPr>
              <a:solidFill>
                <a:srgbClr val="2BD9A0"/>
              </a:solidFill>
              <a:effectLst/>
            </c:spPr>
          </c:dPt>
          <c:dPt>
            <c:idx val="27"/>
            <c:invertIfNegative val="0"/>
            <c:bubble3D val="0"/>
            <c:spPr>
              <a:solidFill>
                <a:srgbClr val="FF5A5F"/>
              </a:solidFill>
              <a:effectLst/>
            </c:spPr>
          </c:dPt>
          <c:dPt>
            <c:idx val="28"/>
            <c:invertIfNegative val="0"/>
            <c:bubble3D val="0"/>
            <c:spPr>
              <a:solidFill>
                <a:srgbClr val="FF5A5F"/>
              </a:solidFill>
              <a:effectLst/>
            </c:spPr>
          </c:dPt>
          <c:dPt>
            <c:idx val="29"/>
            <c:invertIfNegative val="0"/>
            <c:bubble3D val="0"/>
            <c:spPr>
              <a:solidFill>
                <a:srgbClr val="FF5A5F"/>
              </a:solidFill>
              <a:effectLst/>
            </c:spPr>
          </c:dPt>
          <c:dPt>
            <c:idx val="30"/>
            <c:invertIfNegative val="0"/>
            <c:bubble3D val="0"/>
            <c:spPr>
              <a:solidFill>
                <a:srgbClr val="FF5A5F"/>
              </a:solidFill>
              <a:effectLst/>
            </c:spPr>
          </c:dPt>
          <c:dPt>
            <c:idx val="31"/>
            <c:invertIfNegative val="0"/>
            <c:bubble3D val="0"/>
            <c:spPr>
              <a:solidFill>
                <a:srgbClr val="FF5A5F"/>
              </a:solidFill>
              <a:effectLst/>
            </c:spPr>
          </c:dPt>
          <c:dPt>
            <c:idx val="32"/>
            <c:invertIfNegative val="0"/>
            <c:bubble3D val="0"/>
            <c:spPr>
              <a:solidFill>
                <a:srgbClr val="FF5A5F"/>
              </a:solidFill>
              <a:effectLst/>
            </c:spPr>
          </c:dPt>
          <c:dPt>
            <c:idx val="33"/>
            <c:invertIfNegative val="0"/>
            <c:bubble3D val="0"/>
            <c:spPr>
              <a:solidFill>
                <a:srgbClr val="2BD9A0"/>
              </a:solidFill>
              <a:effectLst/>
            </c:spPr>
          </c:dPt>
          <c:dPt>
            <c:idx val="34"/>
            <c:invertIfNegative val="0"/>
            <c:bubble3D val="0"/>
            <c:spPr>
              <a:solidFill>
                <a:srgbClr val="FF5A5F"/>
              </a:solidFill>
              <a:effectLst/>
            </c:spPr>
          </c:dPt>
          <c:dPt>
            <c:idx val="35"/>
            <c:invertIfNegative val="0"/>
            <c:bubble3D val="0"/>
            <c:spPr>
              <a:solidFill>
                <a:srgbClr val="FF5A5F"/>
              </a:solidFill>
              <a:effectLst/>
            </c:spPr>
          </c:dPt>
          <c:dPt>
            <c:idx val="36"/>
            <c:invertIfNegative val="0"/>
            <c:bubble3D val="0"/>
            <c:spPr>
              <a:solidFill>
                <a:srgbClr val="FF5A5F"/>
              </a:solidFill>
              <a:effectLst/>
            </c:spPr>
          </c:dPt>
          <c:dPt>
            <c:idx val="37"/>
            <c:invertIfNegative val="0"/>
            <c:bubble3D val="0"/>
            <c:spPr>
              <a:solidFill>
                <a:srgbClr val="FF5A5F"/>
              </a:solidFill>
              <a:effectLst/>
            </c:spPr>
          </c:dPt>
          <c:dPt>
            <c:idx val="38"/>
            <c:invertIfNegative val="0"/>
            <c:bubble3D val="0"/>
            <c:spPr>
              <a:solidFill>
                <a:srgbClr val="FF5A5F"/>
              </a:solidFill>
              <a:effectLst/>
            </c:spPr>
          </c:dPt>
          <c:dPt>
            <c:idx val="39"/>
            <c:invertIfNegative val="0"/>
            <c:bubble3D val="0"/>
            <c:spPr>
              <a:solidFill>
                <a:srgbClr val="2BD9A0"/>
              </a:solidFill>
              <a:effectLst/>
            </c:spPr>
          </c:dPt>
          <c:dPt>
            <c:idx val="40"/>
            <c:invertIfNegative val="0"/>
            <c:bubble3D val="0"/>
            <c:spPr>
              <a:solidFill>
                <a:srgbClr val="FF5A5F"/>
              </a:solidFill>
              <a:effectLst/>
            </c:spPr>
          </c:dPt>
          <c:dPt>
            <c:idx val="41"/>
            <c:invertIfNegative val="0"/>
            <c:bubble3D val="0"/>
            <c:spPr>
              <a:solidFill>
                <a:srgbClr val="FF5A5F"/>
              </a:solidFill>
              <a:effectLst/>
            </c:spPr>
          </c:dPt>
          <c:dPt>
            <c:idx val="42"/>
            <c:invertIfNegative val="0"/>
            <c:bubble3D val="0"/>
            <c:spPr>
              <a:solidFill>
                <a:srgbClr val="2BD9A0"/>
              </a:solidFill>
              <a:effectLst/>
            </c:spPr>
          </c:dPt>
          <c:dPt>
            <c:idx val="43"/>
            <c:invertIfNegative val="0"/>
            <c:bubble3D val="0"/>
            <c:spPr>
              <a:solidFill>
                <a:srgbClr val="FF5A5F"/>
              </a:solidFill>
              <a:effectLst/>
            </c:spPr>
          </c:dPt>
          <c:dPt>
            <c:idx val="44"/>
            <c:invertIfNegative val="0"/>
            <c:bubble3D val="0"/>
            <c:spPr>
              <a:solidFill>
                <a:srgbClr val="FF5A5F"/>
              </a:solidFill>
              <a:effectLst/>
            </c:spPr>
          </c:dPt>
          <c:dPt>
            <c:idx val="45"/>
            <c:invertIfNegative val="0"/>
            <c:bubble3D val="0"/>
            <c:spPr>
              <a:solidFill>
                <a:srgbClr val="2BD9A0"/>
              </a:solidFill>
              <a:effectLst/>
            </c:spPr>
          </c:dPt>
          <c:dPt>
            <c:idx val="46"/>
            <c:invertIfNegative val="0"/>
            <c:bubble3D val="0"/>
            <c:spPr>
              <a:solidFill>
                <a:srgbClr val="2BD9A0"/>
              </a:solidFill>
              <a:effectLst/>
            </c:spPr>
          </c:dPt>
          <c:dPt>
            <c:idx val="47"/>
            <c:invertIfNegative val="0"/>
            <c:bubble3D val="0"/>
            <c:spPr>
              <a:solidFill>
                <a:srgbClr val="2BD9A0"/>
              </a:solidFill>
              <a:effectLst/>
            </c:spPr>
          </c:dPt>
          <c:dPt>
            <c:idx val="48"/>
            <c:invertIfNegative val="0"/>
            <c:bubble3D val="0"/>
            <c:spPr>
              <a:solidFill>
                <a:srgbClr val="2BD9A0"/>
              </a:solidFill>
              <a:effectLst/>
            </c:spPr>
          </c:dPt>
          <c:dPt>
            <c:idx val="49"/>
            <c:invertIfNegative val="0"/>
            <c:bubble3D val="0"/>
            <c:spPr>
              <a:solidFill>
                <a:srgbClr val="2BD9A0"/>
              </a:solidFill>
              <a:effectLst/>
            </c:spPr>
          </c:dPt>
          <c:dPt>
            <c:idx val="50"/>
            <c:invertIfNegative val="0"/>
            <c:bubble3D val="0"/>
            <c:spPr>
              <a:solidFill>
                <a:srgbClr val="FF5A5F"/>
              </a:solidFill>
              <a:effectLst/>
            </c:spPr>
          </c:dPt>
          <c:dPt>
            <c:idx val="51"/>
            <c:invertIfNegative val="0"/>
            <c:bubble3D val="0"/>
            <c:spPr>
              <a:solidFill>
                <a:srgbClr val="2BD9A0"/>
              </a:solidFill>
              <a:effectLst/>
            </c:spPr>
          </c:dPt>
          <c:dPt>
            <c:idx val="52"/>
            <c:invertIfNegative val="0"/>
            <c:bubble3D val="0"/>
            <c:spPr>
              <a:solidFill>
                <a:srgbClr val="FF5A5F"/>
              </a:solidFill>
              <a:effectLst/>
            </c:spPr>
          </c:dPt>
          <c:dPt>
            <c:idx val="53"/>
            <c:invertIfNegative val="0"/>
            <c:bubble3D val="0"/>
            <c:spPr>
              <a:solidFill>
                <a:srgbClr val="2BD9A0"/>
              </a:solidFill>
              <a:effectLst/>
            </c:spPr>
          </c:dPt>
          <c:dPt>
            <c:idx val="54"/>
            <c:invertIfNegative val="0"/>
            <c:bubble3D val="0"/>
            <c:spPr>
              <a:solidFill>
                <a:srgbClr val="2BD9A0"/>
              </a:solidFill>
              <a:effectLst/>
            </c:spPr>
          </c:dPt>
          <c:dPt>
            <c:idx val="55"/>
            <c:invertIfNegative val="0"/>
            <c:bubble3D val="0"/>
            <c:spPr>
              <a:solidFill>
                <a:srgbClr val="FF5A5F"/>
              </a:solidFill>
              <a:effectLst/>
            </c:spPr>
          </c:dPt>
          <c:dPt>
            <c:idx val="56"/>
            <c:invertIfNegative val="0"/>
            <c:bubble3D val="0"/>
            <c:spPr>
              <a:solidFill>
                <a:srgbClr val="2BD9A0"/>
              </a:solidFill>
              <a:effectLst/>
            </c:spPr>
          </c:dPt>
          <c:dPt>
            <c:idx val="57"/>
            <c:invertIfNegative val="0"/>
            <c:bubble3D val="0"/>
            <c:spPr>
              <a:solidFill>
                <a:srgbClr val="FF5A5F"/>
              </a:solidFill>
              <a:effectLst/>
            </c:spPr>
          </c:dPt>
          <c:dPt>
            <c:idx val="58"/>
            <c:invertIfNegative val="0"/>
            <c:bubble3D val="0"/>
            <c:spPr>
              <a:solidFill>
                <a:srgbClr val="FF5A5F"/>
              </a:solidFill>
              <a:effectLst/>
            </c:spPr>
          </c:dPt>
          <c:dPt>
            <c:idx val="59"/>
            <c:invertIfNegative val="0"/>
            <c:bubble3D val="0"/>
            <c:spPr>
              <a:solidFill>
                <a:srgbClr val="FF5A5F"/>
              </a:solidFill>
              <a:effectLst/>
            </c:spPr>
          </c:dPt>
          <c:dPt>
            <c:idx val="60"/>
            <c:invertIfNegative val="0"/>
            <c:bubble3D val="0"/>
            <c:spPr>
              <a:solidFill>
                <a:srgbClr val="FF5A5F"/>
              </a:solidFill>
              <a:effectLst/>
            </c:spPr>
          </c:dPt>
          <c:dPt>
            <c:idx val="61"/>
            <c:invertIfNegative val="0"/>
            <c:bubble3D val="0"/>
            <c:spPr>
              <a:solidFill>
                <a:srgbClr val="2BD9A0"/>
              </a:solidFill>
              <a:effectLst/>
            </c:spPr>
          </c:dPt>
          <c:dPt>
            <c:idx val="62"/>
            <c:invertIfNegative val="0"/>
            <c:bubble3D val="0"/>
            <c:spPr>
              <a:solidFill>
                <a:srgbClr val="FF5A5F"/>
              </a:solidFill>
              <a:effectLst/>
            </c:spPr>
          </c:dPt>
          <c:dPt>
            <c:idx val="63"/>
            <c:invertIfNegative val="0"/>
            <c:bubble3D val="0"/>
            <c:spPr>
              <a:solidFill>
                <a:srgbClr val="2BD9A0"/>
              </a:solidFill>
              <a:effectLst/>
            </c:spPr>
          </c:dPt>
          <c:dPt>
            <c:idx val="64"/>
            <c:invertIfNegative val="0"/>
            <c:bubble3D val="0"/>
            <c:spPr>
              <a:solidFill>
                <a:srgbClr val="FF5A5F"/>
              </a:solidFill>
              <a:effectLst/>
            </c:spPr>
          </c:dPt>
          <c:dPt>
            <c:idx val="65"/>
            <c:invertIfNegative val="0"/>
            <c:bubble3D val="0"/>
            <c:spPr>
              <a:solidFill>
                <a:srgbClr val="2BD9A0"/>
              </a:solidFill>
              <a:effectLst/>
            </c:spPr>
          </c:dPt>
          <c:dPt>
            <c:idx val="66"/>
            <c:invertIfNegative val="0"/>
            <c:bubble3D val="0"/>
            <c:spPr>
              <a:solidFill>
                <a:srgbClr val="FF5A5F"/>
              </a:solidFill>
              <a:effectLst/>
            </c:spPr>
          </c:dPt>
          <c:dPt>
            <c:idx val="67"/>
            <c:invertIfNegative val="0"/>
            <c:bubble3D val="0"/>
            <c:spPr>
              <a:solidFill>
                <a:srgbClr val="2BD9A0"/>
              </a:solidFill>
              <a:effectLst/>
            </c:spPr>
          </c:dPt>
          <c:dPt>
            <c:idx val="68"/>
            <c:invertIfNegative val="0"/>
            <c:bubble3D val="0"/>
            <c:spPr>
              <a:solidFill>
                <a:srgbClr val="2BD9A0"/>
              </a:solidFill>
              <a:effectLst/>
            </c:spPr>
          </c:dPt>
          <c:dPt>
            <c:idx val="69"/>
            <c:invertIfNegative val="0"/>
            <c:bubble3D val="0"/>
            <c:spPr>
              <a:solidFill>
                <a:srgbClr val="FF5A5F"/>
              </a:solidFill>
              <a:effectLst/>
            </c:spPr>
          </c:dPt>
          <c:dPt>
            <c:idx val="70"/>
            <c:invertIfNegative val="0"/>
            <c:bubble3D val="0"/>
            <c:spPr>
              <a:solidFill>
                <a:srgbClr val="2BD9A0"/>
              </a:solidFill>
              <a:effectLst/>
            </c:spPr>
          </c:dPt>
          <c:dPt>
            <c:idx val="71"/>
            <c:invertIfNegative val="0"/>
            <c:bubble3D val="0"/>
            <c:spPr>
              <a:solidFill>
                <a:srgbClr val="FF5A5F"/>
              </a:solidFill>
              <a:effectLst/>
            </c:spPr>
          </c:dPt>
          <c:dPt>
            <c:idx val="72"/>
            <c:invertIfNegative val="0"/>
            <c:bubble3D val="0"/>
            <c:spPr>
              <a:solidFill>
                <a:srgbClr val="2BD9A0"/>
              </a:solidFill>
              <a:effectLst/>
            </c:spPr>
          </c:dPt>
          <c:dPt>
            <c:idx val="73"/>
            <c:invertIfNegative val="0"/>
            <c:bubble3D val="0"/>
            <c:spPr>
              <a:solidFill>
                <a:srgbClr val="FF5A5F"/>
              </a:solidFill>
              <a:effectLst/>
            </c:spPr>
          </c:dPt>
          <c:dPt>
            <c:idx val="74"/>
            <c:invertIfNegative val="0"/>
            <c:bubble3D val="0"/>
            <c:spPr>
              <a:solidFill>
                <a:srgbClr val="FF5A5F"/>
              </a:solidFill>
              <a:effectLst/>
            </c:spPr>
          </c:dPt>
          <c:dPt>
            <c:idx val="75"/>
            <c:invertIfNegative val="0"/>
            <c:bubble3D val="0"/>
            <c:spPr>
              <a:solidFill>
                <a:srgbClr val="2BD9A0"/>
              </a:solidFill>
              <a:effectLst/>
            </c:spPr>
          </c:dPt>
          <c:dPt>
            <c:idx val="76"/>
            <c:invertIfNegative val="0"/>
            <c:bubble3D val="0"/>
            <c:spPr>
              <a:solidFill>
                <a:srgbClr val="2BD9A0"/>
              </a:solidFill>
              <a:effectLst/>
            </c:spPr>
          </c:dPt>
          <c:dPt>
            <c:idx val="77"/>
            <c:invertIfNegative val="0"/>
            <c:bubble3D val="0"/>
            <c:spPr>
              <a:solidFill>
                <a:srgbClr val="FF5A5F"/>
              </a:solidFill>
              <a:effectLst/>
            </c:spPr>
          </c:dPt>
          <c:dPt>
            <c:idx val="78"/>
            <c:invertIfNegative val="0"/>
            <c:bubble3D val="0"/>
            <c:spPr>
              <a:solidFill>
                <a:srgbClr val="FF5A5F"/>
              </a:solidFill>
              <a:effectLst/>
            </c:spPr>
          </c:dPt>
          <c:dPt>
            <c:idx val="79"/>
            <c:invertIfNegative val="0"/>
            <c:bubble3D val="0"/>
            <c:spPr>
              <a:solidFill>
                <a:srgbClr val="2BD9A0"/>
              </a:solidFill>
              <a:effectLst/>
            </c:spPr>
          </c:dPt>
          <c:dPt>
            <c:idx val="80"/>
            <c:invertIfNegative val="0"/>
            <c:bubble3D val="0"/>
            <c:spPr>
              <a:solidFill>
                <a:srgbClr val="FF5A5F"/>
              </a:solidFill>
              <a:effectLst/>
            </c:spPr>
          </c:dPt>
          <c:dPt>
            <c:idx val="81"/>
            <c:invertIfNegative val="0"/>
            <c:bubble3D val="0"/>
            <c:spPr>
              <a:solidFill>
                <a:srgbClr val="2BD9A0"/>
              </a:solidFill>
              <a:effectLst/>
            </c:spPr>
          </c:dPt>
          <c:dPt>
            <c:idx val="82"/>
            <c:invertIfNegative val="0"/>
            <c:bubble3D val="0"/>
            <c:spPr>
              <a:solidFill>
                <a:srgbClr val="FF5A5F"/>
              </a:solidFill>
              <a:effectLst/>
            </c:spPr>
          </c:dPt>
          <c:dPt>
            <c:idx val="83"/>
            <c:invertIfNegative val="0"/>
            <c:bubble3D val="0"/>
            <c:spPr>
              <a:solidFill>
                <a:srgbClr val="FF5A5F"/>
              </a:solidFill>
              <a:effectLst/>
            </c:spPr>
          </c:dPt>
          <c:dPt>
            <c:idx val="84"/>
            <c:invertIfNegative val="0"/>
            <c:bubble3D val="0"/>
            <c:spPr>
              <a:solidFill>
                <a:srgbClr val="FF5A5F"/>
              </a:solidFill>
              <a:effectLst/>
            </c:spPr>
          </c:dPt>
          <c:dPt>
            <c:idx val="85"/>
            <c:invertIfNegative val="0"/>
            <c:bubble3D val="0"/>
            <c:spPr>
              <a:solidFill>
                <a:srgbClr val="FF5A5F"/>
              </a:solidFill>
              <a:effectLst/>
            </c:spPr>
          </c:dPt>
          <c:dPt>
            <c:idx val="86"/>
            <c:invertIfNegative val="0"/>
            <c:bubble3D val="0"/>
            <c:spPr>
              <a:solidFill>
                <a:srgbClr val="FF5A5F"/>
              </a:solidFill>
              <a:effectLst/>
            </c:spPr>
          </c:dPt>
          <c:dPt>
            <c:idx val="87"/>
            <c:invertIfNegative val="0"/>
            <c:bubble3D val="0"/>
            <c:spPr>
              <a:solidFill>
                <a:srgbClr val="FF5A5F"/>
              </a:solidFill>
              <a:effectLst/>
            </c:spPr>
          </c:dPt>
          <c:dPt>
            <c:idx val="88"/>
            <c:invertIfNegative val="0"/>
            <c:bubble3D val="0"/>
            <c:spPr>
              <a:solidFill>
                <a:srgbClr val="FF5A5F"/>
              </a:solidFill>
              <a:effectLst/>
            </c:spPr>
          </c:dPt>
          <c:dPt>
            <c:idx val="89"/>
            <c:invertIfNegative val="0"/>
            <c:bubble3D val="0"/>
            <c:spPr>
              <a:solidFill>
                <a:srgbClr val="FF5A5F"/>
              </a:solidFill>
              <a:effectLst/>
            </c:spPr>
          </c:dPt>
          <c:dPt>
            <c:idx val="90"/>
            <c:invertIfNegative val="0"/>
            <c:bubble3D val="0"/>
            <c:spPr>
              <a:solidFill>
                <a:srgbClr val="FF5A5F"/>
              </a:solidFill>
              <a:effectLst/>
            </c:spPr>
          </c:dPt>
          <c:dPt>
            <c:idx val="91"/>
            <c:invertIfNegative val="0"/>
            <c:bubble3D val="0"/>
            <c:spPr>
              <a:solidFill>
                <a:srgbClr val="FF5A5F"/>
              </a:solidFill>
              <a:effectLst/>
            </c:spPr>
          </c:dPt>
          <c:dPt>
            <c:idx val="92"/>
            <c:invertIfNegative val="0"/>
            <c:bubble3D val="0"/>
            <c:spPr>
              <a:solidFill>
                <a:srgbClr val="2BD9A0"/>
              </a:solidFill>
              <a:effectLst/>
            </c:spPr>
          </c:dPt>
          <c:dPt>
            <c:idx val="93"/>
            <c:invertIfNegative val="0"/>
            <c:bubble3D val="0"/>
            <c:spPr>
              <a:solidFill>
                <a:srgbClr val="2BD9A0"/>
              </a:solidFill>
              <a:effectLst/>
            </c:spPr>
          </c:dPt>
          <c:dPt>
            <c:idx val="94"/>
            <c:invertIfNegative val="0"/>
            <c:bubble3D val="0"/>
            <c:spPr>
              <a:solidFill>
                <a:srgbClr val="FF5A5F"/>
              </a:solidFill>
              <a:effectLst/>
            </c:spPr>
          </c:dPt>
          <c:dPt>
            <c:idx val="95"/>
            <c:invertIfNegative val="0"/>
            <c:bubble3D val="0"/>
            <c:spPr>
              <a:solidFill>
                <a:srgbClr val="FF5A5F"/>
              </a:solidFill>
              <a:effectLst/>
            </c:spPr>
          </c:dPt>
          <c:dPt>
            <c:idx val="96"/>
            <c:invertIfNegative val="0"/>
            <c:bubble3D val="0"/>
            <c:spPr>
              <a:solidFill>
                <a:srgbClr val="FF5A5F"/>
              </a:solidFill>
              <a:effectLst/>
            </c:spPr>
          </c:dPt>
          <c:dPt>
            <c:idx val="97"/>
            <c:invertIfNegative val="0"/>
            <c:bubble3D val="0"/>
            <c:spPr>
              <a:solidFill>
                <a:srgbClr val="2BD9A0"/>
              </a:solidFill>
              <a:effectLst/>
            </c:spPr>
          </c:dPt>
          <c:dPt>
            <c:idx val="98"/>
            <c:invertIfNegative val="0"/>
            <c:bubble3D val="0"/>
            <c:spPr>
              <a:solidFill>
                <a:srgbClr val="2BD9A0"/>
              </a:solidFill>
              <a:effectLst/>
            </c:spPr>
          </c:dPt>
          <c:dPt>
            <c:idx val="99"/>
            <c:invertIfNegative val="0"/>
            <c:bubble3D val="0"/>
            <c:spPr>
              <a:solidFill>
                <a:srgbClr val="FF5A5F"/>
              </a:solidFill>
              <a:effectLst/>
            </c:spPr>
          </c:dPt>
          <c:dPt>
            <c:idx val="100"/>
            <c:invertIfNegative val="0"/>
            <c:bubble3D val="0"/>
            <c:spPr>
              <a:solidFill>
                <a:srgbClr val="FF5A5F"/>
              </a:solidFill>
              <a:effectLst/>
            </c:spPr>
          </c:dPt>
          <c:dPt>
            <c:idx val="101"/>
            <c:invertIfNegative val="0"/>
            <c:bubble3D val="0"/>
            <c:spPr>
              <a:solidFill>
                <a:srgbClr val="FF5A5F"/>
              </a:solidFill>
              <a:effectLst/>
            </c:spPr>
          </c:dPt>
          <c:dPt>
            <c:idx val="102"/>
            <c:invertIfNegative val="0"/>
            <c:bubble3D val="0"/>
            <c:spPr>
              <a:solidFill>
                <a:srgbClr val="FF5A5F"/>
              </a:solidFill>
              <a:effectLst/>
            </c:spPr>
          </c:dPt>
          <c:dPt>
            <c:idx val="103"/>
            <c:invertIfNegative val="0"/>
            <c:bubble3D val="0"/>
            <c:spPr>
              <a:solidFill>
                <a:srgbClr val="2BD9A0"/>
              </a:solidFill>
              <a:effectLst/>
            </c:spPr>
          </c:dPt>
          <c:dPt>
            <c:idx val="104"/>
            <c:invertIfNegative val="0"/>
            <c:bubble3D val="0"/>
            <c:spPr>
              <a:solidFill>
                <a:srgbClr val="FF5A5F"/>
              </a:solidFill>
              <a:effectLst/>
            </c:spPr>
          </c:dPt>
          <c:dPt>
            <c:idx val="105"/>
            <c:invertIfNegative val="0"/>
            <c:bubble3D val="0"/>
            <c:spPr>
              <a:solidFill>
                <a:srgbClr val="FF5A5F"/>
              </a:solidFill>
              <a:effectLst/>
            </c:spPr>
          </c:dPt>
          <c:dPt>
            <c:idx val="106"/>
            <c:invertIfNegative val="0"/>
            <c:bubble3D val="0"/>
            <c:spPr>
              <a:solidFill>
                <a:srgbClr val="2BD9A0"/>
              </a:solidFill>
              <a:effectLst/>
            </c:spPr>
          </c:dPt>
          <c:dPt>
            <c:idx val="107"/>
            <c:invertIfNegative val="0"/>
            <c:bubble3D val="0"/>
            <c:spPr>
              <a:solidFill>
                <a:srgbClr val="2BD9A0"/>
              </a:solidFill>
              <a:effectLst/>
            </c:spPr>
          </c:dPt>
          <c:dPt>
            <c:idx val="108"/>
            <c:invertIfNegative val="0"/>
            <c:bubble3D val="0"/>
            <c:spPr>
              <a:solidFill>
                <a:srgbClr val="2BD9A0"/>
              </a:solidFill>
              <a:effectLst/>
            </c:spPr>
          </c:dPt>
          <c:dPt>
            <c:idx val="109"/>
            <c:invertIfNegative val="0"/>
            <c:bubble3D val="0"/>
            <c:spPr>
              <a:solidFill>
                <a:srgbClr val="FF5A5F"/>
              </a:solidFill>
              <a:effectLst/>
            </c:spPr>
          </c:dPt>
          <c:dPt>
            <c:idx val="110"/>
            <c:invertIfNegative val="0"/>
            <c:bubble3D val="0"/>
            <c:spPr>
              <a:solidFill>
                <a:srgbClr val="FF5A5F"/>
              </a:solidFill>
              <a:effectLst/>
            </c:spPr>
          </c:dPt>
          <c:dPt>
            <c:idx val="111"/>
            <c:invertIfNegative val="0"/>
            <c:bubble3D val="0"/>
            <c:spPr>
              <a:solidFill>
                <a:srgbClr val="FF5A5F"/>
              </a:solidFill>
              <a:effectLst/>
            </c:spPr>
          </c:dPt>
          <c:dPt>
            <c:idx val="112"/>
            <c:invertIfNegative val="0"/>
            <c:bubble3D val="0"/>
            <c:spPr>
              <a:solidFill>
                <a:srgbClr val="FF5A5F"/>
              </a:solidFill>
              <a:effectLst/>
            </c:spPr>
          </c:dPt>
          <c:dPt>
            <c:idx val="113"/>
            <c:invertIfNegative val="0"/>
            <c:bubble3D val="0"/>
            <c:spPr>
              <a:solidFill>
                <a:srgbClr val="2BD9A0"/>
              </a:solidFill>
              <a:effectLst/>
            </c:spPr>
          </c:dPt>
          <c:dPt>
            <c:idx val="114"/>
            <c:invertIfNegative val="0"/>
            <c:bubble3D val="0"/>
            <c:spPr>
              <a:solidFill>
                <a:srgbClr val="FF5A5F"/>
              </a:solidFill>
              <a:effectLst/>
            </c:spPr>
          </c:dPt>
          <c:dPt>
            <c:idx val="115"/>
            <c:invertIfNegative val="0"/>
            <c:bubble3D val="0"/>
            <c:spPr>
              <a:solidFill>
                <a:srgbClr val="FF5A5F"/>
              </a:solidFill>
              <a:effectLst/>
            </c:spPr>
          </c:dPt>
          <c:dPt>
            <c:idx val="116"/>
            <c:invertIfNegative val="0"/>
            <c:bubble3D val="0"/>
            <c:spPr>
              <a:solidFill>
                <a:srgbClr val="FF5A5F"/>
              </a:solidFill>
              <a:effectLst/>
            </c:spPr>
          </c:dPt>
          <c:dPt>
            <c:idx val="117"/>
            <c:invertIfNegative val="0"/>
            <c:bubble3D val="0"/>
            <c:spPr>
              <a:solidFill>
                <a:srgbClr val="FF5A5F"/>
              </a:solidFill>
              <a:effectLst/>
            </c:spPr>
          </c:dPt>
          <c:dPt>
            <c:idx val="118"/>
            <c:invertIfNegative val="0"/>
            <c:bubble3D val="0"/>
            <c:spPr>
              <a:solidFill>
                <a:srgbClr val="FF5A5F"/>
              </a:solidFill>
              <a:effectLst/>
            </c:spPr>
          </c:dPt>
          <c:dPt>
            <c:idx val="119"/>
            <c:invertIfNegative val="0"/>
            <c:bubble3D val="0"/>
            <c:spPr>
              <a:solidFill>
                <a:srgbClr val="FF5A5F"/>
              </a:solidFill>
              <a:effectLst/>
            </c:spPr>
          </c:dPt>
          <c:dPt>
            <c:idx val="120"/>
            <c:invertIfNegative val="0"/>
            <c:bubble3D val="0"/>
            <c:spPr>
              <a:solidFill>
                <a:srgbClr val="FF5A5F"/>
              </a:solidFill>
              <a:effectLst/>
            </c:spPr>
          </c:dPt>
          <c:dPt>
            <c:idx val="121"/>
            <c:invertIfNegative val="0"/>
            <c:bubble3D val="0"/>
            <c:spPr>
              <a:solidFill>
                <a:srgbClr val="FF5A5F"/>
              </a:solidFill>
              <a:effectLst/>
            </c:spPr>
          </c:dPt>
          <c:dPt>
            <c:idx val="122"/>
            <c:invertIfNegative val="0"/>
            <c:bubble3D val="0"/>
            <c:spPr>
              <a:solidFill>
                <a:srgbClr val="FF5A5F"/>
              </a:solidFill>
              <a:effectLst/>
            </c:spPr>
          </c:dPt>
          <c:dPt>
            <c:idx val="123"/>
            <c:invertIfNegative val="0"/>
            <c:bubble3D val="0"/>
            <c:spPr>
              <a:solidFill>
                <a:srgbClr val="FF5A5F"/>
              </a:solidFill>
              <a:effectLst/>
            </c:spPr>
          </c:dPt>
          <c:dPt>
            <c:idx val="124"/>
            <c:invertIfNegative val="0"/>
            <c:bubble3D val="0"/>
            <c:spPr>
              <a:solidFill>
                <a:srgbClr val="2BD9A0"/>
              </a:solidFill>
              <a:effectLst/>
            </c:spPr>
          </c:dPt>
          <c:dPt>
            <c:idx val="125"/>
            <c:invertIfNegative val="0"/>
            <c:bubble3D val="0"/>
            <c:spPr>
              <a:solidFill>
                <a:srgbClr val="FF5A5F"/>
              </a:solidFill>
              <a:effectLst/>
            </c:spPr>
          </c:dPt>
          <c:dPt>
            <c:idx val="126"/>
            <c:invertIfNegative val="0"/>
            <c:bubble3D val="0"/>
            <c:spPr>
              <a:solidFill>
                <a:srgbClr val="FF5A5F"/>
              </a:solidFill>
              <a:effectLst/>
            </c:spPr>
          </c:dPt>
          <c:dPt>
            <c:idx val="127"/>
            <c:invertIfNegative val="0"/>
            <c:bubble3D val="0"/>
            <c:spPr>
              <a:solidFill>
                <a:srgbClr val="FF5A5F"/>
              </a:solidFill>
              <a:effectLst/>
            </c:spPr>
          </c:dPt>
          <c:dPt>
            <c:idx val="128"/>
            <c:invertIfNegative val="0"/>
            <c:bubble3D val="0"/>
            <c:spPr>
              <a:solidFill>
                <a:srgbClr val="FF5A5F"/>
              </a:solidFill>
              <a:effectLst/>
            </c:spPr>
          </c:dPt>
          <c:dPt>
            <c:idx val="129"/>
            <c:invertIfNegative val="0"/>
            <c:bubble3D val="0"/>
            <c:spPr>
              <a:solidFill>
                <a:srgbClr val="2BD9A0"/>
              </a:solidFill>
              <a:effectLst/>
            </c:spPr>
          </c:dPt>
          <c:dPt>
            <c:idx val="130"/>
            <c:invertIfNegative val="0"/>
            <c:bubble3D val="0"/>
            <c:spPr>
              <a:solidFill>
                <a:srgbClr val="FF5A5F"/>
              </a:solidFill>
              <a:effectLst/>
            </c:spPr>
          </c:dPt>
          <c:dPt>
            <c:idx val="131"/>
            <c:invertIfNegative val="0"/>
            <c:bubble3D val="0"/>
            <c:spPr>
              <a:solidFill>
                <a:srgbClr val="2BD9A0"/>
              </a:solidFill>
              <a:effectLst/>
            </c:spPr>
          </c:dPt>
          <c:dPt>
            <c:idx val="132"/>
            <c:invertIfNegative val="0"/>
            <c:bubble3D val="0"/>
            <c:spPr>
              <a:solidFill>
                <a:srgbClr val="2BD9A0"/>
              </a:solidFill>
              <a:effectLst/>
            </c:spPr>
          </c:dPt>
          <c:dPt>
            <c:idx val="133"/>
            <c:invertIfNegative val="0"/>
            <c:bubble3D val="0"/>
            <c:spPr>
              <a:solidFill>
                <a:srgbClr val="2BD9A0"/>
              </a:solidFill>
              <a:effectLst/>
            </c:spPr>
          </c:dPt>
          <c:dPt>
            <c:idx val="134"/>
            <c:invertIfNegative val="0"/>
            <c:bubble3D val="0"/>
            <c:spPr>
              <a:solidFill>
                <a:srgbClr val="2BD9A0"/>
              </a:solidFill>
              <a:effectLst/>
            </c:spPr>
          </c:dPt>
          <c:dPt>
            <c:idx val="135"/>
            <c:invertIfNegative val="0"/>
            <c:bubble3D val="0"/>
            <c:spPr>
              <a:solidFill>
                <a:srgbClr val="2BD9A0"/>
              </a:solidFill>
              <a:effectLst/>
            </c:spPr>
          </c:dPt>
          <c:dPt>
            <c:idx val="136"/>
            <c:invertIfNegative val="0"/>
            <c:bubble3D val="0"/>
            <c:spPr>
              <a:solidFill>
                <a:srgbClr val="2BD9A0"/>
              </a:solidFill>
              <a:effectLst/>
            </c:spPr>
          </c:dPt>
          <c:dPt>
            <c:idx val="137"/>
            <c:invertIfNegative val="0"/>
            <c:bubble3D val="0"/>
            <c:spPr>
              <a:solidFill>
                <a:srgbClr val="2BD9A0"/>
              </a:solidFill>
              <a:effectLst/>
            </c:spPr>
          </c:dPt>
          <c:dPt>
            <c:idx val="138"/>
            <c:invertIfNegative val="0"/>
            <c:bubble3D val="0"/>
            <c:spPr>
              <a:solidFill>
                <a:srgbClr val="2BD9A0"/>
              </a:solidFill>
              <a:effectLst/>
            </c:spPr>
          </c:dPt>
          <c:dPt>
            <c:idx val="139"/>
            <c:invertIfNegative val="0"/>
            <c:bubble3D val="0"/>
            <c:spPr>
              <a:solidFill>
                <a:srgbClr val="2BD9A0"/>
              </a:solidFill>
              <a:effectLst/>
            </c:spPr>
          </c:dPt>
          <c:dPt>
            <c:idx val="140"/>
            <c:invertIfNegative val="0"/>
            <c:bubble3D val="0"/>
            <c:spPr>
              <a:solidFill>
                <a:srgbClr val="2BD9A0"/>
              </a:solidFill>
              <a:effectLst/>
            </c:spPr>
          </c:dPt>
          <c:dPt>
            <c:idx val="141"/>
            <c:invertIfNegative val="0"/>
            <c:bubble3D val="0"/>
            <c:spPr>
              <a:solidFill>
                <a:srgbClr val="2BD9A0"/>
              </a:solidFill>
              <a:effectLst/>
            </c:spPr>
          </c:dPt>
          <c:dPt>
            <c:idx val="142"/>
            <c:invertIfNegative val="0"/>
            <c:bubble3D val="0"/>
            <c:spPr>
              <a:solidFill>
                <a:srgbClr val="2BD9A0"/>
              </a:solidFill>
              <a:effectLst/>
            </c:spPr>
          </c:dPt>
          <c:dPt>
            <c:idx val="143"/>
            <c:invertIfNegative val="0"/>
            <c:bubble3D val="0"/>
            <c:spPr>
              <a:solidFill>
                <a:srgbClr val="FF5A5F"/>
              </a:solidFill>
              <a:effectLst/>
            </c:spPr>
          </c:dPt>
          <c:dPt>
            <c:idx val="144"/>
            <c:invertIfNegative val="0"/>
            <c:bubble3D val="0"/>
            <c:spPr>
              <a:solidFill>
                <a:srgbClr val="FF5A5F"/>
              </a:solidFill>
              <a:effectLst/>
            </c:spPr>
          </c:dPt>
          <c:dPt>
            <c:idx val="145"/>
            <c:invertIfNegative val="0"/>
            <c:bubble3D val="0"/>
            <c:spPr>
              <a:solidFill>
                <a:srgbClr val="FF5A5F"/>
              </a:solidFill>
              <a:effectLst/>
            </c:spPr>
          </c:dPt>
          <c:dPt>
            <c:idx val="146"/>
            <c:invertIfNegative val="0"/>
            <c:bubble3D val="0"/>
            <c:spPr>
              <a:solidFill>
                <a:srgbClr val="2BD9A0"/>
              </a:solidFill>
              <a:effectLst/>
            </c:spPr>
          </c:dPt>
          <c:dPt>
            <c:idx val="147"/>
            <c:invertIfNegative val="0"/>
            <c:bubble3D val="0"/>
            <c:spPr>
              <a:solidFill>
                <a:srgbClr val="2BD9A0"/>
              </a:solidFill>
              <a:effectLst/>
            </c:spPr>
          </c:dPt>
          <c:dPt>
            <c:idx val="148"/>
            <c:invertIfNegative val="0"/>
            <c:bubble3D val="0"/>
            <c:spPr>
              <a:solidFill>
                <a:srgbClr val="2BD9A0"/>
              </a:solidFill>
              <a:effectLst/>
            </c:spPr>
          </c:dPt>
          <c:dPt>
            <c:idx val="149"/>
            <c:invertIfNegative val="0"/>
            <c:bubble3D val="0"/>
            <c:spPr>
              <a:solidFill>
                <a:srgbClr val="2BD9A0"/>
              </a:solidFill>
              <a:effectLst/>
            </c:spPr>
          </c:dPt>
          <c:dPt>
            <c:idx val="150"/>
            <c:invertIfNegative val="0"/>
            <c:bubble3D val="0"/>
            <c:spPr>
              <a:solidFill>
                <a:srgbClr val="FF5A5F"/>
              </a:solidFill>
              <a:effectLst/>
            </c:spPr>
          </c:dPt>
          <c:dPt>
            <c:idx val="151"/>
            <c:invertIfNegative val="0"/>
            <c:bubble3D val="0"/>
            <c:spPr>
              <a:solidFill>
                <a:srgbClr val="2BD9A0"/>
              </a:solidFill>
              <a:effectLst/>
            </c:spPr>
          </c:dPt>
          <c:dPt>
            <c:idx val="152"/>
            <c:invertIfNegative val="0"/>
            <c:bubble3D val="0"/>
            <c:spPr>
              <a:solidFill>
                <a:srgbClr val="FF5A5F"/>
              </a:solidFill>
              <a:effectLst/>
            </c:spPr>
          </c:dPt>
          <c:dPt>
            <c:idx val="153"/>
            <c:invertIfNegative val="0"/>
            <c:bubble3D val="0"/>
            <c:spPr>
              <a:solidFill>
                <a:srgbClr val="FF5A5F"/>
              </a:solidFill>
              <a:effectLst/>
            </c:spPr>
          </c:dPt>
          <c:dPt>
            <c:idx val="154"/>
            <c:invertIfNegative val="0"/>
            <c:bubble3D val="0"/>
            <c:spPr>
              <a:solidFill>
                <a:srgbClr val="FF5A5F"/>
              </a:solidFill>
              <a:effectLst/>
            </c:spPr>
          </c:dPt>
          <c:dPt>
            <c:idx val="155"/>
            <c:invertIfNegative val="0"/>
            <c:bubble3D val="0"/>
            <c:spPr>
              <a:solidFill>
                <a:srgbClr val="FF5A5F"/>
              </a:solidFill>
              <a:effectLst/>
            </c:spPr>
          </c:dPt>
          <c:dPt>
            <c:idx val="156"/>
            <c:invertIfNegative val="0"/>
            <c:bubble3D val="0"/>
            <c:spPr>
              <a:solidFill>
                <a:srgbClr val="FF5A5F"/>
              </a:solidFill>
              <a:effectLst/>
            </c:spPr>
          </c:dPt>
          <c:dPt>
            <c:idx val="157"/>
            <c:invertIfNegative val="0"/>
            <c:bubble3D val="0"/>
            <c:spPr>
              <a:solidFill>
                <a:srgbClr val="FF5A5F"/>
              </a:solidFill>
              <a:effectLst/>
            </c:spPr>
          </c:dPt>
          <c:dPt>
            <c:idx val="158"/>
            <c:invertIfNegative val="0"/>
            <c:bubble3D val="0"/>
            <c:spPr>
              <a:solidFill>
                <a:srgbClr val="FF5A5F"/>
              </a:solidFill>
              <a:effectLst/>
            </c:spPr>
          </c:dPt>
          <c:dPt>
            <c:idx val="159"/>
            <c:invertIfNegative val="0"/>
            <c:bubble3D val="0"/>
            <c:spPr>
              <a:solidFill>
                <a:srgbClr val="FF5A5F"/>
              </a:solidFill>
              <a:effectLst/>
            </c:spPr>
          </c:dPt>
          <c:dPt>
            <c:idx val="160"/>
            <c:invertIfNegative val="0"/>
            <c:bubble3D val="0"/>
            <c:spPr>
              <a:solidFill>
                <a:srgbClr val="2BD9A0"/>
              </a:solidFill>
              <a:effectLst/>
            </c:spPr>
          </c:dPt>
          <c:dPt>
            <c:idx val="161"/>
            <c:invertIfNegative val="0"/>
            <c:bubble3D val="0"/>
            <c:spPr>
              <a:solidFill>
                <a:srgbClr val="2BD9A0"/>
              </a:solidFill>
              <a:effectLst/>
            </c:spPr>
          </c:dPt>
          <c:dPt>
            <c:idx val="162"/>
            <c:invertIfNegative val="0"/>
            <c:bubble3D val="0"/>
            <c:spPr>
              <a:solidFill>
                <a:srgbClr val="FF5A5F"/>
              </a:solidFill>
              <a:effectLst/>
            </c:spPr>
          </c:dPt>
          <c:dPt>
            <c:idx val="163"/>
            <c:invertIfNegative val="0"/>
            <c:bubble3D val="0"/>
            <c:spPr>
              <a:solidFill>
                <a:srgbClr val="2BD9A0"/>
              </a:solidFill>
              <a:effectLst/>
            </c:spPr>
          </c:dPt>
          <c:dPt>
            <c:idx val="164"/>
            <c:invertIfNegative val="0"/>
            <c:bubble3D val="0"/>
            <c:spPr>
              <a:solidFill>
                <a:srgbClr val="2BD9A0"/>
              </a:solidFill>
              <a:effectLst/>
            </c:spPr>
          </c:dPt>
          <c:dPt>
            <c:idx val="165"/>
            <c:invertIfNegative val="0"/>
            <c:bubble3D val="0"/>
            <c:spPr>
              <a:solidFill>
                <a:srgbClr val="FF5A5F"/>
              </a:solidFill>
              <a:effectLst/>
            </c:spPr>
          </c:dPt>
          <c:dPt>
            <c:idx val="166"/>
            <c:invertIfNegative val="0"/>
            <c:bubble3D val="0"/>
            <c:spPr>
              <a:solidFill>
                <a:srgbClr val="2BD9A0"/>
              </a:solidFill>
              <a:effectLst/>
            </c:spPr>
          </c:dPt>
          <c:dPt>
            <c:idx val="167"/>
            <c:invertIfNegative val="0"/>
            <c:bubble3D val="0"/>
            <c:spPr>
              <a:solidFill>
                <a:srgbClr val="2BD9A0"/>
              </a:solidFill>
              <a:effectLst/>
            </c:spPr>
          </c:dPt>
          <c:dPt>
            <c:idx val="168"/>
            <c:invertIfNegative val="0"/>
            <c:bubble3D val="0"/>
            <c:spPr>
              <a:solidFill>
                <a:srgbClr val="2BD9A0"/>
              </a:solidFill>
              <a:effectLst/>
            </c:spPr>
          </c:dPt>
          <c:dPt>
            <c:idx val="169"/>
            <c:invertIfNegative val="0"/>
            <c:bubble3D val="0"/>
            <c:spPr>
              <a:solidFill>
                <a:srgbClr val="2BD9A0"/>
              </a:solidFill>
              <a:effectLst/>
            </c:spPr>
          </c:dPt>
          <c:dPt>
            <c:idx val="170"/>
            <c:invertIfNegative val="0"/>
            <c:bubble3D val="0"/>
            <c:spPr>
              <a:solidFill>
                <a:srgbClr val="2BD9A0"/>
              </a:solidFill>
              <a:effectLst/>
            </c:spPr>
          </c:dPt>
          <c:dPt>
            <c:idx val="171"/>
            <c:invertIfNegative val="0"/>
            <c:bubble3D val="0"/>
            <c:spPr>
              <a:solidFill>
                <a:srgbClr val="2BD9A0"/>
              </a:solidFill>
              <a:effectLst/>
            </c:spPr>
          </c:dPt>
          <c:dPt>
            <c:idx val="172"/>
            <c:invertIfNegative val="0"/>
            <c:bubble3D val="0"/>
            <c:spPr>
              <a:solidFill>
                <a:srgbClr val="2BD9A0"/>
              </a:solidFill>
              <a:effectLst/>
            </c:spPr>
          </c:dPt>
          <c:dPt>
            <c:idx val="173"/>
            <c:invertIfNegative val="0"/>
            <c:bubble3D val="0"/>
            <c:spPr>
              <a:solidFill>
                <a:srgbClr val="2BD9A0"/>
              </a:solidFill>
              <a:effectLst/>
            </c:spPr>
          </c:dPt>
          <c:dPt>
            <c:idx val="174"/>
            <c:invertIfNegative val="0"/>
            <c:bubble3D val="0"/>
            <c:spPr>
              <a:solidFill>
                <a:srgbClr val="2BD9A0"/>
              </a:solidFill>
              <a:effectLst/>
            </c:spPr>
          </c:dPt>
          <c:dPt>
            <c:idx val="175"/>
            <c:invertIfNegative val="0"/>
            <c:bubble3D val="0"/>
            <c:spPr>
              <a:solidFill>
                <a:srgbClr val="FF5A5F"/>
              </a:solidFill>
              <a:effectLst/>
            </c:spPr>
          </c:dPt>
          <c:dPt>
            <c:idx val="176"/>
            <c:invertIfNegative val="0"/>
            <c:bubble3D val="0"/>
            <c:spPr>
              <a:solidFill>
                <a:srgbClr val="FF5A5F"/>
              </a:solidFill>
              <a:effectLst/>
            </c:spPr>
          </c:dPt>
          <c:dPt>
            <c:idx val="177"/>
            <c:invertIfNegative val="0"/>
            <c:bubble3D val="0"/>
            <c:spPr>
              <a:solidFill>
                <a:srgbClr val="FF5A5F"/>
              </a:solidFill>
              <a:effectLst/>
            </c:spPr>
          </c:dPt>
          <c:dPt>
            <c:idx val="178"/>
            <c:invertIfNegative val="0"/>
            <c:bubble3D val="0"/>
            <c:spPr>
              <a:solidFill>
                <a:srgbClr val="FF5A5F"/>
              </a:solidFill>
              <a:effectLst/>
            </c:spPr>
          </c:dPt>
          <c:dPt>
            <c:idx val="179"/>
            <c:invertIfNegative val="0"/>
            <c:bubble3D val="0"/>
            <c:spPr>
              <a:solidFill>
                <a:srgbClr val="FF5A5F"/>
              </a:solidFill>
              <a:effectLst/>
            </c:spPr>
          </c:dPt>
          <c:dPt>
            <c:idx val="180"/>
            <c:invertIfNegative val="0"/>
            <c:bubble3D val="0"/>
            <c:spPr>
              <a:solidFill>
                <a:srgbClr val="2BD9A0"/>
              </a:solidFill>
              <a:effectLst/>
            </c:spPr>
          </c:dPt>
          <c:dPt>
            <c:idx val="181"/>
            <c:invertIfNegative val="0"/>
            <c:bubble3D val="0"/>
            <c:spPr>
              <a:solidFill>
                <a:srgbClr val="2BD9A0"/>
              </a:solidFill>
              <a:effectLst/>
            </c:spPr>
          </c:dPt>
          <c:dPt>
            <c:idx val="182"/>
            <c:invertIfNegative val="0"/>
            <c:bubble3D val="0"/>
            <c:spPr>
              <a:solidFill>
                <a:srgbClr val="2BD9A0"/>
              </a:solidFill>
              <a:effectLst/>
            </c:spPr>
          </c:dPt>
          <c:dPt>
            <c:idx val="183"/>
            <c:invertIfNegative val="0"/>
            <c:bubble3D val="0"/>
            <c:spPr>
              <a:solidFill>
                <a:srgbClr val="2BD9A0"/>
              </a:solidFill>
              <a:effectLst/>
            </c:spPr>
          </c:dPt>
          <c:dPt>
            <c:idx val="184"/>
            <c:invertIfNegative val="0"/>
            <c:bubble3D val="0"/>
            <c:spPr>
              <a:solidFill>
                <a:srgbClr val="2BD9A0"/>
              </a:solidFill>
              <a:effectLst/>
            </c:spPr>
          </c:dPt>
          <c:dPt>
            <c:idx val="185"/>
            <c:invertIfNegative val="0"/>
            <c:bubble3D val="0"/>
            <c:spPr>
              <a:solidFill>
                <a:srgbClr val="2BD9A0"/>
              </a:solidFill>
              <a:effectLst/>
            </c:spPr>
          </c:dPt>
          <c:dPt>
            <c:idx val="186"/>
            <c:invertIfNegative val="0"/>
            <c:bubble3D val="0"/>
            <c:spPr>
              <a:solidFill>
                <a:srgbClr val="FF5A5F"/>
              </a:solidFill>
              <a:effectLst/>
            </c:spPr>
          </c:dPt>
          <c:dPt>
            <c:idx val="187"/>
            <c:invertIfNegative val="0"/>
            <c:bubble3D val="0"/>
            <c:spPr>
              <a:solidFill>
                <a:srgbClr val="FF5A5F"/>
              </a:solidFill>
              <a:effectLst/>
            </c:spPr>
          </c:dPt>
          <c:dPt>
            <c:idx val="188"/>
            <c:invertIfNegative val="0"/>
            <c:bubble3D val="0"/>
            <c:spPr>
              <a:solidFill>
                <a:srgbClr val="FF5A5F"/>
              </a:solidFill>
              <a:effectLst/>
            </c:spPr>
          </c:dPt>
          <c:dPt>
            <c:idx val="189"/>
            <c:invertIfNegative val="0"/>
            <c:bubble3D val="0"/>
            <c:spPr>
              <a:solidFill>
                <a:srgbClr val="FF5A5F"/>
              </a:solidFill>
              <a:effectLst/>
            </c:spPr>
          </c:dPt>
          <c:dPt>
            <c:idx val="190"/>
            <c:invertIfNegative val="0"/>
            <c:bubble3D val="0"/>
            <c:spPr>
              <a:solidFill>
                <a:srgbClr val="FF5A5F"/>
              </a:solidFill>
              <a:effectLst/>
            </c:spPr>
          </c:dPt>
          <c:dPt>
            <c:idx val="191"/>
            <c:invertIfNegative val="0"/>
            <c:bubble3D val="0"/>
            <c:spPr>
              <a:solidFill>
                <a:srgbClr val="2BD9A0"/>
              </a:solidFill>
              <a:effectLst/>
            </c:spPr>
          </c:dPt>
          <c:dPt>
            <c:idx val="192"/>
            <c:invertIfNegative val="0"/>
            <c:bubble3D val="0"/>
            <c:spPr>
              <a:solidFill>
                <a:srgbClr val="2BD9A0"/>
              </a:solidFill>
              <a:effectLst/>
            </c:spPr>
          </c:dPt>
          <c:dPt>
            <c:idx val="193"/>
            <c:invertIfNegative val="0"/>
            <c:bubble3D val="0"/>
            <c:spPr>
              <a:solidFill>
                <a:srgbClr val="2BD9A0"/>
              </a:solidFill>
              <a:effectLst/>
            </c:spPr>
          </c:dPt>
          <c:dPt>
            <c:idx val="194"/>
            <c:invertIfNegative val="0"/>
            <c:bubble3D val="0"/>
            <c:spPr>
              <a:solidFill>
                <a:srgbClr val="FF5A5F"/>
              </a:solidFill>
              <a:effectLst/>
            </c:spPr>
          </c:dPt>
          <c:dPt>
            <c:idx val="195"/>
            <c:invertIfNegative val="0"/>
            <c:bubble3D val="0"/>
            <c:spPr>
              <a:solidFill>
                <a:srgbClr val="2BD9A0"/>
              </a:solidFill>
              <a:effectLst/>
            </c:spPr>
          </c:dPt>
          <c:dPt>
            <c:idx val="196"/>
            <c:invertIfNegative val="0"/>
            <c:bubble3D val="0"/>
            <c:spPr>
              <a:solidFill>
                <a:srgbClr val="FF5A5F"/>
              </a:solidFill>
              <a:effectLst/>
            </c:spPr>
          </c:dPt>
          <c:dPt>
            <c:idx val="197"/>
            <c:invertIfNegative val="0"/>
            <c:bubble3D val="0"/>
            <c:spPr>
              <a:solidFill>
                <a:srgbClr val="FF5A5F"/>
              </a:solidFill>
              <a:effectLst/>
            </c:spPr>
          </c:dPt>
          <c:dPt>
            <c:idx val="198"/>
            <c:invertIfNegative val="0"/>
            <c:bubble3D val="0"/>
            <c:spPr>
              <a:solidFill>
                <a:srgbClr val="FF5A5F"/>
              </a:solidFill>
              <a:effectLst/>
            </c:spPr>
          </c:dPt>
          <c:dPt>
            <c:idx val="199"/>
            <c:invertIfNegative val="0"/>
            <c:bubble3D val="0"/>
            <c:spPr>
              <a:solidFill>
                <a:srgbClr val="2BD9A0"/>
              </a:solidFill>
              <a:effectLst/>
            </c:spPr>
          </c:dPt>
          <c:dPt>
            <c:idx val="200"/>
            <c:invertIfNegative val="0"/>
            <c:bubble3D val="0"/>
            <c:spPr>
              <a:solidFill>
                <a:srgbClr val="2BD9A0"/>
              </a:solidFill>
              <a:effectLst/>
            </c:spPr>
          </c:dPt>
          <c:dPt>
            <c:idx val="201"/>
            <c:invertIfNegative val="0"/>
            <c:bubble3D val="0"/>
            <c:spPr>
              <a:solidFill>
                <a:srgbClr val="2BD9A0"/>
              </a:solidFill>
              <a:effectLst/>
            </c:spPr>
          </c:dPt>
          <c:dPt>
            <c:idx val="202"/>
            <c:invertIfNegative val="0"/>
            <c:bubble3D val="0"/>
            <c:spPr>
              <a:solidFill>
                <a:srgbClr val="2BD9A0"/>
              </a:solidFill>
              <a:effectLst/>
            </c:spPr>
          </c:dPt>
          <c:dPt>
            <c:idx val="203"/>
            <c:invertIfNegative val="0"/>
            <c:bubble3D val="0"/>
            <c:spPr>
              <a:solidFill>
                <a:srgbClr val="2BD9A0"/>
              </a:solidFill>
              <a:effectLst/>
            </c:spPr>
          </c:dPt>
          <c:dPt>
            <c:idx val="204"/>
            <c:invertIfNegative val="0"/>
            <c:bubble3D val="0"/>
            <c:spPr>
              <a:solidFill>
                <a:srgbClr val="2BD9A0"/>
              </a:solidFill>
              <a:effectLst/>
            </c:spPr>
          </c:dPt>
          <c:dPt>
            <c:idx val="205"/>
            <c:invertIfNegative val="0"/>
            <c:bubble3D val="0"/>
            <c:spPr>
              <a:solidFill>
                <a:srgbClr val="FF5A5F"/>
              </a:solidFill>
              <a:effectLst/>
            </c:spPr>
          </c:dPt>
          <c:dPt>
            <c:idx val="206"/>
            <c:invertIfNegative val="0"/>
            <c:bubble3D val="0"/>
            <c:spPr>
              <a:solidFill>
                <a:srgbClr val="FF5A5F"/>
              </a:solidFill>
              <a:effectLst/>
            </c:spPr>
          </c:dPt>
          <c:dPt>
            <c:idx val="207"/>
            <c:invertIfNegative val="0"/>
            <c:bubble3D val="0"/>
            <c:spPr>
              <a:solidFill>
                <a:srgbClr val="2BD9A0"/>
              </a:solidFill>
              <a:effectLst/>
            </c:spPr>
          </c:dPt>
          <c:dPt>
            <c:idx val="208"/>
            <c:invertIfNegative val="0"/>
            <c:bubble3D val="0"/>
            <c:spPr>
              <a:solidFill>
                <a:srgbClr val="FF5A5F"/>
              </a:solidFill>
              <a:effectLst/>
            </c:spPr>
          </c:dPt>
          <c:dPt>
            <c:idx val="209"/>
            <c:invertIfNegative val="0"/>
            <c:bubble3D val="0"/>
            <c:spPr>
              <a:solidFill>
                <a:srgbClr val="FF5A5F"/>
              </a:solidFill>
              <a:effectLst/>
            </c:spPr>
          </c:dPt>
          <c:dPt>
            <c:idx val="210"/>
            <c:invertIfNegative val="0"/>
            <c:bubble3D val="0"/>
            <c:spPr>
              <a:solidFill>
                <a:srgbClr val="2BD9A0"/>
              </a:solidFill>
              <a:effectLst/>
            </c:spPr>
          </c:dPt>
          <c:dPt>
            <c:idx val="211"/>
            <c:invertIfNegative val="0"/>
            <c:bubble3D val="0"/>
            <c:spPr>
              <a:solidFill>
                <a:srgbClr val="FF5A5F"/>
              </a:solidFill>
              <a:effectLst/>
            </c:spPr>
          </c:dPt>
          <c:dPt>
            <c:idx val="212"/>
            <c:invertIfNegative val="0"/>
            <c:bubble3D val="0"/>
            <c:spPr>
              <a:solidFill>
                <a:srgbClr val="FF5A5F"/>
              </a:solidFill>
              <a:effectLst/>
            </c:spPr>
          </c:dPt>
          <c:dPt>
            <c:idx val="213"/>
            <c:invertIfNegative val="0"/>
            <c:bubble3D val="0"/>
            <c:spPr>
              <a:solidFill>
                <a:srgbClr val="FF5A5F"/>
              </a:solidFill>
              <a:effectLst/>
            </c:spPr>
          </c:dPt>
          <c:dPt>
            <c:idx val="214"/>
            <c:invertIfNegative val="0"/>
            <c:bubble3D val="0"/>
            <c:spPr>
              <a:solidFill>
                <a:srgbClr val="FF5A5F"/>
              </a:solidFill>
              <a:effectLst/>
            </c:spPr>
          </c:dPt>
          <c:dPt>
            <c:idx val="215"/>
            <c:invertIfNegative val="0"/>
            <c:bubble3D val="0"/>
            <c:spPr>
              <a:solidFill>
                <a:srgbClr val="FF5A5F"/>
              </a:solidFill>
              <a:effectLst/>
            </c:spPr>
          </c:dPt>
          <c:dPt>
            <c:idx val="216"/>
            <c:invertIfNegative val="0"/>
            <c:bubble3D val="0"/>
            <c:spPr>
              <a:solidFill>
                <a:srgbClr val="FF5A5F"/>
              </a:solidFill>
              <a:effectLst/>
            </c:spPr>
          </c:dPt>
          <c:dPt>
            <c:idx val="217"/>
            <c:invertIfNegative val="0"/>
            <c:bubble3D val="0"/>
            <c:spPr>
              <a:solidFill>
                <a:srgbClr val="FF5A5F"/>
              </a:solidFill>
              <a:effectLst/>
            </c:spPr>
          </c:dPt>
          <c:dPt>
            <c:idx val="218"/>
            <c:invertIfNegative val="0"/>
            <c:bubble3D val="0"/>
            <c:spPr>
              <a:solidFill>
                <a:srgbClr val="FF5A5F"/>
              </a:solidFill>
              <a:effectLst/>
            </c:spPr>
          </c:dPt>
          <c:dPt>
            <c:idx val="219"/>
            <c:invertIfNegative val="0"/>
            <c:bubble3D val="0"/>
            <c:spPr>
              <a:solidFill>
                <a:srgbClr val="FF5A5F"/>
              </a:solidFill>
              <a:effectLst/>
            </c:spPr>
          </c:dPt>
          <c:dPt>
            <c:idx val="220"/>
            <c:invertIfNegative val="0"/>
            <c:bubble3D val="0"/>
            <c:spPr>
              <a:solidFill>
                <a:srgbClr val="FF5A5F"/>
              </a:solidFill>
              <a:effectLst/>
            </c:spPr>
          </c:dPt>
          <c:dPt>
            <c:idx val="221"/>
            <c:invertIfNegative val="0"/>
            <c:bubble3D val="0"/>
            <c:spPr>
              <a:solidFill>
                <a:srgbClr val="2BD9A0"/>
              </a:solidFill>
              <a:effectLst/>
            </c:spPr>
          </c:dPt>
          <c:dPt>
            <c:idx val="222"/>
            <c:invertIfNegative val="0"/>
            <c:bubble3D val="0"/>
            <c:spPr>
              <a:solidFill>
                <a:srgbClr val="2BD9A0"/>
              </a:solidFill>
              <a:effectLst/>
            </c:spPr>
          </c:dPt>
          <c:dPt>
            <c:idx val="223"/>
            <c:invertIfNegative val="0"/>
            <c:bubble3D val="0"/>
            <c:spPr>
              <a:solidFill>
                <a:srgbClr val="2BD9A0"/>
              </a:solidFill>
              <a:effectLst/>
            </c:spPr>
          </c:dPt>
          <c:dPt>
            <c:idx val="224"/>
            <c:invertIfNegative val="0"/>
            <c:bubble3D val="0"/>
            <c:spPr>
              <a:solidFill>
                <a:srgbClr val="FF5A5F"/>
              </a:solidFill>
              <a:effectLst/>
            </c:spPr>
          </c:dPt>
          <c:dPt>
            <c:idx val="225"/>
            <c:invertIfNegative val="0"/>
            <c:bubble3D val="0"/>
            <c:spPr>
              <a:solidFill>
                <a:srgbClr val="2BD9A0"/>
              </a:solidFill>
              <a:effectLst/>
            </c:spPr>
          </c:dPt>
          <c:dPt>
            <c:idx val="226"/>
            <c:invertIfNegative val="0"/>
            <c:bubble3D val="0"/>
            <c:spPr>
              <a:solidFill>
                <a:srgbClr val="2BD9A0"/>
              </a:solidFill>
              <a:effectLst/>
            </c:spPr>
          </c:dPt>
          <c:dPt>
            <c:idx val="227"/>
            <c:invertIfNegative val="0"/>
            <c:bubble3D val="0"/>
            <c:spPr>
              <a:solidFill>
                <a:srgbClr val="2BD9A0"/>
              </a:solidFill>
              <a:effectLst/>
            </c:spPr>
          </c:dPt>
          <c:dPt>
            <c:idx val="228"/>
            <c:invertIfNegative val="0"/>
            <c:bubble3D val="0"/>
            <c:spPr>
              <a:solidFill>
                <a:srgbClr val="2BD9A0"/>
              </a:solidFill>
              <a:effectLst/>
            </c:spPr>
          </c:dPt>
          <c:dPt>
            <c:idx val="229"/>
            <c:invertIfNegative val="0"/>
            <c:bubble3D val="0"/>
            <c:spPr>
              <a:solidFill>
                <a:srgbClr val="FF5A5F"/>
              </a:solidFill>
              <a:effectLst/>
            </c:spPr>
          </c:dPt>
          <c:dPt>
            <c:idx val="230"/>
            <c:invertIfNegative val="0"/>
            <c:bubble3D val="0"/>
            <c:spPr>
              <a:solidFill>
                <a:srgbClr val="FF5A5F"/>
              </a:solidFill>
              <a:effectLst/>
            </c:spPr>
          </c:dPt>
          <c:dPt>
            <c:idx val="231"/>
            <c:invertIfNegative val="0"/>
            <c:bubble3D val="0"/>
            <c:spPr>
              <a:solidFill>
                <a:srgbClr val="FF5A5F"/>
              </a:solidFill>
              <a:effectLst/>
            </c:spPr>
          </c:dPt>
          <c:dPt>
            <c:idx val="232"/>
            <c:invertIfNegative val="0"/>
            <c:bubble3D val="0"/>
            <c:spPr>
              <a:solidFill>
                <a:srgbClr val="FF5A5F"/>
              </a:solidFill>
              <a:effectLst/>
            </c:spPr>
          </c:dPt>
          <c:dPt>
            <c:idx val="233"/>
            <c:invertIfNegative val="0"/>
            <c:bubble3D val="0"/>
            <c:spPr>
              <a:solidFill>
                <a:srgbClr val="FF5A5F"/>
              </a:solidFill>
              <a:effectLst/>
            </c:spPr>
          </c:dPt>
          <c:dPt>
            <c:idx val="234"/>
            <c:invertIfNegative val="0"/>
            <c:bubble3D val="0"/>
            <c:spPr>
              <a:solidFill>
                <a:srgbClr val="FF5A5F"/>
              </a:solidFill>
              <a:effectLst/>
            </c:spPr>
          </c:dPt>
          <c:dPt>
            <c:idx val="235"/>
            <c:invertIfNegative val="0"/>
            <c:bubble3D val="0"/>
            <c:spPr>
              <a:solidFill>
                <a:srgbClr val="FF5A5F"/>
              </a:solidFill>
              <a:effectLst/>
            </c:spPr>
          </c:dPt>
          <c:dPt>
            <c:idx val="236"/>
            <c:invertIfNegative val="0"/>
            <c:bubble3D val="0"/>
            <c:spPr>
              <a:solidFill>
                <a:srgbClr val="FF5A5F"/>
              </a:solidFill>
              <a:effectLst/>
            </c:spPr>
          </c:dPt>
          <c:dPt>
            <c:idx val="237"/>
            <c:invertIfNegative val="0"/>
            <c:bubble3D val="0"/>
            <c:spPr>
              <a:solidFill>
                <a:srgbClr val="2BD9A0"/>
              </a:solidFill>
              <a:effectLst/>
            </c:spPr>
          </c:dPt>
          <c:dPt>
            <c:idx val="238"/>
            <c:invertIfNegative val="0"/>
            <c:bubble3D val="0"/>
            <c:spPr>
              <a:solidFill>
                <a:srgbClr val="2BD9A0"/>
              </a:solidFill>
              <a:effectLst/>
            </c:spPr>
          </c:dPt>
          <c:dPt>
            <c:idx val="239"/>
            <c:invertIfNegative val="0"/>
            <c:bubble3D val="0"/>
            <c:spPr>
              <a:solidFill>
                <a:srgbClr val="FF5A5F"/>
              </a:solidFill>
              <a:effectLst/>
            </c:spPr>
          </c:dPt>
          <c:dPt>
            <c:idx val="240"/>
            <c:invertIfNegative val="0"/>
            <c:bubble3D val="0"/>
            <c:spPr>
              <a:solidFill>
                <a:srgbClr val="FF5A5F"/>
              </a:solidFill>
              <a:effectLst/>
            </c:spPr>
          </c:dPt>
          <c:dPt>
            <c:idx val="241"/>
            <c:invertIfNegative val="0"/>
            <c:bubble3D val="0"/>
            <c:spPr>
              <a:solidFill>
                <a:srgbClr val="FF5A5F"/>
              </a:solidFill>
              <a:effectLst/>
            </c:spPr>
          </c:dPt>
          <c:dPt>
            <c:idx val="242"/>
            <c:invertIfNegative val="0"/>
            <c:bubble3D val="0"/>
            <c:spPr>
              <a:solidFill>
                <a:srgbClr val="2BD9A0"/>
              </a:solidFill>
              <a:effectLst/>
            </c:spPr>
          </c:dPt>
          <c:dPt>
            <c:idx val="243"/>
            <c:invertIfNegative val="0"/>
            <c:bubble3D val="0"/>
            <c:spPr>
              <a:solidFill>
                <a:srgbClr val="2BD9A0"/>
              </a:solidFill>
              <a:effectLst/>
            </c:spPr>
          </c:dPt>
          <c:dPt>
            <c:idx val="244"/>
            <c:invertIfNegative val="0"/>
            <c:bubble3D val="0"/>
            <c:spPr>
              <a:solidFill>
                <a:srgbClr val="FF5A5F"/>
              </a:solidFill>
              <a:effectLst/>
            </c:spPr>
          </c:dPt>
          <c:dPt>
            <c:idx val="245"/>
            <c:invertIfNegative val="0"/>
            <c:bubble3D val="0"/>
            <c:spPr>
              <a:solidFill>
                <a:srgbClr val="FF5A5F"/>
              </a:solidFill>
              <a:effectLst/>
            </c:spPr>
          </c:dPt>
          <c:dPt>
            <c:idx val="246"/>
            <c:invertIfNegative val="0"/>
            <c:bubble3D val="0"/>
            <c:spPr>
              <a:solidFill>
                <a:srgbClr val="2BD9A0"/>
              </a:solidFill>
              <a:effectLst/>
            </c:spPr>
          </c:dPt>
          <c:dPt>
            <c:idx val="247"/>
            <c:invertIfNegative val="0"/>
            <c:bubble3D val="0"/>
            <c:spPr>
              <a:solidFill>
                <a:srgbClr val="FF5A5F"/>
              </a:solidFill>
              <a:effectLst/>
            </c:spPr>
          </c:dPt>
          <c:dPt>
            <c:idx val="248"/>
            <c:invertIfNegative val="0"/>
            <c:bubble3D val="0"/>
            <c:spPr>
              <a:solidFill>
                <a:srgbClr val="FF5A5F"/>
              </a:solidFill>
              <a:effectLst/>
            </c:spPr>
          </c:dPt>
          <c:dPt>
            <c:idx val="249"/>
            <c:invertIfNegative val="0"/>
            <c:bubble3D val="0"/>
            <c:spPr>
              <a:solidFill>
                <a:srgbClr val="FF5A5F"/>
              </a:solidFill>
              <a:effectLst/>
            </c:spPr>
          </c:dPt>
          <c:dPt>
            <c:idx val="250"/>
            <c:invertIfNegative val="0"/>
            <c:bubble3D val="0"/>
            <c:spPr>
              <a:solidFill>
                <a:srgbClr val="FF5A5F"/>
              </a:solidFill>
              <a:effectLst/>
            </c:spPr>
          </c:dPt>
          <c:dPt>
            <c:idx val="251"/>
            <c:invertIfNegative val="0"/>
            <c:bubble3D val="0"/>
            <c:spPr>
              <a:solidFill>
                <a:srgbClr val="FF5A5F"/>
              </a:solidFill>
              <a:effectLst/>
            </c:spPr>
          </c:dPt>
          <c:dPt>
            <c:idx val="252"/>
            <c:invertIfNegative val="0"/>
            <c:bubble3D val="0"/>
            <c:spPr>
              <a:solidFill>
                <a:srgbClr val="FF5A5F"/>
              </a:solidFill>
              <a:effectLst/>
            </c:spPr>
          </c:dPt>
          <c:dPt>
            <c:idx val="253"/>
            <c:invertIfNegative val="0"/>
            <c:bubble3D val="0"/>
            <c:spPr>
              <a:solidFill>
                <a:srgbClr val="FF5A5F"/>
              </a:solidFill>
              <a:effectLst/>
            </c:spPr>
          </c:dPt>
          <c:dPt>
            <c:idx val="254"/>
            <c:invertIfNegative val="0"/>
            <c:bubble3D val="0"/>
            <c:spPr>
              <a:solidFill>
                <a:srgbClr val="FF5A5F"/>
              </a:solidFill>
              <a:effectLst/>
            </c:spPr>
          </c:dPt>
          <c:dPt>
            <c:idx val="255"/>
            <c:invertIfNegative val="0"/>
            <c:bubble3D val="0"/>
            <c:spPr>
              <a:solidFill>
                <a:srgbClr val="FF5A5F"/>
              </a:solidFill>
              <a:effectLst/>
            </c:spPr>
          </c:dPt>
          <c:dPt>
            <c:idx val="256"/>
            <c:invertIfNegative val="0"/>
            <c:bubble3D val="0"/>
            <c:spPr>
              <a:solidFill>
                <a:srgbClr val="FF5A5F"/>
              </a:solidFill>
              <a:effectLst/>
            </c:spPr>
          </c:dPt>
          <c:dPt>
            <c:idx val="257"/>
            <c:invertIfNegative val="0"/>
            <c:bubble3D val="0"/>
            <c:spPr>
              <a:solidFill>
                <a:srgbClr val="2BD9A0"/>
              </a:solidFill>
              <a:effectLst/>
            </c:spPr>
          </c:dPt>
          <c:dPt>
            <c:idx val="258"/>
            <c:invertIfNegative val="0"/>
            <c:bubble3D val="0"/>
            <c:spPr>
              <a:solidFill>
                <a:srgbClr val="2BD9A0"/>
              </a:solidFill>
              <a:effectLst/>
            </c:spPr>
          </c:dPt>
          <c:dPt>
            <c:idx val="259"/>
            <c:invertIfNegative val="0"/>
            <c:bubble3D val="0"/>
            <c:spPr>
              <a:solidFill>
                <a:srgbClr val="2BD9A0"/>
              </a:solidFill>
              <a:effectLst/>
            </c:spPr>
          </c:dPt>
          <c:dPt>
            <c:idx val="260"/>
            <c:invertIfNegative val="0"/>
            <c:bubble3D val="0"/>
            <c:spPr>
              <a:solidFill>
                <a:srgbClr val="2BD9A0"/>
              </a:solidFill>
              <a:effectLst/>
            </c:spPr>
          </c:dPt>
          <c:dPt>
            <c:idx val="261"/>
            <c:invertIfNegative val="0"/>
            <c:bubble3D val="0"/>
            <c:spPr>
              <a:solidFill>
                <a:srgbClr val="2BD9A0"/>
              </a:solidFill>
              <a:effectLst/>
            </c:spPr>
          </c:dPt>
          <c:dPt>
            <c:idx val="262"/>
            <c:invertIfNegative val="0"/>
            <c:bubble3D val="0"/>
            <c:spPr>
              <a:solidFill>
                <a:srgbClr val="2BD9A0"/>
              </a:solidFill>
              <a:effectLst/>
            </c:spPr>
          </c:dPt>
          <c:dPt>
            <c:idx val="263"/>
            <c:invertIfNegative val="0"/>
            <c:bubble3D val="0"/>
            <c:spPr>
              <a:solidFill>
                <a:srgbClr val="2BD9A0"/>
              </a:solidFill>
              <a:effectLst/>
            </c:spPr>
          </c:dPt>
          <c:dPt>
            <c:idx val="264"/>
            <c:invertIfNegative val="0"/>
            <c:bubble3D val="0"/>
            <c:spPr>
              <a:solidFill>
                <a:srgbClr val="2BD9A0"/>
              </a:solidFill>
              <a:effectLst/>
            </c:spPr>
          </c:dPt>
          <c:dPt>
            <c:idx val="265"/>
            <c:invertIfNegative val="0"/>
            <c:bubble3D val="0"/>
            <c:spPr>
              <a:solidFill>
                <a:srgbClr val="2BD9A0"/>
              </a:solidFill>
              <a:effectLst/>
            </c:spPr>
          </c:dPt>
          <c:dPt>
            <c:idx val="266"/>
            <c:invertIfNegative val="0"/>
            <c:bubble3D val="0"/>
            <c:spPr>
              <a:solidFill>
                <a:srgbClr val="FF5A5F"/>
              </a:solidFill>
              <a:effectLst/>
            </c:spPr>
          </c:dPt>
          <c:dPt>
            <c:idx val="267"/>
            <c:invertIfNegative val="0"/>
            <c:bubble3D val="0"/>
            <c:spPr>
              <a:solidFill>
                <a:srgbClr val="FF5A5F"/>
              </a:solidFill>
              <a:effectLst/>
            </c:spPr>
          </c:dPt>
          <c:dPt>
            <c:idx val="268"/>
            <c:invertIfNegative val="0"/>
            <c:bubble3D val="0"/>
            <c:spPr>
              <a:solidFill>
                <a:srgbClr val="FF5A5F"/>
              </a:solidFill>
              <a:effectLst/>
            </c:spPr>
          </c:dPt>
          <c:dPt>
            <c:idx val="269"/>
            <c:invertIfNegative val="0"/>
            <c:bubble3D val="0"/>
            <c:spPr>
              <a:solidFill>
                <a:srgbClr val="FF5A5F"/>
              </a:solidFill>
              <a:effectLst/>
            </c:spPr>
          </c:dPt>
          <c:dPt>
            <c:idx val="270"/>
            <c:invertIfNegative val="0"/>
            <c:bubble3D val="0"/>
            <c:spPr>
              <a:solidFill>
                <a:srgbClr val="FF5A5F"/>
              </a:solidFill>
              <a:effectLst/>
            </c:spPr>
          </c:dPt>
          <c:dPt>
            <c:idx val="271"/>
            <c:invertIfNegative val="0"/>
            <c:bubble3D val="0"/>
            <c:spPr>
              <a:solidFill>
                <a:srgbClr val="FF5A5F"/>
              </a:solidFill>
              <a:effectLst/>
            </c:spPr>
          </c:dPt>
          <c:dPt>
            <c:idx val="272"/>
            <c:invertIfNegative val="0"/>
            <c:bubble3D val="0"/>
            <c:spPr>
              <a:solidFill>
                <a:srgbClr val="FF5A5F"/>
              </a:solidFill>
              <a:effectLst/>
            </c:spPr>
          </c:dPt>
          <c:dPt>
            <c:idx val="273"/>
            <c:invertIfNegative val="0"/>
            <c:bubble3D val="0"/>
            <c:spPr>
              <a:solidFill>
                <a:srgbClr val="FF5A5F"/>
              </a:solidFill>
              <a:effectLst/>
            </c:spPr>
          </c:dPt>
          <c:dPt>
            <c:idx val="274"/>
            <c:invertIfNegative val="0"/>
            <c:bubble3D val="0"/>
            <c:spPr>
              <a:solidFill>
                <a:srgbClr val="FF5A5F"/>
              </a:solidFill>
              <a:effectLst/>
            </c:spPr>
          </c:dPt>
          <c:dPt>
            <c:idx val="275"/>
            <c:invertIfNegative val="0"/>
            <c:bubble3D val="0"/>
            <c:spPr>
              <a:solidFill>
                <a:srgbClr val="FF5A5F"/>
              </a:solidFill>
              <a:effectLst/>
            </c:spPr>
          </c:dPt>
          <c:dPt>
            <c:idx val="276"/>
            <c:invertIfNegative val="0"/>
            <c:bubble3D val="0"/>
            <c:spPr>
              <a:solidFill>
                <a:srgbClr val="2BD9A0"/>
              </a:solidFill>
              <a:effectLst/>
            </c:spPr>
          </c:dPt>
          <c:dPt>
            <c:idx val="277"/>
            <c:invertIfNegative val="0"/>
            <c:bubble3D val="0"/>
            <c:spPr>
              <a:solidFill>
                <a:srgbClr val="2BD9A0"/>
              </a:solidFill>
              <a:effectLst/>
            </c:spPr>
          </c:dPt>
          <c:dPt>
            <c:idx val="278"/>
            <c:invertIfNegative val="0"/>
            <c:bubble3D val="0"/>
            <c:spPr>
              <a:solidFill>
                <a:srgbClr val="2BD9A0"/>
              </a:solidFill>
              <a:effectLst/>
            </c:spPr>
          </c:dPt>
          <c:dPt>
            <c:idx val="279"/>
            <c:invertIfNegative val="0"/>
            <c:bubble3D val="0"/>
            <c:spPr>
              <a:solidFill>
                <a:srgbClr val="2BD9A0"/>
              </a:solidFill>
              <a:effectLst/>
            </c:spPr>
          </c:dPt>
          <c:dPt>
            <c:idx val="280"/>
            <c:invertIfNegative val="0"/>
            <c:bubble3D val="0"/>
            <c:spPr>
              <a:solidFill>
                <a:srgbClr val="FF5A5F"/>
              </a:solidFill>
              <a:effectLst/>
            </c:spPr>
          </c:dPt>
          <c:dPt>
            <c:idx val="281"/>
            <c:invertIfNegative val="0"/>
            <c:bubble3D val="0"/>
            <c:spPr>
              <a:solidFill>
                <a:srgbClr val="2BD9A0"/>
              </a:solidFill>
              <a:effectLst/>
            </c:spPr>
          </c:dPt>
          <c:dPt>
            <c:idx val="282"/>
            <c:invertIfNegative val="0"/>
            <c:bubble3D val="0"/>
            <c:spPr>
              <a:solidFill>
                <a:srgbClr val="FF5A5F"/>
              </a:solidFill>
              <a:effectLst/>
            </c:spPr>
          </c:dPt>
          <c:dPt>
            <c:idx val="283"/>
            <c:invertIfNegative val="0"/>
            <c:bubble3D val="0"/>
            <c:spPr>
              <a:solidFill>
                <a:srgbClr val="2BD9A0"/>
              </a:solidFill>
              <a:effectLst/>
            </c:spPr>
          </c:dPt>
          <c:dPt>
            <c:idx val="284"/>
            <c:invertIfNegative val="0"/>
            <c:bubble3D val="0"/>
            <c:spPr>
              <a:solidFill>
                <a:srgbClr val="2BD9A0"/>
              </a:solidFill>
              <a:effectLst/>
            </c:spPr>
          </c:dPt>
          <c:dPt>
            <c:idx val="285"/>
            <c:invertIfNegative val="0"/>
            <c:bubble3D val="0"/>
            <c:spPr>
              <a:solidFill>
                <a:srgbClr val="2BD9A0"/>
              </a:solidFill>
              <a:effectLst/>
            </c:spPr>
          </c:dPt>
          <c:dPt>
            <c:idx val="286"/>
            <c:invertIfNegative val="0"/>
            <c:bubble3D val="0"/>
            <c:spPr>
              <a:solidFill>
                <a:srgbClr val="FF5A5F"/>
              </a:solidFill>
              <a:effectLst/>
            </c:spPr>
          </c:dPt>
          <c:dPt>
            <c:idx val="287"/>
            <c:invertIfNegative val="0"/>
            <c:bubble3D val="0"/>
            <c:spPr>
              <a:solidFill>
                <a:srgbClr val="FF5A5F"/>
              </a:solidFill>
              <a:effectLst/>
            </c:spPr>
          </c:dPt>
          <c:dPt>
            <c:idx val="288"/>
            <c:invertIfNegative val="0"/>
            <c:bubble3D val="0"/>
            <c:spPr>
              <a:solidFill>
                <a:srgbClr val="FF5A5F"/>
              </a:solidFill>
              <a:effectLst/>
            </c:spPr>
          </c:dPt>
          <c:dPt>
            <c:idx val="289"/>
            <c:invertIfNegative val="0"/>
            <c:bubble3D val="0"/>
            <c:spPr>
              <a:solidFill>
                <a:srgbClr val="2BD9A0"/>
              </a:solidFill>
              <a:effectLst/>
            </c:spPr>
          </c:dPt>
          <c:dPt>
            <c:idx val="290"/>
            <c:invertIfNegative val="0"/>
            <c:bubble3D val="0"/>
            <c:spPr>
              <a:solidFill>
                <a:srgbClr val="2BD9A0"/>
              </a:solidFill>
              <a:effectLst/>
            </c:spPr>
          </c:dPt>
          <c:dPt>
            <c:idx val="291"/>
            <c:invertIfNegative val="0"/>
            <c:bubble3D val="0"/>
            <c:spPr>
              <a:solidFill>
                <a:srgbClr val="2BD9A0"/>
              </a:solidFill>
              <a:effectLst/>
            </c:spPr>
          </c:dPt>
          <c:dPt>
            <c:idx val="292"/>
            <c:invertIfNegative val="0"/>
            <c:bubble3D val="0"/>
            <c:spPr>
              <a:solidFill>
                <a:srgbClr val="2BD9A0"/>
              </a:solidFill>
              <a:effectLst/>
            </c:spPr>
          </c:dPt>
          <c:dPt>
            <c:idx val="293"/>
            <c:invertIfNegative val="0"/>
            <c:bubble3D val="0"/>
            <c:spPr>
              <a:solidFill>
                <a:srgbClr val="FF5A5F"/>
              </a:solidFill>
              <a:effectLst/>
            </c:spPr>
          </c:dPt>
          <c:dPt>
            <c:idx val="294"/>
            <c:invertIfNegative val="0"/>
            <c:bubble3D val="0"/>
            <c:spPr>
              <a:solidFill>
                <a:srgbClr val="FF5A5F"/>
              </a:solidFill>
              <a:effectLst/>
            </c:spPr>
          </c:dPt>
          <c:dPt>
            <c:idx val="295"/>
            <c:invertIfNegative val="0"/>
            <c:bubble3D val="0"/>
            <c:spPr>
              <a:solidFill>
                <a:srgbClr val="FF5A5F"/>
              </a:solidFill>
              <a:effectLst/>
            </c:spPr>
          </c:dPt>
          <c:dPt>
            <c:idx val="296"/>
            <c:invertIfNegative val="0"/>
            <c:bubble3D val="0"/>
            <c:spPr>
              <a:solidFill>
                <a:srgbClr val="FF5A5F"/>
              </a:solidFill>
              <a:effectLst/>
            </c:spPr>
          </c:dPt>
          <c:dPt>
            <c:idx val="297"/>
            <c:invertIfNegative val="0"/>
            <c:bubble3D val="0"/>
            <c:spPr>
              <a:solidFill>
                <a:srgbClr val="FF5A5F"/>
              </a:solidFill>
              <a:effectLst/>
            </c:spPr>
          </c:dPt>
          <c:dPt>
            <c:idx val="298"/>
            <c:invertIfNegative val="0"/>
            <c:bubble3D val="0"/>
            <c:spPr>
              <a:solidFill>
                <a:srgbClr val="FF5A5F"/>
              </a:solidFill>
              <a:effectLst/>
            </c:spPr>
          </c:dPt>
          <c:dPt>
            <c:idx val="299"/>
            <c:invertIfNegative val="0"/>
            <c:bubble3D val="0"/>
            <c:spPr>
              <a:solidFill>
                <a:srgbClr val="FF5A5F"/>
              </a:solidFill>
              <a:effectLst/>
            </c:spPr>
          </c:dPt>
          <c:dPt>
            <c:idx val="300"/>
            <c:invertIfNegative val="0"/>
            <c:bubble3D val="0"/>
            <c:spPr>
              <a:solidFill>
                <a:srgbClr val="FF5A5F"/>
              </a:solidFill>
              <a:effectLst/>
            </c:spPr>
          </c:dPt>
          <c:dPt>
            <c:idx val="301"/>
            <c:invertIfNegative val="0"/>
            <c:bubble3D val="0"/>
            <c:spPr>
              <a:solidFill>
                <a:srgbClr val="2BD9A0"/>
              </a:solidFill>
              <a:effectLst/>
            </c:spPr>
          </c:dPt>
          <c:dPt>
            <c:idx val="302"/>
            <c:invertIfNegative val="0"/>
            <c:bubble3D val="0"/>
            <c:spPr>
              <a:solidFill>
                <a:srgbClr val="FF5A5F"/>
              </a:solidFill>
              <a:effectLst/>
            </c:spPr>
          </c:dPt>
          <c:dPt>
            <c:idx val="303"/>
            <c:invertIfNegative val="0"/>
            <c:bubble3D val="0"/>
            <c:spPr>
              <a:solidFill>
                <a:srgbClr val="FF5A5F"/>
              </a:solidFill>
              <a:effectLst/>
            </c:spPr>
          </c:dPt>
          <c:dPt>
            <c:idx val="304"/>
            <c:invertIfNegative val="0"/>
            <c:bubble3D val="0"/>
            <c:spPr>
              <a:solidFill>
                <a:srgbClr val="2BD9A0"/>
              </a:solidFill>
              <a:effectLst/>
            </c:spPr>
          </c:dPt>
          <c:dPt>
            <c:idx val="305"/>
            <c:invertIfNegative val="0"/>
            <c:bubble3D val="0"/>
            <c:spPr>
              <a:solidFill>
                <a:srgbClr val="2BD9A0"/>
              </a:solidFill>
              <a:effectLst/>
            </c:spPr>
          </c:dPt>
          <c:dPt>
            <c:idx val="306"/>
            <c:invertIfNegative val="0"/>
            <c:bubble3D val="0"/>
            <c:spPr>
              <a:solidFill>
                <a:srgbClr val="2BD9A0"/>
              </a:solidFill>
              <a:effectLst/>
            </c:spPr>
          </c:dPt>
          <c:dPt>
            <c:idx val="307"/>
            <c:invertIfNegative val="0"/>
            <c:bubble3D val="0"/>
            <c:spPr>
              <a:solidFill>
                <a:srgbClr val="FF5A5F"/>
              </a:solidFill>
              <a:effectLst/>
            </c:spPr>
          </c:dPt>
          <c:dPt>
            <c:idx val="308"/>
            <c:invertIfNegative val="0"/>
            <c:bubble3D val="0"/>
            <c:spPr>
              <a:solidFill>
                <a:srgbClr val="2BD9A0"/>
              </a:solidFill>
              <a:effectLst/>
            </c:spPr>
          </c:dPt>
          <c:dPt>
            <c:idx val="309"/>
            <c:invertIfNegative val="0"/>
            <c:bubble3D val="0"/>
            <c:spPr>
              <a:solidFill>
                <a:srgbClr val="FF5A5F"/>
              </a:solidFill>
              <a:effectLst/>
            </c:spPr>
          </c:dPt>
          <c:dPt>
            <c:idx val="310"/>
            <c:invertIfNegative val="0"/>
            <c:bubble3D val="0"/>
            <c:spPr>
              <a:solidFill>
                <a:srgbClr val="FF5A5F"/>
              </a:solidFill>
              <a:effectLst/>
            </c:spPr>
          </c:dPt>
          <c:dPt>
            <c:idx val="311"/>
            <c:invertIfNegative val="0"/>
            <c:bubble3D val="0"/>
            <c:spPr>
              <a:solidFill>
                <a:srgbClr val="FF5A5F"/>
              </a:solidFill>
              <a:effectLst/>
            </c:spPr>
          </c:dPt>
          <c:dPt>
            <c:idx val="312"/>
            <c:invertIfNegative val="0"/>
            <c:bubble3D val="0"/>
            <c:spPr>
              <a:solidFill>
                <a:srgbClr val="FF5A5F"/>
              </a:solidFill>
              <a:effectLst/>
            </c:spPr>
          </c:dPt>
          <c:dPt>
            <c:idx val="313"/>
            <c:invertIfNegative val="0"/>
            <c:bubble3D val="0"/>
            <c:spPr>
              <a:solidFill>
                <a:srgbClr val="2BD9A0"/>
              </a:solidFill>
              <a:effectLst/>
            </c:spPr>
          </c:dPt>
          <c:dPt>
            <c:idx val="314"/>
            <c:invertIfNegative val="0"/>
            <c:bubble3D val="0"/>
            <c:spPr>
              <a:solidFill>
                <a:srgbClr val="FF5A5F"/>
              </a:solidFill>
              <a:effectLst/>
            </c:spPr>
          </c:dPt>
          <c:dPt>
            <c:idx val="315"/>
            <c:invertIfNegative val="0"/>
            <c:bubble3D val="0"/>
            <c:spPr>
              <a:solidFill>
                <a:srgbClr val="2BD9A0"/>
              </a:solidFill>
              <a:effectLst/>
            </c:spPr>
          </c:dPt>
          <c:dPt>
            <c:idx val="316"/>
            <c:invertIfNegative val="0"/>
            <c:bubble3D val="0"/>
            <c:spPr>
              <a:solidFill>
                <a:srgbClr val="2BD9A0"/>
              </a:solidFill>
              <a:effectLst/>
            </c:spPr>
          </c:dPt>
          <c:dPt>
            <c:idx val="317"/>
            <c:invertIfNegative val="0"/>
            <c:bubble3D val="0"/>
            <c:spPr>
              <a:solidFill>
                <a:srgbClr val="2BD9A0"/>
              </a:solidFill>
              <a:effectLst/>
            </c:spPr>
          </c:dPt>
          <c:dPt>
            <c:idx val="318"/>
            <c:invertIfNegative val="0"/>
            <c:bubble3D val="0"/>
            <c:spPr>
              <a:solidFill>
                <a:srgbClr val="FF5A5F"/>
              </a:solidFill>
              <a:effectLst/>
            </c:spPr>
          </c:dPt>
          <c:dPt>
            <c:idx val="319"/>
            <c:invertIfNegative val="0"/>
            <c:bubble3D val="0"/>
            <c:spPr>
              <a:solidFill>
                <a:srgbClr val="FF5A5F"/>
              </a:solidFill>
              <a:effectLst/>
            </c:spPr>
          </c:dPt>
          <c:dPt>
            <c:idx val="320"/>
            <c:invertIfNegative val="0"/>
            <c:bubble3D val="0"/>
            <c:spPr>
              <a:solidFill>
                <a:srgbClr val="FF5A5F"/>
              </a:solidFill>
              <a:effectLst/>
            </c:spPr>
          </c:dPt>
          <c:dPt>
            <c:idx val="321"/>
            <c:invertIfNegative val="0"/>
            <c:bubble3D val="0"/>
            <c:spPr>
              <a:solidFill>
                <a:srgbClr val="FF5A5F"/>
              </a:solidFill>
              <a:effectLst/>
            </c:spPr>
          </c:dPt>
          <c:dPt>
            <c:idx val="322"/>
            <c:invertIfNegative val="0"/>
            <c:bubble3D val="0"/>
            <c:spPr>
              <a:solidFill>
                <a:srgbClr val="2BD9A0"/>
              </a:solidFill>
              <a:effectLst/>
            </c:spPr>
          </c:dPt>
          <c:dPt>
            <c:idx val="323"/>
            <c:invertIfNegative val="0"/>
            <c:bubble3D val="0"/>
            <c:spPr>
              <a:solidFill>
                <a:srgbClr val="FF5A5F"/>
              </a:solidFill>
              <a:effectLst/>
            </c:spPr>
          </c:dPt>
          <c:dPt>
            <c:idx val="324"/>
            <c:invertIfNegative val="0"/>
            <c:bubble3D val="0"/>
            <c:spPr>
              <a:solidFill>
                <a:srgbClr val="2BD9A0"/>
              </a:solidFill>
              <a:effectLst/>
            </c:spPr>
          </c:dPt>
          <c:dPt>
            <c:idx val="325"/>
            <c:invertIfNegative val="0"/>
            <c:bubble3D val="0"/>
            <c:spPr>
              <a:solidFill>
                <a:srgbClr val="2BD9A0"/>
              </a:solidFill>
              <a:effectLst/>
            </c:spPr>
          </c:dPt>
          <c:dPt>
            <c:idx val="326"/>
            <c:invertIfNegative val="0"/>
            <c:bubble3D val="0"/>
            <c:spPr>
              <a:solidFill>
                <a:srgbClr val="2BD9A0"/>
              </a:solidFill>
              <a:effectLst/>
            </c:spPr>
          </c:dPt>
          <c:dPt>
            <c:idx val="327"/>
            <c:invertIfNegative val="0"/>
            <c:bubble3D val="0"/>
            <c:spPr>
              <a:solidFill>
                <a:srgbClr val="2BD9A0"/>
              </a:solidFill>
              <a:effectLst/>
            </c:spPr>
          </c:dPt>
          <c:dPt>
            <c:idx val="328"/>
            <c:invertIfNegative val="0"/>
            <c:bubble3D val="0"/>
            <c:spPr>
              <a:solidFill>
                <a:srgbClr val="2BD9A0"/>
              </a:solidFill>
              <a:effectLst/>
            </c:spPr>
          </c:dPt>
          <c:dPt>
            <c:idx val="329"/>
            <c:invertIfNegative val="0"/>
            <c:bubble3D val="0"/>
            <c:spPr>
              <a:solidFill>
                <a:srgbClr val="2BD9A0"/>
              </a:solidFill>
              <a:effectLst/>
            </c:spPr>
          </c:dPt>
          <c:dPt>
            <c:idx val="330"/>
            <c:invertIfNegative val="0"/>
            <c:bubble3D val="0"/>
            <c:spPr>
              <a:solidFill>
                <a:srgbClr val="FF5A5F"/>
              </a:solidFill>
              <a:effectLst/>
            </c:spPr>
          </c:dPt>
          <c:dPt>
            <c:idx val="331"/>
            <c:invertIfNegative val="0"/>
            <c:bubble3D val="0"/>
            <c:spPr>
              <a:solidFill>
                <a:srgbClr val="2BD9A0"/>
              </a:solidFill>
              <a:effectLst/>
            </c:spPr>
          </c:dPt>
          <c:dPt>
            <c:idx val="332"/>
            <c:invertIfNegative val="0"/>
            <c:bubble3D val="0"/>
            <c:spPr>
              <a:solidFill>
                <a:srgbClr val="2BD9A0"/>
              </a:solidFill>
              <a:effectLst/>
            </c:spPr>
          </c:dPt>
          <c:dPt>
            <c:idx val="333"/>
            <c:invertIfNegative val="0"/>
            <c:bubble3D val="0"/>
            <c:spPr>
              <a:solidFill>
                <a:srgbClr val="FF5A5F"/>
              </a:solidFill>
              <a:effectLst/>
            </c:spPr>
          </c:dPt>
          <c:dPt>
            <c:idx val="334"/>
            <c:invertIfNegative val="0"/>
            <c:bubble3D val="0"/>
            <c:spPr>
              <a:solidFill>
                <a:srgbClr val="FF5A5F"/>
              </a:solidFill>
              <a:effectLst/>
            </c:spPr>
          </c:dPt>
          <c:dPt>
            <c:idx val="335"/>
            <c:invertIfNegative val="0"/>
            <c:bubble3D val="0"/>
            <c:spPr>
              <a:solidFill>
                <a:srgbClr val="FF5A5F"/>
              </a:solidFill>
              <a:effectLst/>
            </c:spPr>
          </c:dPt>
          <c:dPt>
            <c:idx val="336"/>
            <c:invertIfNegative val="0"/>
            <c:bubble3D val="0"/>
            <c:spPr>
              <a:solidFill>
                <a:srgbClr val="FF5A5F"/>
              </a:solidFill>
              <a:effectLst/>
            </c:spPr>
          </c:dPt>
          <c:dPt>
            <c:idx val="337"/>
            <c:invertIfNegative val="0"/>
            <c:bubble3D val="0"/>
            <c:spPr>
              <a:solidFill>
                <a:srgbClr val="2BD9A0"/>
              </a:solidFill>
              <a:effectLst/>
            </c:spPr>
          </c:dPt>
          <c:dPt>
            <c:idx val="338"/>
            <c:invertIfNegative val="0"/>
            <c:bubble3D val="0"/>
            <c:spPr>
              <a:solidFill>
                <a:srgbClr val="FF5A5F"/>
              </a:solidFill>
              <a:effectLst/>
            </c:spPr>
          </c:dPt>
          <c:dPt>
            <c:idx val="339"/>
            <c:invertIfNegative val="0"/>
            <c:bubble3D val="0"/>
            <c:spPr>
              <a:solidFill>
                <a:srgbClr val="FF5A5F"/>
              </a:solidFill>
              <a:effectLst/>
            </c:spPr>
          </c:dPt>
          <c:dPt>
            <c:idx val="340"/>
            <c:invertIfNegative val="0"/>
            <c:bubble3D val="0"/>
            <c:spPr>
              <a:solidFill>
                <a:srgbClr val="FF5A5F"/>
              </a:solidFill>
              <a:effectLst/>
            </c:spPr>
          </c:dPt>
          <c:dPt>
            <c:idx val="341"/>
            <c:invertIfNegative val="0"/>
            <c:bubble3D val="0"/>
            <c:spPr>
              <a:solidFill>
                <a:srgbClr val="FF5A5F"/>
              </a:solidFill>
              <a:effectLst/>
            </c:spPr>
          </c:dPt>
          <c:dPt>
            <c:idx val="342"/>
            <c:invertIfNegative val="0"/>
            <c:bubble3D val="0"/>
            <c:spPr>
              <a:solidFill>
                <a:srgbClr val="FF5A5F"/>
              </a:solidFill>
              <a:effectLst/>
            </c:spPr>
          </c:dPt>
          <c:dPt>
            <c:idx val="343"/>
            <c:invertIfNegative val="0"/>
            <c:bubble3D val="0"/>
            <c:spPr>
              <a:solidFill>
                <a:srgbClr val="FF5A5F"/>
              </a:solidFill>
              <a:effectLst/>
            </c:spPr>
          </c:dPt>
          <c:dPt>
            <c:idx val="344"/>
            <c:invertIfNegative val="0"/>
            <c:bubble3D val="0"/>
            <c:spPr>
              <a:solidFill>
                <a:srgbClr val="FF5A5F"/>
              </a:solidFill>
              <a:effectLst/>
            </c:spPr>
          </c:dPt>
          <c:dPt>
            <c:idx val="345"/>
            <c:invertIfNegative val="0"/>
            <c:bubble3D val="0"/>
            <c:spPr>
              <a:solidFill>
                <a:srgbClr val="FF5A5F"/>
              </a:solidFill>
              <a:effectLst/>
            </c:spPr>
          </c:dPt>
          <c:dPt>
            <c:idx val="346"/>
            <c:invertIfNegative val="0"/>
            <c:bubble3D val="0"/>
            <c:spPr>
              <a:solidFill>
                <a:srgbClr val="FF5A5F"/>
              </a:solidFill>
              <a:effectLst/>
            </c:spPr>
          </c:dPt>
          <c:dPt>
            <c:idx val="347"/>
            <c:invertIfNegative val="0"/>
            <c:bubble3D val="0"/>
            <c:spPr>
              <a:solidFill>
                <a:srgbClr val="FF5A5F"/>
              </a:solidFill>
              <a:effectLst/>
            </c:spPr>
          </c:dPt>
          <c:dPt>
            <c:idx val="348"/>
            <c:invertIfNegative val="0"/>
            <c:bubble3D val="0"/>
            <c:spPr>
              <a:solidFill>
                <a:srgbClr val="FF5A5F"/>
              </a:solidFill>
              <a:effectLst/>
            </c:spPr>
          </c:dPt>
          <c:dPt>
            <c:idx val="349"/>
            <c:invertIfNegative val="0"/>
            <c:bubble3D val="0"/>
            <c:spPr>
              <a:solidFill>
                <a:srgbClr val="2BD9A0"/>
              </a:solidFill>
              <a:effectLst/>
            </c:spPr>
          </c:dPt>
          <c:dPt>
            <c:idx val="350"/>
            <c:invertIfNegative val="0"/>
            <c:bubble3D val="0"/>
            <c:spPr>
              <a:solidFill>
                <a:srgbClr val="FF5A5F"/>
              </a:solidFill>
              <a:effectLst/>
            </c:spPr>
          </c:dPt>
          <c:dPt>
            <c:idx val="351"/>
            <c:invertIfNegative val="0"/>
            <c:bubble3D val="0"/>
            <c:spPr>
              <a:solidFill>
                <a:srgbClr val="2BD9A0"/>
              </a:solidFill>
              <a:effectLst/>
            </c:spPr>
          </c:dPt>
          <c:dPt>
            <c:idx val="352"/>
            <c:invertIfNegative val="0"/>
            <c:bubble3D val="0"/>
            <c:spPr>
              <a:solidFill>
                <a:srgbClr val="FF5A5F"/>
              </a:solidFill>
              <a:effectLst/>
            </c:spPr>
          </c:dPt>
          <c:dPt>
            <c:idx val="353"/>
            <c:invertIfNegative val="0"/>
            <c:bubble3D val="0"/>
            <c:spPr>
              <a:solidFill>
                <a:srgbClr val="FF5A5F"/>
              </a:solidFill>
              <a:effectLst/>
            </c:spPr>
          </c:dPt>
          <c:dPt>
            <c:idx val="354"/>
            <c:invertIfNegative val="0"/>
            <c:bubble3D val="0"/>
            <c:spPr>
              <a:solidFill>
                <a:srgbClr val="2BD9A0"/>
              </a:solidFill>
              <a:effectLst/>
            </c:spPr>
          </c:dPt>
          <c:dPt>
            <c:idx val="355"/>
            <c:invertIfNegative val="0"/>
            <c:bubble3D val="0"/>
            <c:spPr>
              <a:solidFill>
                <a:srgbClr val="2BD9A0"/>
              </a:solidFill>
              <a:effectLst/>
            </c:spPr>
          </c:dPt>
          <c:dPt>
            <c:idx val="356"/>
            <c:invertIfNegative val="0"/>
            <c:bubble3D val="0"/>
            <c:spPr>
              <a:solidFill>
                <a:srgbClr val="2BD9A0"/>
              </a:solidFill>
              <a:effectLst/>
            </c:spPr>
          </c:dPt>
          <c:dPt>
            <c:idx val="357"/>
            <c:invertIfNegative val="0"/>
            <c:bubble3D val="0"/>
            <c:spPr>
              <a:solidFill>
                <a:srgbClr val="2BD9A0"/>
              </a:solidFill>
              <a:effectLst/>
            </c:spPr>
          </c:dPt>
          <c:dPt>
            <c:idx val="358"/>
            <c:invertIfNegative val="0"/>
            <c:bubble3D val="0"/>
            <c:spPr>
              <a:solidFill>
                <a:srgbClr val="2BD9A0"/>
              </a:solidFill>
              <a:effectLst/>
            </c:spPr>
          </c:dPt>
          <c:dPt>
            <c:idx val="359"/>
            <c:invertIfNegative val="0"/>
            <c:bubble3D val="0"/>
            <c:spPr>
              <a:solidFill>
                <a:srgbClr val="FF5A5F"/>
              </a:solidFill>
              <a:effectLst/>
            </c:spPr>
          </c:dPt>
          <c:dPt>
            <c:idx val="360"/>
            <c:invertIfNegative val="0"/>
            <c:bubble3D val="0"/>
            <c:spPr>
              <a:solidFill>
                <a:srgbClr val="FF5A5F"/>
              </a:solidFill>
              <a:effectLst/>
            </c:spPr>
          </c:dPt>
          <c:dPt>
            <c:idx val="361"/>
            <c:invertIfNegative val="0"/>
            <c:bubble3D val="0"/>
            <c:spPr>
              <a:solidFill>
                <a:srgbClr val="FF5A5F"/>
              </a:solidFill>
              <a:effectLst/>
            </c:spPr>
          </c:dPt>
          <c:dPt>
            <c:idx val="362"/>
            <c:invertIfNegative val="0"/>
            <c:bubble3D val="0"/>
            <c:spPr>
              <a:solidFill>
                <a:srgbClr val="2BD9A0"/>
              </a:solidFill>
              <a:effectLst/>
            </c:spPr>
          </c:dPt>
          <c:dPt>
            <c:idx val="363"/>
            <c:invertIfNegative val="0"/>
            <c:bubble3D val="0"/>
            <c:spPr>
              <a:solidFill>
                <a:srgbClr val="2BD9A0"/>
              </a:solidFill>
              <a:effectLst/>
            </c:spPr>
          </c:dPt>
          <c:dPt>
            <c:idx val="364"/>
            <c:invertIfNegative val="0"/>
            <c:bubble3D val="0"/>
            <c:spPr>
              <a:solidFill>
                <a:srgbClr val="2BD9A0"/>
              </a:solidFill>
              <a:effectLst/>
            </c:spPr>
          </c:dPt>
          <c:dPt>
            <c:idx val="365"/>
            <c:invertIfNegative val="0"/>
            <c:bubble3D val="0"/>
            <c:spPr>
              <a:solidFill>
                <a:srgbClr val="FF5A5F"/>
              </a:solidFill>
              <a:effectLst/>
            </c:spPr>
          </c:dPt>
          <c:dPt>
            <c:idx val="366"/>
            <c:invertIfNegative val="0"/>
            <c:bubble3D val="0"/>
            <c:spPr>
              <a:solidFill>
                <a:srgbClr val="FF5A5F"/>
              </a:solidFill>
              <a:effectLst/>
            </c:spPr>
          </c:dPt>
          <c:dPt>
            <c:idx val="367"/>
            <c:invertIfNegative val="0"/>
            <c:bubble3D val="0"/>
            <c:spPr>
              <a:solidFill>
                <a:srgbClr val="FF5A5F"/>
              </a:solidFill>
              <a:effectLst/>
            </c:spPr>
          </c:dPt>
          <c:dPt>
            <c:idx val="368"/>
            <c:invertIfNegative val="0"/>
            <c:bubble3D val="0"/>
            <c:spPr>
              <a:solidFill>
                <a:srgbClr val="FF5A5F"/>
              </a:solidFill>
              <a:effectLst/>
            </c:spPr>
          </c:dPt>
          <c:dPt>
            <c:idx val="369"/>
            <c:invertIfNegative val="0"/>
            <c:bubble3D val="0"/>
            <c:spPr>
              <a:solidFill>
                <a:srgbClr val="FF5A5F"/>
              </a:solidFill>
              <a:effectLst/>
            </c:spPr>
          </c:dPt>
          <c:dPt>
            <c:idx val="370"/>
            <c:invertIfNegative val="0"/>
            <c:bubble3D val="0"/>
            <c:spPr>
              <a:solidFill>
                <a:srgbClr val="2BD9A0"/>
              </a:solidFill>
              <a:effectLst/>
            </c:spPr>
          </c:dPt>
          <c:dPt>
            <c:idx val="371"/>
            <c:invertIfNegative val="0"/>
            <c:bubble3D val="0"/>
            <c:spPr>
              <a:solidFill>
                <a:srgbClr val="2BD9A0"/>
              </a:solidFill>
              <a:effectLst/>
            </c:spPr>
          </c:dPt>
          <c:dPt>
            <c:idx val="372"/>
            <c:invertIfNegative val="0"/>
            <c:bubble3D val="0"/>
            <c:spPr>
              <a:solidFill>
                <a:srgbClr val="2BD9A0"/>
              </a:solidFill>
              <a:effectLst/>
            </c:spPr>
          </c:dPt>
          <c:dPt>
            <c:idx val="373"/>
            <c:invertIfNegative val="0"/>
            <c:bubble3D val="0"/>
            <c:spPr>
              <a:solidFill>
                <a:srgbClr val="2BD9A0"/>
              </a:solidFill>
              <a:effectLst/>
            </c:spPr>
          </c:dPt>
          <c:dPt>
            <c:idx val="374"/>
            <c:invertIfNegative val="0"/>
            <c:bubble3D val="0"/>
            <c:spPr>
              <a:solidFill>
                <a:srgbClr val="2BD9A0"/>
              </a:solidFill>
              <a:effectLst/>
            </c:spPr>
          </c:dPt>
          <c:dPt>
            <c:idx val="375"/>
            <c:invertIfNegative val="0"/>
            <c:bubble3D val="0"/>
            <c:spPr>
              <a:solidFill>
                <a:srgbClr val="2BD9A0"/>
              </a:solidFill>
              <a:effectLst/>
            </c:spPr>
          </c:dPt>
          <c:dPt>
            <c:idx val="376"/>
            <c:invertIfNegative val="0"/>
            <c:bubble3D val="0"/>
            <c:spPr>
              <a:solidFill>
                <a:srgbClr val="FF5A5F"/>
              </a:solidFill>
              <a:effectLst/>
            </c:spPr>
          </c:dPt>
          <c:dPt>
            <c:idx val="377"/>
            <c:invertIfNegative val="0"/>
            <c:bubble3D val="0"/>
            <c:spPr>
              <a:solidFill>
                <a:srgbClr val="FF5A5F"/>
              </a:solidFill>
              <a:effectLst/>
            </c:spPr>
          </c:dPt>
          <c:dPt>
            <c:idx val="378"/>
            <c:invertIfNegative val="0"/>
            <c:bubble3D val="0"/>
            <c:spPr>
              <a:solidFill>
                <a:srgbClr val="FF5A5F"/>
              </a:solidFill>
              <a:effectLst/>
            </c:spPr>
          </c:dPt>
          <c:dPt>
            <c:idx val="379"/>
            <c:invertIfNegative val="0"/>
            <c:bubble3D val="0"/>
            <c:spPr>
              <a:solidFill>
                <a:srgbClr val="FF5A5F"/>
              </a:solidFill>
              <a:effectLst/>
            </c:spPr>
          </c:dPt>
          <c:dPt>
            <c:idx val="380"/>
            <c:invertIfNegative val="0"/>
            <c:bubble3D val="0"/>
            <c:spPr>
              <a:solidFill>
                <a:srgbClr val="FF5A5F"/>
              </a:solidFill>
              <a:effectLst/>
            </c:spPr>
          </c:dPt>
          <c:dPt>
            <c:idx val="381"/>
            <c:invertIfNegative val="0"/>
            <c:bubble3D val="0"/>
            <c:spPr>
              <a:solidFill>
                <a:srgbClr val="FF5A5F"/>
              </a:solidFill>
              <a:effectLst/>
            </c:spPr>
          </c:dPt>
          <c:dPt>
            <c:idx val="382"/>
            <c:invertIfNegative val="0"/>
            <c:bubble3D val="0"/>
            <c:spPr>
              <a:solidFill>
                <a:srgbClr val="2BD9A0"/>
              </a:solidFill>
              <a:effectLst/>
            </c:spPr>
          </c:dPt>
          <c:dPt>
            <c:idx val="383"/>
            <c:invertIfNegative val="0"/>
            <c:bubble3D val="0"/>
            <c:spPr>
              <a:solidFill>
                <a:srgbClr val="FF5A5F"/>
              </a:solidFill>
              <a:effectLst/>
            </c:spPr>
          </c:dPt>
          <c:dPt>
            <c:idx val="384"/>
            <c:invertIfNegative val="0"/>
            <c:bubble3D val="0"/>
            <c:spPr>
              <a:solidFill>
                <a:srgbClr val="FF5A5F"/>
              </a:solidFill>
              <a:effectLst/>
            </c:spPr>
          </c:dPt>
          <c:dPt>
            <c:idx val="385"/>
            <c:invertIfNegative val="0"/>
            <c:bubble3D val="0"/>
            <c:spPr>
              <a:solidFill>
                <a:srgbClr val="2BD9A0"/>
              </a:solidFill>
              <a:effectLst/>
            </c:spPr>
          </c:dPt>
          <c:dPt>
            <c:idx val="386"/>
            <c:invertIfNegative val="0"/>
            <c:bubble3D val="0"/>
            <c:spPr>
              <a:solidFill>
                <a:srgbClr val="FF5A5F"/>
              </a:solidFill>
              <a:effectLst/>
            </c:spPr>
          </c:dPt>
          <c:dPt>
            <c:idx val="387"/>
            <c:invertIfNegative val="0"/>
            <c:bubble3D val="0"/>
            <c:spPr>
              <a:solidFill>
                <a:srgbClr val="FF5A5F"/>
              </a:solidFill>
              <a:effectLst/>
            </c:spPr>
          </c:dPt>
          <c:dPt>
            <c:idx val="388"/>
            <c:invertIfNegative val="0"/>
            <c:bubble3D val="0"/>
            <c:spPr>
              <a:solidFill>
                <a:srgbClr val="2BD9A0"/>
              </a:solidFill>
              <a:effectLst/>
            </c:spPr>
          </c:dPt>
          <c:dPt>
            <c:idx val="389"/>
            <c:invertIfNegative val="0"/>
            <c:bubble3D val="0"/>
            <c:spPr>
              <a:solidFill>
                <a:srgbClr val="FF5A5F"/>
              </a:solidFill>
              <a:effectLst/>
            </c:spPr>
          </c:dPt>
          <c:dPt>
            <c:idx val="390"/>
            <c:invertIfNegative val="0"/>
            <c:bubble3D val="0"/>
            <c:spPr>
              <a:solidFill>
                <a:srgbClr val="FF5A5F"/>
              </a:solidFill>
              <a:effectLst/>
            </c:spPr>
          </c:dPt>
          <c:dPt>
            <c:idx val="391"/>
            <c:invertIfNegative val="0"/>
            <c:bubble3D val="0"/>
            <c:spPr>
              <a:solidFill>
                <a:srgbClr val="FF5A5F"/>
              </a:solidFill>
              <a:effectLst/>
            </c:spPr>
          </c:dPt>
          <c:dPt>
            <c:idx val="392"/>
            <c:invertIfNegative val="0"/>
            <c:bubble3D val="0"/>
            <c:spPr>
              <a:solidFill>
                <a:srgbClr val="FF5A5F"/>
              </a:solidFill>
              <a:effectLst/>
            </c:spPr>
          </c:dPt>
          <c:dPt>
            <c:idx val="393"/>
            <c:invertIfNegative val="0"/>
            <c:bubble3D val="0"/>
            <c:spPr>
              <a:solidFill>
                <a:srgbClr val="FF5A5F"/>
              </a:solidFill>
              <a:effectLst/>
            </c:spPr>
          </c:dPt>
          <c:dPt>
            <c:idx val="394"/>
            <c:invertIfNegative val="0"/>
            <c:bubble3D val="0"/>
            <c:spPr>
              <a:solidFill>
                <a:srgbClr val="2BD9A0"/>
              </a:solidFill>
              <a:effectLst/>
            </c:spPr>
          </c:dPt>
          <c:dPt>
            <c:idx val="395"/>
            <c:invertIfNegative val="0"/>
            <c:bubble3D val="0"/>
            <c:spPr>
              <a:solidFill>
                <a:srgbClr val="2BD9A0"/>
              </a:solidFill>
              <a:effectLst/>
            </c:spPr>
          </c:dPt>
          <c:dPt>
            <c:idx val="396"/>
            <c:invertIfNegative val="0"/>
            <c:bubble3D val="0"/>
            <c:spPr>
              <a:solidFill>
                <a:srgbClr val="FF5A5F"/>
              </a:solidFill>
              <a:effectLst/>
            </c:spPr>
          </c:dPt>
          <c:dPt>
            <c:idx val="397"/>
            <c:invertIfNegative val="0"/>
            <c:bubble3D val="0"/>
            <c:spPr>
              <a:solidFill>
                <a:srgbClr val="FF5A5F"/>
              </a:solidFill>
              <a:effectLst/>
            </c:spPr>
          </c:dPt>
          <c:dPt>
            <c:idx val="398"/>
            <c:invertIfNegative val="0"/>
            <c:bubble3D val="0"/>
            <c:spPr>
              <a:solidFill>
                <a:srgbClr val="2BD9A0"/>
              </a:solidFill>
              <a:effectLst/>
            </c:spPr>
          </c:dPt>
          <c:dPt>
            <c:idx val="399"/>
            <c:invertIfNegative val="0"/>
            <c:bubble3D val="0"/>
            <c:spPr>
              <a:solidFill>
                <a:srgbClr val="2BD9A0"/>
              </a:solidFill>
              <a:effectLst/>
            </c:spPr>
          </c:dPt>
          <c:dPt>
            <c:idx val="400"/>
            <c:invertIfNegative val="0"/>
            <c:bubble3D val="0"/>
            <c:spPr>
              <a:solidFill>
                <a:srgbClr val="FF5A5F"/>
              </a:solidFill>
              <a:effectLst/>
            </c:spPr>
          </c:dPt>
          <c:dPt>
            <c:idx val="401"/>
            <c:invertIfNegative val="0"/>
            <c:bubble3D val="0"/>
            <c:spPr>
              <a:solidFill>
                <a:srgbClr val="FF5A5F"/>
              </a:solidFill>
              <a:effectLst/>
            </c:spPr>
          </c:dPt>
          <c:dPt>
            <c:idx val="402"/>
            <c:invertIfNegative val="0"/>
            <c:bubble3D val="0"/>
            <c:spPr>
              <a:solidFill>
                <a:srgbClr val="2BD9A0"/>
              </a:solidFill>
              <a:effectLst/>
            </c:spPr>
          </c:dPt>
          <c:dPt>
            <c:idx val="403"/>
            <c:invertIfNegative val="0"/>
            <c:bubble3D val="0"/>
            <c:spPr>
              <a:solidFill>
                <a:srgbClr val="2BD9A0"/>
              </a:solidFill>
              <a:effectLst/>
            </c:spPr>
          </c:dPt>
          <c:dPt>
            <c:idx val="404"/>
            <c:invertIfNegative val="0"/>
            <c:bubble3D val="0"/>
            <c:spPr>
              <a:solidFill>
                <a:srgbClr val="2BD9A0"/>
              </a:solidFill>
              <a:effectLst/>
            </c:spPr>
          </c:dPt>
          <c:dPt>
            <c:idx val="405"/>
            <c:invertIfNegative val="0"/>
            <c:bubble3D val="0"/>
            <c:spPr>
              <a:solidFill>
                <a:srgbClr val="FF5A5F"/>
              </a:solidFill>
              <a:effectLst/>
            </c:spPr>
          </c:dPt>
          <c:dPt>
            <c:idx val="406"/>
            <c:invertIfNegative val="0"/>
            <c:bubble3D val="0"/>
            <c:spPr>
              <a:solidFill>
                <a:srgbClr val="2BD9A0"/>
              </a:solidFill>
              <a:effectLst/>
            </c:spPr>
          </c:dPt>
          <c:dPt>
            <c:idx val="407"/>
            <c:invertIfNegative val="0"/>
            <c:bubble3D val="0"/>
            <c:spPr>
              <a:solidFill>
                <a:srgbClr val="FF5A5F"/>
              </a:solidFill>
              <a:effectLst/>
            </c:spPr>
          </c:dPt>
          <c:dPt>
            <c:idx val="408"/>
            <c:invertIfNegative val="0"/>
            <c:bubble3D val="0"/>
            <c:spPr>
              <a:solidFill>
                <a:srgbClr val="FF5A5F"/>
              </a:solidFill>
              <a:effectLst/>
            </c:spPr>
          </c:dPt>
          <c:dPt>
            <c:idx val="409"/>
            <c:invertIfNegative val="0"/>
            <c:bubble3D val="0"/>
            <c:spPr>
              <a:solidFill>
                <a:srgbClr val="FF5A5F"/>
              </a:solidFill>
              <a:effectLst/>
            </c:spPr>
          </c:dPt>
          <c:dPt>
            <c:idx val="410"/>
            <c:invertIfNegative val="0"/>
            <c:bubble3D val="0"/>
            <c:spPr>
              <a:solidFill>
                <a:srgbClr val="FF5A5F"/>
              </a:solidFill>
              <a:effectLst/>
            </c:spPr>
          </c:dPt>
          <c:dPt>
            <c:idx val="411"/>
            <c:invertIfNegative val="0"/>
            <c:bubble3D val="0"/>
            <c:spPr>
              <a:solidFill>
                <a:srgbClr val="FF5A5F"/>
              </a:solidFill>
              <a:effectLst/>
            </c:spPr>
          </c:dPt>
          <c:dPt>
            <c:idx val="412"/>
            <c:invertIfNegative val="0"/>
            <c:bubble3D val="0"/>
            <c:spPr>
              <a:solidFill>
                <a:srgbClr val="2BD9A0"/>
              </a:solidFill>
              <a:effectLst/>
            </c:spPr>
          </c:dPt>
          <c:dPt>
            <c:idx val="413"/>
            <c:invertIfNegative val="0"/>
            <c:bubble3D val="0"/>
            <c:spPr>
              <a:solidFill>
                <a:srgbClr val="FF5A5F"/>
              </a:solidFill>
              <a:effectLst/>
            </c:spPr>
          </c:dPt>
          <c:dPt>
            <c:idx val="414"/>
            <c:invertIfNegative val="0"/>
            <c:bubble3D val="0"/>
            <c:spPr>
              <a:solidFill>
                <a:srgbClr val="2BD9A0"/>
              </a:solidFill>
              <a:effectLst/>
            </c:spPr>
          </c:dPt>
          <c:dPt>
            <c:idx val="415"/>
            <c:invertIfNegative val="0"/>
            <c:bubble3D val="0"/>
            <c:spPr>
              <a:solidFill>
                <a:srgbClr val="2BD9A0"/>
              </a:solidFill>
              <a:effectLst/>
            </c:spPr>
          </c:dPt>
          <c:dPt>
            <c:idx val="416"/>
            <c:invertIfNegative val="0"/>
            <c:bubble3D val="0"/>
            <c:spPr>
              <a:solidFill>
                <a:srgbClr val="2BD9A0"/>
              </a:solidFill>
              <a:effectLst/>
            </c:spPr>
          </c:dPt>
          <c:dPt>
            <c:idx val="417"/>
            <c:invertIfNegative val="0"/>
            <c:bubble3D val="0"/>
            <c:spPr>
              <a:solidFill>
                <a:srgbClr val="2BD9A0"/>
              </a:solidFill>
              <a:effectLst/>
            </c:spPr>
          </c:dPt>
          <c:dPt>
            <c:idx val="418"/>
            <c:invertIfNegative val="0"/>
            <c:bubble3D val="0"/>
            <c:spPr>
              <a:solidFill>
                <a:srgbClr val="2BD9A0"/>
              </a:solidFill>
              <a:effectLst/>
            </c:spPr>
          </c:dPt>
          <c:dPt>
            <c:idx val="419"/>
            <c:invertIfNegative val="0"/>
            <c:bubble3D val="0"/>
            <c:spPr>
              <a:solidFill>
                <a:srgbClr val="FF5A5F"/>
              </a:solidFill>
              <a:effectLst/>
            </c:spPr>
          </c:dPt>
          <c:dPt>
            <c:idx val="420"/>
            <c:invertIfNegative val="0"/>
            <c:bubble3D val="0"/>
            <c:spPr>
              <a:solidFill>
                <a:srgbClr val="FF5A5F"/>
              </a:solidFill>
              <a:effectLst/>
            </c:spPr>
          </c:dPt>
          <c:dPt>
            <c:idx val="421"/>
            <c:invertIfNegative val="0"/>
            <c:bubble3D val="0"/>
            <c:spPr>
              <a:solidFill>
                <a:srgbClr val="FF5A5F"/>
              </a:solidFill>
              <a:effectLst/>
            </c:spPr>
          </c:dPt>
          <c:dPt>
            <c:idx val="422"/>
            <c:invertIfNegative val="0"/>
            <c:bubble3D val="0"/>
            <c:spPr>
              <a:solidFill>
                <a:srgbClr val="2BD9A0"/>
              </a:solidFill>
              <a:effectLst/>
            </c:spPr>
          </c:dPt>
          <c:dPt>
            <c:idx val="423"/>
            <c:invertIfNegative val="0"/>
            <c:bubble3D val="0"/>
            <c:spPr>
              <a:solidFill>
                <a:srgbClr val="FF5A5F"/>
              </a:solidFill>
              <a:effectLst/>
            </c:spPr>
          </c:dPt>
          <c:dPt>
            <c:idx val="424"/>
            <c:invertIfNegative val="0"/>
            <c:bubble3D val="0"/>
            <c:spPr>
              <a:solidFill>
                <a:srgbClr val="FF5A5F"/>
              </a:solidFill>
              <a:effectLst/>
            </c:spPr>
          </c:dPt>
          <c:dPt>
            <c:idx val="425"/>
            <c:invertIfNegative val="0"/>
            <c:bubble3D val="0"/>
            <c:spPr>
              <a:solidFill>
                <a:srgbClr val="FF5A5F"/>
              </a:solidFill>
              <a:effectLst/>
            </c:spPr>
          </c:dPt>
          <c:dPt>
            <c:idx val="426"/>
            <c:invertIfNegative val="0"/>
            <c:bubble3D val="0"/>
            <c:spPr>
              <a:solidFill>
                <a:srgbClr val="FF5A5F"/>
              </a:solidFill>
              <a:effectLst/>
            </c:spPr>
          </c:dPt>
          <c:dPt>
            <c:idx val="427"/>
            <c:invertIfNegative val="0"/>
            <c:bubble3D val="0"/>
            <c:spPr>
              <a:solidFill>
                <a:srgbClr val="FF5A5F"/>
              </a:solidFill>
              <a:effectLst/>
            </c:spPr>
          </c:dPt>
          <c:dPt>
            <c:idx val="428"/>
            <c:invertIfNegative val="0"/>
            <c:bubble3D val="0"/>
            <c:spPr>
              <a:solidFill>
                <a:srgbClr val="FF5A5F"/>
              </a:solidFill>
              <a:effectLst/>
            </c:spPr>
          </c:dPt>
          <c:dPt>
            <c:idx val="429"/>
            <c:invertIfNegative val="0"/>
            <c:bubble3D val="0"/>
            <c:spPr>
              <a:solidFill>
                <a:srgbClr val="FF5A5F"/>
              </a:solidFill>
              <a:effectLst/>
            </c:spPr>
          </c:dPt>
          <c:dPt>
            <c:idx val="430"/>
            <c:invertIfNegative val="0"/>
            <c:bubble3D val="0"/>
            <c:spPr>
              <a:solidFill>
                <a:srgbClr val="FF5A5F"/>
              </a:solidFill>
              <a:effectLst/>
            </c:spPr>
          </c:dPt>
          <c:dPt>
            <c:idx val="431"/>
            <c:invertIfNegative val="0"/>
            <c:bubble3D val="0"/>
            <c:spPr>
              <a:solidFill>
                <a:srgbClr val="FF5A5F"/>
              </a:solidFill>
              <a:effectLst/>
            </c:spPr>
          </c:dPt>
          <c:dPt>
            <c:idx val="432"/>
            <c:invertIfNegative val="0"/>
            <c:bubble3D val="0"/>
            <c:spPr>
              <a:solidFill>
                <a:srgbClr val="2BD9A0"/>
              </a:solidFill>
              <a:effectLst/>
            </c:spPr>
          </c:dPt>
          <c:dPt>
            <c:idx val="433"/>
            <c:invertIfNegative val="0"/>
            <c:bubble3D val="0"/>
            <c:spPr>
              <a:solidFill>
                <a:srgbClr val="FF5A5F"/>
              </a:solidFill>
              <a:effectLst/>
            </c:spPr>
          </c:dPt>
          <c:dPt>
            <c:idx val="434"/>
            <c:invertIfNegative val="0"/>
            <c:bubble3D val="0"/>
            <c:spPr>
              <a:solidFill>
                <a:srgbClr val="FF5A5F"/>
              </a:solidFill>
              <a:effectLst/>
            </c:spPr>
          </c:dPt>
          <c:dPt>
            <c:idx val="435"/>
            <c:invertIfNegative val="0"/>
            <c:bubble3D val="0"/>
            <c:spPr>
              <a:solidFill>
                <a:srgbClr val="FF5A5F"/>
              </a:solidFill>
              <a:effectLst/>
            </c:spPr>
          </c:dPt>
          <c:dPt>
            <c:idx val="436"/>
            <c:invertIfNegative val="0"/>
            <c:bubble3D val="0"/>
            <c:spPr>
              <a:solidFill>
                <a:srgbClr val="FF5A5F"/>
              </a:solidFill>
              <a:effectLst/>
            </c:spPr>
          </c:dPt>
          <c:dPt>
            <c:idx val="437"/>
            <c:invertIfNegative val="0"/>
            <c:bubble3D val="0"/>
            <c:spPr>
              <a:solidFill>
                <a:srgbClr val="2BD9A0"/>
              </a:solidFill>
              <a:effectLst/>
            </c:spPr>
          </c:dPt>
          <c:dPt>
            <c:idx val="438"/>
            <c:invertIfNegative val="0"/>
            <c:bubble3D val="0"/>
            <c:spPr>
              <a:solidFill>
                <a:srgbClr val="FF5A5F"/>
              </a:solidFill>
              <a:effectLst/>
            </c:spPr>
          </c:dPt>
          <c:dPt>
            <c:idx val="439"/>
            <c:invertIfNegative val="0"/>
            <c:bubble3D val="0"/>
            <c:spPr>
              <a:solidFill>
                <a:srgbClr val="FF5A5F"/>
              </a:solidFill>
              <a:effectLst/>
            </c:spPr>
          </c:dPt>
          <c:dPt>
            <c:idx val="440"/>
            <c:invertIfNegative val="0"/>
            <c:bubble3D val="0"/>
            <c:spPr>
              <a:solidFill>
                <a:srgbClr val="2BD9A0"/>
              </a:solidFill>
              <a:effectLst/>
            </c:spPr>
          </c:dPt>
          <c:dPt>
            <c:idx val="441"/>
            <c:invertIfNegative val="0"/>
            <c:bubble3D val="0"/>
            <c:spPr>
              <a:solidFill>
                <a:srgbClr val="2BD9A0"/>
              </a:solidFill>
              <a:effectLst/>
            </c:spPr>
          </c:dPt>
          <c:dPt>
            <c:idx val="442"/>
            <c:invertIfNegative val="0"/>
            <c:bubble3D val="0"/>
            <c:spPr>
              <a:solidFill>
                <a:srgbClr val="FF5A5F"/>
              </a:solidFill>
              <a:effectLst/>
            </c:spPr>
          </c:dPt>
          <c:dPt>
            <c:idx val="443"/>
            <c:invertIfNegative val="0"/>
            <c:bubble3D val="0"/>
            <c:spPr>
              <a:solidFill>
                <a:srgbClr val="FF5A5F"/>
              </a:solidFill>
              <a:effectLst/>
            </c:spPr>
          </c:dPt>
          <c:dPt>
            <c:idx val="444"/>
            <c:invertIfNegative val="0"/>
            <c:bubble3D val="0"/>
            <c:spPr>
              <a:solidFill>
                <a:srgbClr val="FF5A5F"/>
              </a:solidFill>
              <a:effectLst/>
            </c:spPr>
          </c:dPt>
          <c:dPt>
            <c:idx val="445"/>
            <c:invertIfNegative val="0"/>
            <c:bubble3D val="0"/>
            <c:spPr>
              <a:solidFill>
                <a:srgbClr val="2BD9A0"/>
              </a:solidFill>
              <a:effectLst/>
            </c:spPr>
          </c:dPt>
          <c:dPt>
            <c:idx val="446"/>
            <c:invertIfNegative val="0"/>
            <c:bubble3D val="0"/>
            <c:spPr>
              <a:solidFill>
                <a:srgbClr val="FF5A5F"/>
              </a:solidFill>
              <a:effectLst/>
            </c:spPr>
          </c:dPt>
          <c:dPt>
            <c:idx val="447"/>
            <c:invertIfNegative val="0"/>
            <c:bubble3D val="0"/>
            <c:spPr>
              <a:solidFill>
                <a:srgbClr val="FF5A5F"/>
              </a:solidFill>
              <a:effectLst/>
            </c:spPr>
          </c:dPt>
          <c:dPt>
            <c:idx val="448"/>
            <c:invertIfNegative val="0"/>
            <c:bubble3D val="0"/>
            <c:spPr>
              <a:solidFill>
                <a:srgbClr val="FF5A5F"/>
              </a:solidFill>
              <a:effectLst/>
            </c:spPr>
          </c:dPt>
          <c:dPt>
            <c:idx val="449"/>
            <c:invertIfNegative val="0"/>
            <c:bubble3D val="0"/>
            <c:spPr>
              <a:solidFill>
                <a:srgbClr val="FF5A5F"/>
              </a:solidFill>
              <a:effectLst/>
            </c:spPr>
          </c:dPt>
          <c:dPt>
            <c:idx val="450"/>
            <c:invertIfNegative val="0"/>
            <c:bubble3D val="0"/>
            <c:spPr>
              <a:solidFill>
                <a:srgbClr val="FF5A5F"/>
              </a:solidFill>
              <a:effectLst/>
            </c:spPr>
          </c:dPt>
          <c:dPt>
            <c:idx val="451"/>
            <c:invertIfNegative val="0"/>
            <c:bubble3D val="0"/>
            <c:spPr>
              <a:solidFill>
                <a:srgbClr val="2BD9A0"/>
              </a:solidFill>
              <a:effectLst/>
            </c:spPr>
          </c:dPt>
          <c:dPt>
            <c:idx val="452"/>
            <c:invertIfNegative val="0"/>
            <c:bubble3D val="0"/>
            <c:spPr>
              <a:solidFill>
                <a:srgbClr val="FF5A5F"/>
              </a:solidFill>
              <a:effectLst/>
            </c:spPr>
          </c:dPt>
          <c:dPt>
            <c:idx val="453"/>
            <c:invertIfNegative val="0"/>
            <c:bubble3D val="0"/>
            <c:spPr>
              <a:solidFill>
                <a:srgbClr val="FF5A5F"/>
              </a:solidFill>
              <a:effectLst/>
            </c:spPr>
          </c:dPt>
          <c:dPt>
            <c:idx val="454"/>
            <c:invertIfNegative val="0"/>
            <c:bubble3D val="0"/>
            <c:spPr>
              <a:solidFill>
                <a:srgbClr val="FF5A5F"/>
              </a:solidFill>
              <a:effectLst/>
            </c:spPr>
          </c:dPt>
          <c:dPt>
            <c:idx val="455"/>
            <c:invertIfNegative val="0"/>
            <c:bubble3D val="0"/>
            <c:spPr>
              <a:solidFill>
                <a:srgbClr val="FF5A5F"/>
              </a:solidFill>
              <a:effectLst/>
            </c:spPr>
          </c:dPt>
          <c:dPt>
            <c:idx val="456"/>
            <c:invertIfNegative val="0"/>
            <c:bubble3D val="0"/>
            <c:spPr>
              <a:solidFill>
                <a:srgbClr val="FF5A5F"/>
              </a:solidFill>
              <a:effectLst/>
            </c:spPr>
          </c:dPt>
          <c:dPt>
            <c:idx val="457"/>
            <c:invertIfNegative val="0"/>
            <c:bubble3D val="0"/>
            <c:spPr>
              <a:solidFill>
                <a:srgbClr val="FF5A5F"/>
              </a:solidFill>
              <a:effectLst/>
            </c:spPr>
          </c:dPt>
          <c:dPt>
            <c:idx val="458"/>
            <c:invertIfNegative val="0"/>
            <c:bubble3D val="0"/>
            <c:spPr>
              <a:solidFill>
                <a:srgbClr val="FF5A5F"/>
              </a:solidFill>
              <a:effectLst/>
            </c:spPr>
          </c:dPt>
          <c:dPt>
            <c:idx val="459"/>
            <c:invertIfNegative val="0"/>
            <c:bubble3D val="0"/>
            <c:spPr>
              <a:solidFill>
                <a:srgbClr val="FF5A5F"/>
              </a:solidFill>
              <a:effectLst/>
            </c:spPr>
          </c:dPt>
          <c:dPt>
            <c:idx val="460"/>
            <c:invertIfNegative val="0"/>
            <c:bubble3D val="0"/>
            <c:spPr>
              <a:solidFill>
                <a:srgbClr val="2BD9A0"/>
              </a:solidFill>
              <a:effectLst/>
            </c:spPr>
          </c:dPt>
          <c:dPt>
            <c:idx val="461"/>
            <c:invertIfNegative val="0"/>
            <c:bubble3D val="0"/>
            <c:spPr>
              <a:solidFill>
                <a:srgbClr val="2BD9A0"/>
              </a:solidFill>
              <a:effectLst/>
            </c:spPr>
          </c:dPt>
          <c:dPt>
            <c:idx val="462"/>
            <c:invertIfNegative val="0"/>
            <c:bubble3D val="0"/>
            <c:spPr>
              <a:solidFill>
                <a:srgbClr val="2BD9A0"/>
              </a:solidFill>
              <a:effectLst/>
            </c:spPr>
          </c:dPt>
          <c:dPt>
            <c:idx val="463"/>
            <c:invertIfNegative val="0"/>
            <c:bubble3D val="0"/>
            <c:spPr>
              <a:solidFill>
                <a:srgbClr val="2BD9A0"/>
              </a:solidFill>
              <a:effectLst/>
            </c:spPr>
          </c:dPt>
          <c:dPt>
            <c:idx val="464"/>
            <c:invertIfNegative val="0"/>
            <c:bubble3D val="0"/>
            <c:spPr>
              <a:solidFill>
                <a:srgbClr val="2BD9A0"/>
              </a:solidFill>
              <a:effectLst/>
            </c:spPr>
          </c:dPt>
          <c:dPt>
            <c:idx val="465"/>
            <c:invertIfNegative val="0"/>
            <c:bubble3D val="0"/>
            <c:spPr>
              <a:solidFill>
                <a:srgbClr val="2BD9A0"/>
              </a:solidFill>
              <a:effectLst/>
            </c:spPr>
          </c:dPt>
          <c:dPt>
            <c:idx val="466"/>
            <c:invertIfNegative val="0"/>
            <c:bubble3D val="0"/>
            <c:spPr>
              <a:solidFill>
                <a:srgbClr val="2BD9A0"/>
              </a:solidFill>
              <a:effectLst/>
            </c:spPr>
          </c:dPt>
          <c:dPt>
            <c:idx val="467"/>
            <c:invertIfNegative val="0"/>
            <c:bubble3D val="0"/>
            <c:spPr>
              <a:solidFill>
                <a:srgbClr val="FF5A5F"/>
              </a:solidFill>
              <a:effectLst/>
            </c:spPr>
          </c:dPt>
          <c:dPt>
            <c:idx val="468"/>
            <c:invertIfNegative val="0"/>
            <c:bubble3D val="0"/>
            <c:spPr>
              <a:solidFill>
                <a:srgbClr val="2BD9A0"/>
              </a:solidFill>
              <a:effectLst/>
            </c:spPr>
          </c:dPt>
          <c:dPt>
            <c:idx val="469"/>
            <c:invertIfNegative val="0"/>
            <c:bubble3D val="0"/>
            <c:spPr>
              <a:solidFill>
                <a:srgbClr val="2BD9A0"/>
              </a:solidFill>
              <a:effectLst/>
            </c:spPr>
          </c:dPt>
          <c:dPt>
            <c:idx val="470"/>
            <c:invertIfNegative val="0"/>
            <c:bubble3D val="0"/>
            <c:spPr>
              <a:solidFill>
                <a:srgbClr val="FF5A5F"/>
              </a:solidFill>
              <a:effectLst/>
            </c:spPr>
          </c:dPt>
          <c:dPt>
            <c:idx val="471"/>
            <c:invertIfNegative val="0"/>
            <c:bubble3D val="0"/>
            <c:spPr>
              <a:solidFill>
                <a:srgbClr val="FF5A5F"/>
              </a:solidFill>
              <a:effectLst/>
            </c:spPr>
          </c:dPt>
          <c:dPt>
            <c:idx val="472"/>
            <c:invertIfNegative val="0"/>
            <c:bubble3D val="0"/>
            <c:spPr>
              <a:solidFill>
                <a:srgbClr val="2BD9A0"/>
              </a:solidFill>
              <a:effectLst/>
            </c:spPr>
          </c:dPt>
          <c:dPt>
            <c:idx val="473"/>
            <c:invertIfNegative val="0"/>
            <c:bubble3D val="0"/>
            <c:spPr>
              <a:solidFill>
                <a:srgbClr val="2BD9A0"/>
              </a:solidFill>
              <a:effectLst/>
            </c:spPr>
          </c:dPt>
          <c:dPt>
            <c:idx val="474"/>
            <c:invertIfNegative val="0"/>
            <c:bubble3D val="0"/>
            <c:spPr>
              <a:solidFill>
                <a:srgbClr val="2BD9A0"/>
              </a:solidFill>
              <a:effectLst/>
            </c:spPr>
          </c:dPt>
          <c:dPt>
            <c:idx val="475"/>
            <c:invertIfNegative val="0"/>
            <c:bubble3D val="0"/>
            <c:spPr>
              <a:solidFill>
                <a:srgbClr val="FF5A5F"/>
              </a:solidFill>
              <a:effectLst/>
            </c:spPr>
          </c:dPt>
          <c:dPt>
            <c:idx val="476"/>
            <c:invertIfNegative val="0"/>
            <c:bubble3D val="0"/>
            <c:spPr>
              <a:solidFill>
                <a:srgbClr val="2BD9A0"/>
              </a:solidFill>
              <a:effectLst/>
            </c:spPr>
          </c:dPt>
          <c:dPt>
            <c:idx val="477"/>
            <c:invertIfNegative val="0"/>
            <c:bubble3D val="0"/>
            <c:spPr>
              <a:solidFill>
                <a:srgbClr val="2BD9A0"/>
              </a:solidFill>
              <a:effectLst/>
            </c:spPr>
          </c:dPt>
          <c:dPt>
            <c:idx val="478"/>
            <c:invertIfNegative val="0"/>
            <c:bubble3D val="0"/>
            <c:spPr>
              <a:solidFill>
                <a:srgbClr val="2BD9A0"/>
              </a:solidFill>
              <a:effectLst/>
            </c:spPr>
          </c:dPt>
          <c:dPt>
            <c:idx val="479"/>
            <c:invertIfNegative val="0"/>
            <c:bubble3D val="0"/>
            <c:spPr>
              <a:solidFill>
                <a:srgbClr val="FF5A5F"/>
              </a:solidFill>
              <a:effectLst/>
            </c:spPr>
          </c:dPt>
          <c:dPt>
            <c:idx val="480"/>
            <c:invertIfNegative val="0"/>
            <c:bubble3D val="0"/>
            <c:spPr>
              <a:solidFill>
                <a:srgbClr val="2BD9A0"/>
              </a:solidFill>
              <a:effectLst/>
            </c:spPr>
          </c:dPt>
          <c:dPt>
            <c:idx val="481"/>
            <c:invertIfNegative val="0"/>
            <c:bubble3D val="0"/>
            <c:spPr>
              <a:solidFill>
                <a:srgbClr val="FF5A5F"/>
              </a:solidFill>
              <a:effectLst/>
            </c:spPr>
          </c:dPt>
          <c:dPt>
            <c:idx val="482"/>
            <c:invertIfNegative val="0"/>
            <c:bubble3D val="0"/>
            <c:spPr>
              <a:solidFill>
                <a:srgbClr val="FF5A5F"/>
              </a:solidFill>
              <a:effectLst/>
            </c:spPr>
          </c:dPt>
          <c:dPt>
            <c:idx val="483"/>
            <c:invertIfNegative val="0"/>
            <c:bubble3D val="0"/>
            <c:spPr>
              <a:solidFill>
                <a:srgbClr val="FF5A5F"/>
              </a:solidFill>
              <a:effectLst/>
            </c:spPr>
          </c:dPt>
          <c:dPt>
            <c:idx val="484"/>
            <c:invertIfNegative val="0"/>
            <c:bubble3D val="0"/>
            <c:spPr>
              <a:solidFill>
                <a:srgbClr val="2BD9A0"/>
              </a:solidFill>
              <a:effectLst/>
            </c:spPr>
          </c:dPt>
          <c:dPt>
            <c:idx val="485"/>
            <c:invertIfNegative val="0"/>
            <c:bubble3D val="0"/>
            <c:spPr>
              <a:solidFill>
                <a:srgbClr val="2BD9A0"/>
              </a:solidFill>
              <a:effectLst/>
            </c:spPr>
          </c:dPt>
          <c:dPt>
            <c:idx val="486"/>
            <c:invertIfNegative val="0"/>
            <c:bubble3D val="0"/>
            <c:spPr>
              <a:solidFill>
                <a:srgbClr val="2BD9A0"/>
              </a:solidFill>
              <a:effectLst/>
            </c:spPr>
          </c:dPt>
          <c:dPt>
            <c:idx val="487"/>
            <c:invertIfNegative val="0"/>
            <c:bubble3D val="0"/>
            <c:spPr>
              <a:solidFill>
                <a:srgbClr val="2BD9A0"/>
              </a:solidFill>
              <a:effectLst/>
            </c:spPr>
          </c:dPt>
          <c:dPt>
            <c:idx val="488"/>
            <c:invertIfNegative val="0"/>
            <c:bubble3D val="0"/>
            <c:spPr>
              <a:solidFill>
                <a:srgbClr val="2BD9A0"/>
              </a:solidFill>
              <a:effectLst/>
            </c:spPr>
          </c:dPt>
          <c:dPt>
            <c:idx val="489"/>
            <c:invertIfNegative val="0"/>
            <c:bubble3D val="0"/>
            <c:spPr>
              <a:solidFill>
                <a:srgbClr val="2BD9A0"/>
              </a:solidFill>
              <a:effectLst/>
            </c:spPr>
          </c:dPt>
          <c:dPt>
            <c:idx val="490"/>
            <c:invertIfNegative val="0"/>
            <c:bubble3D val="0"/>
            <c:spPr>
              <a:solidFill>
                <a:srgbClr val="FF5A5F"/>
              </a:solidFill>
              <a:effectLst/>
            </c:spPr>
          </c:dPt>
          <c:dPt>
            <c:idx val="491"/>
            <c:invertIfNegative val="0"/>
            <c:bubble3D val="0"/>
            <c:spPr>
              <a:solidFill>
                <a:srgbClr val="FF5A5F"/>
              </a:solidFill>
              <a:effectLst/>
            </c:spPr>
          </c:dPt>
          <c:dPt>
            <c:idx val="492"/>
            <c:invertIfNegative val="0"/>
            <c:bubble3D val="0"/>
            <c:spPr>
              <a:solidFill>
                <a:srgbClr val="2BD9A0"/>
              </a:solidFill>
              <a:effectLst/>
            </c:spPr>
          </c:dPt>
          <c:dPt>
            <c:idx val="493"/>
            <c:invertIfNegative val="0"/>
            <c:bubble3D val="0"/>
            <c:spPr>
              <a:solidFill>
                <a:srgbClr val="2BD9A0"/>
              </a:solidFill>
              <a:effectLst/>
            </c:spPr>
          </c:dPt>
          <c:dPt>
            <c:idx val="494"/>
            <c:invertIfNegative val="0"/>
            <c:bubble3D val="0"/>
            <c:spPr>
              <a:solidFill>
                <a:srgbClr val="2BD9A0"/>
              </a:solidFill>
              <a:effectLst/>
            </c:spPr>
          </c:dPt>
          <c:dPt>
            <c:idx val="495"/>
            <c:invertIfNegative val="0"/>
            <c:bubble3D val="0"/>
            <c:spPr>
              <a:solidFill>
                <a:srgbClr val="2BD9A0"/>
              </a:solidFill>
              <a:effectLst/>
            </c:spPr>
          </c:dPt>
          <c:dPt>
            <c:idx val="496"/>
            <c:invertIfNegative val="0"/>
            <c:bubble3D val="0"/>
            <c:spPr>
              <a:solidFill>
                <a:srgbClr val="2BD9A0"/>
              </a:solidFill>
              <a:effectLst/>
            </c:spPr>
          </c:dPt>
          <c:dPt>
            <c:idx val="497"/>
            <c:invertIfNegative val="0"/>
            <c:bubble3D val="0"/>
            <c:spPr>
              <a:solidFill>
                <a:srgbClr val="FF5A5F"/>
              </a:solidFill>
              <a:effectLst/>
            </c:spPr>
          </c:dPt>
          <c:dPt>
            <c:idx val="498"/>
            <c:invertIfNegative val="0"/>
            <c:bubble3D val="0"/>
            <c:spPr>
              <a:solidFill>
                <a:srgbClr val="2BD9A0"/>
              </a:solidFill>
              <a:effectLst/>
            </c:spPr>
          </c:dPt>
          <c:dPt>
            <c:idx val="499"/>
            <c:invertIfNegative val="0"/>
            <c:bubble3D val="0"/>
            <c:spPr>
              <a:solidFill>
                <a:srgbClr val="FF5A5F"/>
              </a:solidFill>
              <a:effectLst/>
            </c:spPr>
          </c:dPt>
          <c:dPt>
            <c:idx val="500"/>
            <c:invertIfNegative val="0"/>
            <c:bubble3D val="0"/>
            <c:spPr>
              <a:solidFill>
                <a:srgbClr val="FF5A5F"/>
              </a:solidFill>
              <a:effectLst/>
            </c:spPr>
          </c:dPt>
          <c:dPt>
            <c:idx val="501"/>
            <c:invertIfNegative val="0"/>
            <c:bubble3D val="0"/>
            <c:spPr>
              <a:solidFill>
                <a:srgbClr val="FF5A5F"/>
              </a:solidFill>
              <a:effectLst/>
            </c:spPr>
          </c:dPt>
          <c:dPt>
            <c:idx val="502"/>
            <c:invertIfNegative val="0"/>
            <c:bubble3D val="0"/>
            <c:spPr>
              <a:solidFill>
                <a:srgbClr val="FF5A5F"/>
              </a:solidFill>
              <a:effectLst/>
            </c:spPr>
          </c:dPt>
          <c:dPt>
            <c:idx val="503"/>
            <c:invertIfNegative val="0"/>
            <c:bubble3D val="0"/>
            <c:spPr>
              <a:solidFill>
                <a:srgbClr val="FF5A5F"/>
              </a:solidFill>
              <a:effectLst/>
            </c:spPr>
          </c:dPt>
          <c:dPt>
            <c:idx val="504"/>
            <c:invertIfNegative val="0"/>
            <c:bubble3D val="0"/>
            <c:spPr>
              <a:solidFill>
                <a:srgbClr val="FF5A5F"/>
              </a:solidFill>
              <a:effectLst/>
            </c:spPr>
          </c:dPt>
          <c:dPt>
            <c:idx val="505"/>
            <c:invertIfNegative val="0"/>
            <c:bubble3D val="0"/>
            <c:spPr>
              <a:solidFill>
                <a:srgbClr val="FF5A5F"/>
              </a:solidFill>
              <a:effectLst/>
            </c:spPr>
          </c:dPt>
          <c:dPt>
            <c:idx val="506"/>
            <c:invertIfNegative val="0"/>
            <c:bubble3D val="0"/>
            <c:spPr>
              <a:solidFill>
                <a:srgbClr val="2BD9A0"/>
              </a:solidFill>
              <a:effectLst/>
            </c:spPr>
          </c:dPt>
          <c:dPt>
            <c:idx val="507"/>
            <c:invertIfNegative val="0"/>
            <c:bubble3D val="0"/>
            <c:spPr>
              <a:solidFill>
                <a:srgbClr val="2BD9A0"/>
              </a:solidFill>
              <a:effectLst/>
            </c:spPr>
          </c:dPt>
          <c:dPt>
            <c:idx val="508"/>
            <c:invertIfNegative val="0"/>
            <c:bubble3D val="0"/>
            <c:spPr>
              <a:solidFill>
                <a:srgbClr val="2BD9A0"/>
              </a:solidFill>
              <a:effectLst/>
            </c:spPr>
          </c:dPt>
          <c:dPt>
            <c:idx val="509"/>
            <c:invertIfNegative val="0"/>
            <c:bubble3D val="0"/>
            <c:spPr>
              <a:solidFill>
                <a:srgbClr val="FF5A5F"/>
              </a:solidFill>
              <a:effectLst/>
            </c:spPr>
          </c:dPt>
          <c:dPt>
            <c:idx val="510"/>
            <c:invertIfNegative val="0"/>
            <c:bubble3D val="0"/>
            <c:spPr>
              <a:solidFill>
                <a:srgbClr val="FF5A5F"/>
              </a:solidFill>
              <a:effectLst/>
            </c:spPr>
          </c:dPt>
          <c:dPt>
            <c:idx val="511"/>
            <c:invertIfNegative val="0"/>
            <c:bubble3D val="0"/>
            <c:spPr>
              <a:solidFill>
                <a:srgbClr val="FF5A5F"/>
              </a:solidFill>
              <a:effectLst/>
            </c:spPr>
          </c:dPt>
          <c:dPt>
            <c:idx val="512"/>
            <c:invertIfNegative val="0"/>
            <c:bubble3D val="0"/>
            <c:spPr>
              <a:solidFill>
                <a:srgbClr val="FF5A5F"/>
              </a:solidFill>
              <a:effectLst/>
            </c:spPr>
          </c:dPt>
          <c:dPt>
            <c:idx val="513"/>
            <c:invertIfNegative val="0"/>
            <c:bubble3D val="0"/>
            <c:spPr>
              <a:solidFill>
                <a:srgbClr val="FF5A5F"/>
              </a:solidFill>
              <a:effectLst/>
            </c:spPr>
          </c:dPt>
          <c:dPt>
            <c:idx val="514"/>
            <c:invertIfNegative val="0"/>
            <c:bubble3D val="0"/>
            <c:spPr>
              <a:solidFill>
                <a:srgbClr val="FF5A5F"/>
              </a:solidFill>
              <a:effectLst/>
            </c:spPr>
          </c:dPt>
          <c:dPt>
            <c:idx val="515"/>
            <c:invertIfNegative val="0"/>
            <c:bubble3D val="0"/>
            <c:spPr>
              <a:solidFill>
                <a:srgbClr val="2BD9A0"/>
              </a:solidFill>
              <a:effectLst/>
            </c:spPr>
          </c:dPt>
          <c:dPt>
            <c:idx val="516"/>
            <c:invertIfNegative val="0"/>
            <c:bubble3D val="0"/>
            <c:spPr>
              <a:solidFill>
                <a:srgbClr val="FF5A5F"/>
              </a:solidFill>
              <a:effectLst/>
            </c:spPr>
          </c:dPt>
          <c:dPt>
            <c:idx val="517"/>
            <c:invertIfNegative val="0"/>
            <c:bubble3D val="0"/>
            <c:spPr>
              <a:solidFill>
                <a:srgbClr val="2BD9A0"/>
              </a:solidFill>
              <a:effectLst/>
            </c:spPr>
          </c:dPt>
          <c:dPt>
            <c:idx val="518"/>
            <c:invertIfNegative val="0"/>
            <c:bubble3D val="0"/>
            <c:spPr>
              <a:solidFill>
                <a:srgbClr val="2BD9A0"/>
              </a:solidFill>
              <a:effectLst/>
            </c:spPr>
          </c:dPt>
          <c:dPt>
            <c:idx val="519"/>
            <c:invertIfNegative val="0"/>
            <c:bubble3D val="0"/>
            <c:spPr>
              <a:solidFill>
                <a:srgbClr val="2BD9A0"/>
              </a:solidFill>
              <a:effectLst/>
            </c:spPr>
          </c:dPt>
          <c:dPt>
            <c:idx val="520"/>
            <c:invertIfNegative val="0"/>
            <c:bubble3D val="0"/>
            <c:spPr>
              <a:solidFill>
                <a:srgbClr val="2BD9A0"/>
              </a:solidFill>
              <a:effectLst/>
            </c:spPr>
          </c:dPt>
          <c:dPt>
            <c:idx val="521"/>
            <c:invertIfNegative val="0"/>
            <c:bubble3D val="0"/>
            <c:spPr>
              <a:solidFill>
                <a:srgbClr val="2BD9A0"/>
              </a:solidFill>
              <a:effectLst/>
            </c:spPr>
          </c:dPt>
          <c:dPt>
            <c:idx val="522"/>
            <c:invertIfNegative val="0"/>
            <c:bubble3D val="0"/>
            <c:spPr>
              <a:solidFill>
                <a:srgbClr val="2BD9A0"/>
              </a:solidFill>
              <a:effectLst/>
            </c:spPr>
          </c:dPt>
          <c:dPt>
            <c:idx val="523"/>
            <c:invertIfNegative val="0"/>
            <c:bubble3D val="0"/>
            <c:spPr>
              <a:solidFill>
                <a:srgbClr val="FF5A5F"/>
              </a:solidFill>
              <a:effectLst/>
            </c:spPr>
          </c:dPt>
          <c:dPt>
            <c:idx val="524"/>
            <c:invertIfNegative val="0"/>
            <c:bubble3D val="0"/>
            <c:spPr>
              <a:solidFill>
                <a:srgbClr val="FF5A5F"/>
              </a:solidFill>
              <a:effectLst/>
            </c:spPr>
          </c:dPt>
          <c:dPt>
            <c:idx val="525"/>
            <c:invertIfNegative val="0"/>
            <c:bubble3D val="0"/>
            <c:spPr>
              <a:solidFill>
                <a:srgbClr val="FF5A5F"/>
              </a:solidFill>
              <a:effectLst/>
            </c:spPr>
          </c:dPt>
          <c:dPt>
            <c:idx val="526"/>
            <c:invertIfNegative val="0"/>
            <c:bubble3D val="0"/>
            <c:spPr>
              <a:solidFill>
                <a:srgbClr val="2BD9A0"/>
              </a:solidFill>
              <a:effectLst/>
            </c:spPr>
          </c:dPt>
          <c:dPt>
            <c:idx val="527"/>
            <c:invertIfNegative val="0"/>
            <c:bubble3D val="0"/>
            <c:spPr>
              <a:solidFill>
                <a:srgbClr val="FF5A5F"/>
              </a:solidFill>
              <a:effectLst/>
            </c:spPr>
          </c:dPt>
          <c:dPt>
            <c:idx val="528"/>
            <c:invertIfNegative val="0"/>
            <c:bubble3D val="0"/>
            <c:spPr>
              <a:solidFill>
                <a:srgbClr val="2BD9A0"/>
              </a:solidFill>
              <a:effectLst/>
            </c:spPr>
          </c:dPt>
          <c:dPt>
            <c:idx val="529"/>
            <c:invertIfNegative val="0"/>
            <c:bubble3D val="0"/>
            <c:spPr>
              <a:solidFill>
                <a:srgbClr val="FF5A5F"/>
              </a:solidFill>
              <a:effectLst/>
            </c:spPr>
          </c:dPt>
          <c:dPt>
            <c:idx val="530"/>
            <c:invertIfNegative val="0"/>
            <c:bubble3D val="0"/>
            <c:spPr>
              <a:solidFill>
                <a:srgbClr val="FF5A5F"/>
              </a:solidFill>
              <a:effectLst/>
            </c:spPr>
          </c:dPt>
          <c:dPt>
            <c:idx val="531"/>
            <c:invertIfNegative val="0"/>
            <c:bubble3D val="0"/>
            <c:spPr>
              <a:solidFill>
                <a:srgbClr val="FF5A5F"/>
              </a:solidFill>
              <a:effectLst/>
            </c:spPr>
          </c:dPt>
          <c:dPt>
            <c:idx val="532"/>
            <c:invertIfNegative val="0"/>
            <c:bubble3D val="0"/>
            <c:spPr>
              <a:solidFill>
                <a:srgbClr val="FF5A5F"/>
              </a:solidFill>
              <a:effectLst/>
            </c:spPr>
          </c:dPt>
          <c:dPt>
            <c:idx val="533"/>
            <c:invertIfNegative val="0"/>
            <c:bubble3D val="0"/>
            <c:spPr>
              <a:solidFill>
                <a:srgbClr val="FF5A5F"/>
              </a:solidFill>
              <a:effectLst/>
            </c:spPr>
          </c:dPt>
          <c:dPt>
            <c:idx val="534"/>
            <c:invertIfNegative val="0"/>
            <c:bubble3D val="0"/>
            <c:spPr>
              <a:solidFill>
                <a:srgbClr val="FF5A5F"/>
              </a:solidFill>
              <a:effectLst/>
            </c:spPr>
          </c:dPt>
          <c:dPt>
            <c:idx val="535"/>
            <c:invertIfNegative val="0"/>
            <c:bubble3D val="0"/>
            <c:spPr>
              <a:solidFill>
                <a:srgbClr val="FF5A5F"/>
              </a:solidFill>
              <a:effectLst/>
            </c:spPr>
          </c:dPt>
          <c:dPt>
            <c:idx val="536"/>
            <c:invertIfNegative val="0"/>
            <c:bubble3D val="0"/>
            <c:spPr>
              <a:solidFill>
                <a:srgbClr val="FF5A5F"/>
              </a:solidFill>
              <a:effectLst/>
            </c:spPr>
          </c:dPt>
          <c:dPt>
            <c:idx val="537"/>
            <c:invertIfNegative val="0"/>
            <c:bubble3D val="0"/>
            <c:spPr>
              <a:solidFill>
                <a:srgbClr val="FF5A5F"/>
              </a:solidFill>
              <a:effectLst/>
            </c:spPr>
          </c:dPt>
          <c:dPt>
            <c:idx val="538"/>
            <c:invertIfNegative val="0"/>
            <c:bubble3D val="0"/>
            <c:spPr>
              <a:solidFill>
                <a:srgbClr val="2BD9A0"/>
              </a:solidFill>
              <a:effectLst/>
            </c:spPr>
          </c:dPt>
          <c:dPt>
            <c:idx val="539"/>
            <c:invertIfNegative val="0"/>
            <c:bubble3D val="0"/>
            <c:spPr>
              <a:solidFill>
                <a:srgbClr val="2BD9A0"/>
              </a:solidFill>
              <a:effectLst/>
            </c:spPr>
          </c:dPt>
          <c:dPt>
            <c:idx val="540"/>
            <c:invertIfNegative val="0"/>
            <c:bubble3D val="0"/>
            <c:spPr>
              <a:solidFill>
                <a:srgbClr val="2BD9A0"/>
              </a:solidFill>
              <a:effectLst/>
            </c:spPr>
          </c:dPt>
          <c:dPt>
            <c:idx val="541"/>
            <c:invertIfNegative val="0"/>
            <c:bubble3D val="0"/>
            <c:spPr>
              <a:solidFill>
                <a:srgbClr val="2BD9A0"/>
              </a:solidFill>
              <a:effectLst/>
            </c:spPr>
          </c:dPt>
          <c:dPt>
            <c:idx val="542"/>
            <c:invertIfNegative val="0"/>
            <c:bubble3D val="0"/>
            <c:spPr>
              <a:solidFill>
                <a:srgbClr val="FF5A5F"/>
              </a:solidFill>
              <a:effectLst/>
            </c:spPr>
          </c:dPt>
          <c:dPt>
            <c:idx val="543"/>
            <c:invertIfNegative val="0"/>
            <c:bubble3D val="0"/>
            <c:spPr>
              <a:solidFill>
                <a:srgbClr val="FF5A5F"/>
              </a:solidFill>
              <a:effectLst/>
            </c:spPr>
          </c:dPt>
          <c:dPt>
            <c:idx val="544"/>
            <c:invertIfNegative val="0"/>
            <c:bubble3D val="0"/>
            <c:spPr>
              <a:solidFill>
                <a:srgbClr val="FF5A5F"/>
              </a:solidFill>
              <a:effectLst/>
            </c:spPr>
          </c:dPt>
          <c:dPt>
            <c:idx val="545"/>
            <c:invertIfNegative val="0"/>
            <c:bubble3D val="0"/>
            <c:spPr>
              <a:solidFill>
                <a:srgbClr val="FF5A5F"/>
              </a:solidFill>
              <a:effectLst/>
            </c:spPr>
          </c:dPt>
          <c:dPt>
            <c:idx val="546"/>
            <c:invertIfNegative val="0"/>
            <c:bubble3D val="0"/>
            <c:spPr>
              <a:solidFill>
                <a:srgbClr val="FF5A5F"/>
              </a:solidFill>
              <a:effectLst/>
            </c:spPr>
          </c:dPt>
          <c:dPt>
            <c:idx val="547"/>
            <c:invertIfNegative val="0"/>
            <c:bubble3D val="0"/>
            <c:spPr>
              <a:solidFill>
                <a:srgbClr val="FF5A5F"/>
              </a:solidFill>
              <a:effectLst/>
            </c:spPr>
          </c:dPt>
          <c:dPt>
            <c:idx val="548"/>
            <c:invertIfNegative val="0"/>
            <c:bubble3D val="0"/>
            <c:spPr>
              <a:solidFill>
                <a:srgbClr val="2BD9A0"/>
              </a:solidFill>
              <a:effectLst/>
            </c:spPr>
          </c:dPt>
          <c:dPt>
            <c:idx val="549"/>
            <c:invertIfNegative val="0"/>
            <c:bubble3D val="0"/>
            <c:spPr>
              <a:solidFill>
                <a:srgbClr val="FF5A5F"/>
              </a:solidFill>
              <a:effectLst/>
            </c:spPr>
          </c:dPt>
          <c:dPt>
            <c:idx val="550"/>
            <c:invertIfNegative val="0"/>
            <c:bubble3D val="0"/>
            <c:spPr>
              <a:solidFill>
                <a:srgbClr val="FF5A5F"/>
              </a:solidFill>
              <a:effectLst/>
            </c:spPr>
          </c:dPt>
          <c:dPt>
            <c:idx val="551"/>
            <c:invertIfNegative val="0"/>
            <c:bubble3D val="0"/>
            <c:spPr>
              <a:solidFill>
                <a:srgbClr val="2BD9A0"/>
              </a:solidFill>
              <a:effectLst/>
            </c:spPr>
          </c:dPt>
          <c:dPt>
            <c:idx val="552"/>
            <c:invertIfNegative val="0"/>
            <c:bubble3D val="0"/>
            <c:spPr>
              <a:solidFill>
                <a:srgbClr val="FF5A5F"/>
              </a:solidFill>
              <a:effectLst/>
            </c:spPr>
          </c:dPt>
          <c:dPt>
            <c:idx val="553"/>
            <c:invertIfNegative val="0"/>
            <c:bubble3D val="0"/>
            <c:spPr>
              <a:solidFill>
                <a:srgbClr val="FF5A5F"/>
              </a:solidFill>
              <a:effectLst/>
            </c:spPr>
          </c:dPt>
          <c:dPt>
            <c:idx val="554"/>
            <c:invertIfNegative val="0"/>
            <c:bubble3D val="0"/>
            <c:spPr>
              <a:solidFill>
                <a:srgbClr val="FF5A5F"/>
              </a:solidFill>
              <a:effectLst/>
            </c:spPr>
          </c:dPt>
          <c:dPt>
            <c:idx val="555"/>
            <c:invertIfNegative val="0"/>
            <c:bubble3D val="0"/>
            <c:spPr>
              <a:solidFill>
                <a:srgbClr val="FF5A5F"/>
              </a:solidFill>
              <a:effectLst/>
            </c:spPr>
          </c:dPt>
          <c:dPt>
            <c:idx val="556"/>
            <c:invertIfNegative val="0"/>
            <c:bubble3D val="0"/>
            <c:spPr>
              <a:solidFill>
                <a:srgbClr val="2BD9A0"/>
              </a:solidFill>
              <a:effectLst/>
            </c:spPr>
          </c:dPt>
          <c:dPt>
            <c:idx val="557"/>
            <c:invertIfNegative val="0"/>
            <c:bubble3D val="0"/>
            <c:spPr>
              <a:solidFill>
                <a:srgbClr val="FF5A5F"/>
              </a:solidFill>
              <a:effectLst/>
            </c:spPr>
          </c:dPt>
          <c:dPt>
            <c:idx val="558"/>
            <c:invertIfNegative val="0"/>
            <c:bubble3D val="0"/>
            <c:spPr>
              <a:solidFill>
                <a:srgbClr val="FF5A5F"/>
              </a:solidFill>
              <a:effectLst/>
            </c:spPr>
          </c:dPt>
          <c:dPt>
            <c:idx val="559"/>
            <c:invertIfNegative val="0"/>
            <c:bubble3D val="0"/>
            <c:spPr>
              <a:solidFill>
                <a:srgbClr val="FF5A5F"/>
              </a:solidFill>
              <a:effectLst/>
            </c:spPr>
          </c:dPt>
          <c:dPt>
            <c:idx val="560"/>
            <c:invertIfNegative val="0"/>
            <c:bubble3D val="0"/>
            <c:spPr>
              <a:solidFill>
                <a:srgbClr val="FF5A5F"/>
              </a:solidFill>
              <a:effectLst/>
            </c:spPr>
          </c:dPt>
          <c:dPt>
            <c:idx val="561"/>
            <c:invertIfNegative val="0"/>
            <c:bubble3D val="0"/>
            <c:spPr>
              <a:solidFill>
                <a:srgbClr val="FF5A5F"/>
              </a:solidFill>
              <a:effectLst/>
            </c:spPr>
          </c:dPt>
          <c:dPt>
            <c:idx val="562"/>
            <c:invertIfNegative val="0"/>
            <c:bubble3D val="0"/>
            <c:spPr>
              <a:solidFill>
                <a:srgbClr val="FF5A5F"/>
              </a:solidFill>
              <a:effectLst/>
            </c:spPr>
          </c:dPt>
          <c:dPt>
            <c:idx val="563"/>
            <c:invertIfNegative val="0"/>
            <c:bubble3D val="0"/>
            <c:spPr>
              <a:solidFill>
                <a:srgbClr val="FF5A5F"/>
              </a:solidFill>
              <a:effectLst/>
            </c:spPr>
          </c:dPt>
          <c:dPt>
            <c:idx val="564"/>
            <c:invertIfNegative val="0"/>
            <c:bubble3D val="0"/>
            <c:spPr>
              <a:solidFill>
                <a:srgbClr val="2BD9A0"/>
              </a:solidFill>
              <a:effectLst/>
            </c:spPr>
          </c:dPt>
          <c:dPt>
            <c:idx val="565"/>
            <c:invertIfNegative val="0"/>
            <c:bubble3D val="0"/>
            <c:spPr>
              <a:solidFill>
                <a:srgbClr val="2BD9A0"/>
              </a:solidFill>
              <a:effectLst/>
            </c:spPr>
          </c:dPt>
          <c:dPt>
            <c:idx val="566"/>
            <c:invertIfNegative val="0"/>
            <c:bubble3D val="0"/>
            <c:spPr>
              <a:solidFill>
                <a:srgbClr val="FF5A5F"/>
              </a:solidFill>
              <a:effectLst/>
            </c:spPr>
          </c:dPt>
          <c:dPt>
            <c:idx val="567"/>
            <c:invertIfNegative val="0"/>
            <c:bubble3D val="0"/>
            <c:spPr>
              <a:solidFill>
                <a:srgbClr val="2BD9A0"/>
              </a:solidFill>
              <a:effectLst/>
            </c:spPr>
          </c:dPt>
          <c:dPt>
            <c:idx val="568"/>
            <c:invertIfNegative val="0"/>
            <c:bubble3D val="0"/>
            <c:spPr>
              <a:solidFill>
                <a:srgbClr val="2BD9A0"/>
              </a:solidFill>
              <a:effectLst/>
            </c:spPr>
          </c:dPt>
          <c:dPt>
            <c:idx val="569"/>
            <c:invertIfNegative val="0"/>
            <c:bubble3D val="0"/>
            <c:spPr>
              <a:solidFill>
                <a:srgbClr val="FF5A5F"/>
              </a:solidFill>
              <a:effectLst/>
            </c:spPr>
          </c:dPt>
          <c:dPt>
            <c:idx val="570"/>
            <c:invertIfNegative val="0"/>
            <c:bubble3D val="0"/>
            <c:spPr>
              <a:solidFill>
                <a:srgbClr val="FF5A5F"/>
              </a:solidFill>
              <a:effectLst/>
            </c:spPr>
          </c:dPt>
          <c:dPt>
            <c:idx val="571"/>
            <c:invertIfNegative val="0"/>
            <c:bubble3D val="0"/>
            <c:spPr>
              <a:solidFill>
                <a:srgbClr val="FF5A5F"/>
              </a:solidFill>
              <a:effectLst/>
            </c:spPr>
          </c:dPt>
          <c:dPt>
            <c:idx val="572"/>
            <c:invertIfNegative val="0"/>
            <c:bubble3D val="0"/>
            <c:spPr>
              <a:solidFill>
                <a:srgbClr val="FF5A5F"/>
              </a:solidFill>
              <a:effectLst/>
            </c:spPr>
          </c:dPt>
          <c:dPt>
            <c:idx val="573"/>
            <c:invertIfNegative val="0"/>
            <c:bubble3D val="0"/>
            <c:spPr>
              <a:solidFill>
                <a:srgbClr val="FF5A5F"/>
              </a:solidFill>
              <a:effectLst/>
            </c:spPr>
          </c:dPt>
          <c:dPt>
            <c:idx val="574"/>
            <c:invertIfNegative val="0"/>
            <c:bubble3D val="0"/>
            <c:spPr>
              <a:solidFill>
                <a:srgbClr val="FF5A5F"/>
              </a:solidFill>
              <a:effectLst/>
            </c:spPr>
          </c:dPt>
          <c:dPt>
            <c:idx val="575"/>
            <c:invertIfNegative val="0"/>
            <c:bubble3D val="0"/>
            <c:spPr>
              <a:solidFill>
                <a:srgbClr val="2BD9A0"/>
              </a:solidFill>
              <a:effectLst/>
            </c:spPr>
          </c:dPt>
          <c:dPt>
            <c:idx val="576"/>
            <c:invertIfNegative val="0"/>
            <c:bubble3D val="0"/>
            <c:spPr>
              <a:solidFill>
                <a:srgbClr val="2BD9A0"/>
              </a:solidFill>
              <a:effectLst/>
            </c:spPr>
          </c:dPt>
          <c:dPt>
            <c:idx val="577"/>
            <c:invertIfNegative val="0"/>
            <c:bubble3D val="0"/>
            <c:spPr>
              <a:solidFill>
                <a:srgbClr val="FF5A5F"/>
              </a:solidFill>
              <a:effectLst/>
            </c:spPr>
          </c:dPt>
          <c:dPt>
            <c:idx val="578"/>
            <c:invertIfNegative val="0"/>
            <c:bubble3D val="0"/>
            <c:spPr>
              <a:solidFill>
                <a:srgbClr val="2BD9A0"/>
              </a:solidFill>
              <a:effectLst/>
            </c:spPr>
          </c:dPt>
          <c:dPt>
            <c:idx val="579"/>
            <c:invertIfNegative val="0"/>
            <c:bubble3D val="0"/>
            <c:spPr>
              <a:solidFill>
                <a:srgbClr val="FF5A5F"/>
              </a:solidFill>
              <a:effectLst/>
            </c:spPr>
          </c:dPt>
          <c:dPt>
            <c:idx val="580"/>
            <c:invertIfNegative val="0"/>
            <c:bubble3D val="0"/>
            <c:spPr>
              <a:solidFill>
                <a:srgbClr val="FF5A5F"/>
              </a:solidFill>
              <a:effectLst/>
            </c:spPr>
          </c:dPt>
          <c:dPt>
            <c:idx val="581"/>
            <c:invertIfNegative val="0"/>
            <c:bubble3D val="0"/>
            <c:spPr>
              <a:solidFill>
                <a:srgbClr val="FF5A5F"/>
              </a:solidFill>
              <a:effectLst/>
            </c:spPr>
          </c:dPt>
          <c:dPt>
            <c:idx val="582"/>
            <c:invertIfNegative val="0"/>
            <c:bubble3D val="0"/>
            <c:spPr>
              <a:solidFill>
                <a:srgbClr val="FF5A5F"/>
              </a:solidFill>
              <a:effectLst/>
            </c:spPr>
          </c:dPt>
          <c:dPt>
            <c:idx val="583"/>
            <c:invertIfNegative val="0"/>
            <c:bubble3D val="0"/>
            <c:spPr>
              <a:solidFill>
                <a:srgbClr val="FF5A5F"/>
              </a:solidFill>
              <a:effectLst/>
            </c:spPr>
          </c:dPt>
          <c:dPt>
            <c:idx val="584"/>
            <c:invertIfNegative val="0"/>
            <c:bubble3D val="0"/>
            <c:spPr>
              <a:solidFill>
                <a:srgbClr val="FF5A5F"/>
              </a:solidFill>
              <a:effectLst/>
            </c:spPr>
          </c:dPt>
          <c:dPt>
            <c:idx val="585"/>
            <c:invertIfNegative val="0"/>
            <c:bubble3D val="0"/>
            <c:spPr>
              <a:solidFill>
                <a:srgbClr val="FF5A5F"/>
              </a:solidFill>
              <a:effectLst/>
            </c:spPr>
          </c:dPt>
          <c:dPt>
            <c:idx val="586"/>
            <c:invertIfNegative val="0"/>
            <c:bubble3D val="0"/>
            <c:spPr>
              <a:solidFill>
                <a:srgbClr val="2BD9A0"/>
              </a:solidFill>
              <a:effectLst/>
            </c:spPr>
          </c:dPt>
          <c:dPt>
            <c:idx val="587"/>
            <c:invertIfNegative val="0"/>
            <c:bubble3D val="0"/>
            <c:spPr>
              <a:solidFill>
                <a:srgbClr val="FF5A5F"/>
              </a:solidFill>
              <a:effectLst/>
            </c:spPr>
          </c:dPt>
          <c:dPt>
            <c:idx val="588"/>
            <c:invertIfNegative val="0"/>
            <c:bubble3D val="0"/>
            <c:spPr>
              <a:solidFill>
                <a:srgbClr val="FF5A5F"/>
              </a:solidFill>
              <a:effectLst/>
            </c:spPr>
          </c:dPt>
          <c:dPt>
            <c:idx val="589"/>
            <c:invertIfNegative val="0"/>
            <c:bubble3D val="0"/>
            <c:spPr>
              <a:solidFill>
                <a:srgbClr val="2BD9A0"/>
              </a:solidFill>
              <a:effectLst/>
            </c:spPr>
          </c:dPt>
          <c:dPt>
            <c:idx val="590"/>
            <c:invertIfNegative val="0"/>
            <c:bubble3D val="0"/>
            <c:spPr>
              <a:solidFill>
                <a:srgbClr val="2BD9A0"/>
              </a:solidFill>
              <a:effectLst/>
            </c:spPr>
          </c:dPt>
          <c:dPt>
            <c:idx val="591"/>
            <c:invertIfNegative val="0"/>
            <c:bubble3D val="0"/>
            <c:spPr>
              <a:solidFill>
                <a:srgbClr val="2BD9A0"/>
              </a:solidFill>
              <a:effectLst/>
            </c:spPr>
          </c:dPt>
          <c:dPt>
            <c:idx val="592"/>
            <c:invertIfNegative val="0"/>
            <c:bubble3D val="0"/>
            <c:spPr>
              <a:solidFill>
                <a:srgbClr val="2BD9A0"/>
              </a:solidFill>
              <a:effectLst/>
            </c:spPr>
          </c:dPt>
          <c:dPt>
            <c:idx val="593"/>
            <c:invertIfNegative val="0"/>
            <c:bubble3D val="0"/>
            <c:spPr>
              <a:solidFill>
                <a:srgbClr val="FF5A5F"/>
              </a:solidFill>
              <a:effectLst/>
            </c:spPr>
          </c:dPt>
          <c:dPt>
            <c:idx val="594"/>
            <c:invertIfNegative val="0"/>
            <c:bubble3D val="0"/>
            <c:spPr>
              <a:solidFill>
                <a:srgbClr val="FF5A5F"/>
              </a:solidFill>
              <a:effectLst/>
            </c:spPr>
          </c:dPt>
          <c:dPt>
            <c:idx val="595"/>
            <c:invertIfNegative val="0"/>
            <c:bubble3D val="0"/>
            <c:spPr>
              <a:solidFill>
                <a:srgbClr val="2BD9A0"/>
              </a:solidFill>
              <a:effectLst/>
            </c:spPr>
          </c:dPt>
          <c:dPt>
            <c:idx val="596"/>
            <c:invertIfNegative val="0"/>
            <c:bubble3D val="0"/>
            <c:spPr>
              <a:solidFill>
                <a:srgbClr val="2BD9A0"/>
              </a:solidFill>
              <a:effectLst/>
            </c:spPr>
          </c:dPt>
          <c:dPt>
            <c:idx val="597"/>
            <c:invertIfNegative val="0"/>
            <c:bubble3D val="0"/>
            <c:spPr>
              <a:solidFill>
                <a:srgbClr val="2BD9A0"/>
              </a:solidFill>
              <a:effectLst/>
            </c:spPr>
          </c:dPt>
          <c:dPt>
            <c:idx val="598"/>
            <c:invertIfNegative val="0"/>
            <c:bubble3D val="0"/>
            <c:spPr>
              <a:solidFill>
                <a:srgbClr val="FF5A5F"/>
              </a:solidFill>
              <a:effectLst/>
            </c:spPr>
          </c:dPt>
          <c:dPt>
            <c:idx val="599"/>
            <c:invertIfNegative val="0"/>
            <c:bubble3D val="0"/>
            <c:spPr>
              <a:solidFill>
                <a:srgbClr val="2BD9A0"/>
              </a:solidFill>
              <a:effectLst/>
            </c:spPr>
          </c:dPt>
          <c:dPt>
            <c:idx val="600"/>
            <c:invertIfNegative val="0"/>
            <c:bubble3D val="0"/>
            <c:spPr>
              <a:solidFill>
                <a:srgbClr val="2BD9A0"/>
              </a:solidFill>
              <a:effectLst/>
            </c:spPr>
          </c:dPt>
          <c:dPt>
            <c:idx val="601"/>
            <c:invertIfNegative val="0"/>
            <c:bubble3D val="0"/>
            <c:spPr>
              <a:solidFill>
                <a:srgbClr val="2BD9A0"/>
              </a:solidFill>
              <a:effectLst/>
            </c:spPr>
          </c:dPt>
          <c:dPt>
            <c:idx val="602"/>
            <c:invertIfNegative val="0"/>
            <c:bubble3D val="0"/>
            <c:spPr>
              <a:solidFill>
                <a:srgbClr val="2BD9A0"/>
              </a:solidFill>
              <a:effectLst/>
            </c:spPr>
          </c:dPt>
          <c:dPt>
            <c:idx val="603"/>
            <c:invertIfNegative val="0"/>
            <c:bubble3D val="0"/>
            <c:spPr>
              <a:solidFill>
                <a:srgbClr val="FF5A5F"/>
              </a:solidFill>
              <a:effectLst/>
            </c:spPr>
          </c:dPt>
          <c:dPt>
            <c:idx val="604"/>
            <c:invertIfNegative val="0"/>
            <c:bubble3D val="0"/>
            <c:spPr>
              <a:solidFill>
                <a:srgbClr val="FF5A5F"/>
              </a:solidFill>
              <a:effectLst/>
            </c:spPr>
          </c:dPt>
          <c:dPt>
            <c:idx val="605"/>
            <c:invertIfNegative val="0"/>
            <c:bubble3D val="0"/>
            <c:spPr>
              <a:solidFill>
                <a:srgbClr val="2BD9A0"/>
              </a:solidFill>
              <a:effectLst/>
            </c:spPr>
          </c:dPt>
          <c:dPt>
            <c:idx val="606"/>
            <c:invertIfNegative val="0"/>
            <c:bubble3D val="0"/>
            <c:spPr>
              <a:solidFill>
                <a:srgbClr val="FF5A5F"/>
              </a:solidFill>
              <a:effectLst/>
            </c:spPr>
          </c:dPt>
          <c:dPt>
            <c:idx val="607"/>
            <c:invertIfNegative val="0"/>
            <c:bubble3D val="0"/>
            <c:spPr>
              <a:solidFill>
                <a:srgbClr val="FF5A5F"/>
              </a:solidFill>
              <a:effectLst/>
            </c:spPr>
          </c:dPt>
          <c:dPt>
            <c:idx val="608"/>
            <c:invertIfNegative val="0"/>
            <c:bubble3D val="0"/>
            <c:spPr>
              <a:solidFill>
                <a:srgbClr val="FF5A5F"/>
              </a:solidFill>
              <a:effectLst/>
            </c:spPr>
          </c:dPt>
          <c:dPt>
            <c:idx val="609"/>
            <c:invertIfNegative val="0"/>
            <c:bubble3D val="0"/>
            <c:spPr>
              <a:solidFill>
                <a:srgbClr val="FF5A5F"/>
              </a:solidFill>
              <a:effectLst/>
            </c:spPr>
          </c:dPt>
          <c:dPt>
            <c:idx val="610"/>
            <c:invertIfNegative val="0"/>
            <c:bubble3D val="0"/>
            <c:spPr>
              <a:solidFill>
                <a:srgbClr val="2BD9A0"/>
              </a:solidFill>
              <a:effectLst/>
            </c:spPr>
          </c:dPt>
          <c:dPt>
            <c:idx val="611"/>
            <c:invertIfNegative val="0"/>
            <c:bubble3D val="0"/>
            <c:spPr>
              <a:solidFill>
                <a:srgbClr val="FF5A5F"/>
              </a:solidFill>
              <a:effectLst/>
            </c:spPr>
          </c:dPt>
          <c:dPt>
            <c:idx val="612"/>
            <c:invertIfNegative val="0"/>
            <c:bubble3D val="0"/>
            <c:spPr>
              <a:solidFill>
                <a:srgbClr val="FF5A5F"/>
              </a:solidFill>
              <a:effectLst/>
            </c:spPr>
          </c:dPt>
          <c:dPt>
            <c:idx val="613"/>
            <c:invertIfNegative val="0"/>
            <c:bubble3D val="0"/>
            <c:spPr>
              <a:solidFill>
                <a:srgbClr val="FF5A5F"/>
              </a:solidFill>
              <a:effectLst/>
            </c:spPr>
          </c:dPt>
          <c:dPt>
            <c:idx val="614"/>
            <c:invertIfNegative val="0"/>
            <c:bubble3D val="0"/>
            <c:spPr>
              <a:solidFill>
                <a:srgbClr val="FF5A5F"/>
              </a:solidFill>
              <a:effectLst/>
            </c:spPr>
          </c:dPt>
          <c:dPt>
            <c:idx val="615"/>
            <c:invertIfNegative val="0"/>
            <c:bubble3D val="0"/>
            <c:spPr>
              <a:solidFill>
                <a:srgbClr val="FF5A5F"/>
              </a:solidFill>
              <a:effectLst/>
            </c:spPr>
          </c:dPt>
          <c:dPt>
            <c:idx val="616"/>
            <c:invertIfNegative val="0"/>
            <c:bubble3D val="0"/>
            <c:spPr>
              <a:solidFill>
                <a:srgbClr val="FF5A5F"/>
              </a:solidFill>
              <a:effectLst/>
            </c:spPr>
          </c:dPt>
          <c:dPt>
            <c:idx val="617"/>
            <c:invertIfNegative val="0"/>
            <c:bubble3D val="0"/>
            <c:spPr>
              <a:solidFill>
                <a:srgbClr val="FF5A5F"/>
              </a:solidFill>
              <a:effectLst/>
            </c:spPr>
          </c:dPt>
          <c:dPt>
            <c:idx val="618"/>
            <c:invertIfNegative val="0"/>
            <c:bubble3D val="0"/>
            <c:spPr>
              <a:solidFill>
                <a:srgbClr val="FF5A5F"/>
              </a:solidFill>
              <a:effectLst/>
            </c:spPr>
          </c:dPt>
          <c:dPt>
            <c:idx val="619"/>
            <c:invertIfNegative val="0"/>
            <c:bubble3D val="0"/>
            <c:spPr>
              <a:solidFill>
                <a:srgbClr val="FF5A5F"/>
              </a:solidFill>
              <a:effectLst/>
            </c:spPr>
          </c:dPt>
          <c:dPt>
            <c:idx val="620"/>
            <c:invertIfNegative val="0"/>
            <c:bubble3D val="0"/>
            <c:spPr>
              <a:solidFill>
                <a:srgbClr val="FF5A5F"/>
              </a:solidFill>
              <a:effectLst/>
            </c:spPr>
          </c:dPt>
          <c:dPt>
            <c:idx val="621"/>
            <c:invertIfNegative val="0"/>
            <c:bubble3D val="0"/>
            <c:spPr>
              <a:solidFill>
                <a:srgbClr val="FF5A5F"/>
              </a:solidFill>
              <a:effectLst/>
            </c:spPr>
          </c:dPt>
          <c:dPt>
            <c:idx val="622"/>
            <c:invertIfNegative val="0"/>
            <c:bubble3D val="0"/>
            <c:spPr>
              <a:solidFill>
                <a:srgbClr val="2BD9A0"/>
              </a:solidFill>
              <a:effectLst/>
            </c:spPr>
          </c:dPt>
          <c:dPt>
            <c:idx val="623"/>
            <c:invertIfNegative val="0"/>
            <c:bubble3D val="0"/>
            <c:spPr>
              <a:solidFill>
                <a:srgbClr val="2BD9A0"/>
              </a:solidFill>
              <a:effectLst/>
            </c:spPr>
          </c:dPt>
          <c:dPt>
            <c:idx val="624"/>
            <c:invertIfNegative val="0"/>
            <c:bubble3D val="0"/>
            <c:spPr>
              <a:solidFill>
                <a:srgbClr val="2BD9A0"/>
              </a:solidFill>
              <a:effectLst/>
            </c:spPr>
          </c:dPt>
          <c:dPt>
            <c:idx val="625"/>
            <c:invertIfNegative val="0"/>
            <c:bubble3D val="0"/>
            <c:spPr>
              <a:solidFill>
                <a:srgbClr val="FF5A5F"/>
              </a:solidFill>
              <a:effectLst/>
            </c:spPr>
          </c:dPt>
          <c:dPt>
            <c:idx val="626"/>
            <c:invertIfNegative val="0"/>
            <c:bubble3D val="0"/>
            <c:spPr>
              <a:solidFill>
                <a:srgbClr val="FF5A5F"/>
              </a:solidFill>
              <a:effectLst/>
            </c:spPr>
          </c:dPt>
          <c:dPt>
            <c:idx val="627"/>
            <c:invertIfNegative val="0"/>
            <c:bubble3D val="0"/>
            <c:spPr>
              <a:solidFill>
                <a:srgbClr val="FF5A5F"/>
              </a:solidFill>
              <a:effectLst/>
            </c:spPr>
          </c:dPt>
          <c:dPt>
            <c:idx val="628"/>
            <c:invertIfNegative val="0"/>
            <c:bubble3D val="0"/>
            <c:spPr>
              <a:solidFill>
                <a:srgbClr val="FF5A5F"/>
              </a:solidFill>
              <a:effectLst/>
            </c:spPr>
          </c:dPt>
          <c:dPt>
            <c:idx val="629"/>
            <c:invertIfNegative val="0"/>
            <c:bubble3D val="0"/>
            <c:spPr>
              <a:solidFill>
                <a:srgbClr val="2BD9A0"/>
              </a:solidFill>
              <a:effectLst/>
            </c:spPr>
          </c:dPt>
          <c:dPt>
            <c:idx val="630"/>
            <c:invertIfNegative val="0"/>
            <c:bubble3D val="0"/>
            <c:spPr>
              <a:solidFill>
                <a:srgbClr val="FF5A5F"/>
              </a:solidFill>
              <a:effectLst/>
            </c:spPr>
          </c:dPt>
          <c:dPt>
            <c:idx val="631"/>
            <c:invertIfNegative val="0"/>
            <c:bubble3D val="0"/>
            <c:spPr>
              <a:solidFill>
                <a:srgbClr val="FF5A5F"/>
              </a:solidFill>
              <a:effectLst/>
            </c:spPr>
          </c:dPt>
          <c:dPt>
            <c:idx val="632"/>
            <c:invertIfNegative val="0"/>
            <c:bubble3D val="0"/>
            <c:spPr>
              <a:solidFill>
                <a:srgbClr val="2BD9A0"/>
              </a:solidFill>
              <a:effectLst/>
            </c:spPr>
          </c:dPt>
          <c:dPt>
            <c:idx val="633"/>
            <c:invertIfNegative val="0"/>
            <c:bubble3D val="0"/>
            <c:spPr>
              <a:solidFill>
                <a:srgbClr val="2BD9A0"/>
              </a:solidFill>
              <a:effectLst/>
            </c:spPr>
          </c:dPt>
          <c:dPt>
            <c:idx val="634"/>
            <c:invertIfNegative val="0"/>
            <c:bubble3D val="0"/>
            <c:spPr>
              <a:solidFill>
                <a:srgbClr val="FF5A5F"/>
              </a:solidFill>
              <a:effectLst/>
            </c:spPr>
          </c:dPt>
          <c:dPt>
            <c:idx val="635"/>
            <c:invertIfNegative val="0"/>
            <c:bubble3D val="0"/>
            <c:spPr>
              <a:solidFill>
                <a:srgbClr val="FF5A5F"/>
              </a:solidFill>
              <a:effectLst/>
            </c:spPr>
          </c:dPt>
          <c:dPt>
            <c:idx val="636"/>
            <c:invertIfNegative val="0"/>
            <c:bubble3D val="0"/>
            <c:spPr>
              <a:solidFill>
                <a:srgbClr val="FF5A5F"/>
              </a:solidFill>
              <a:effectLst/>
            </c:spPr>
          </c:dPt>
          <c:dPt>
            <c:idx val="637"/>
            <c:invertIfNegative val="0"/>
            <c:bubble3D val="0"/>
            <c:spPr>
              <a:solidFill>
                <a:srgbClr val="2BD9A0"/>
              </a:solidFill>
              <a:effectLst/>
            </c:spPr>
          </c:dPt>
          <c:dPt>
            <c:idx val="638"/>
            <c:invertIfNegative val="0"/>
            <c:bubble3D val="0"/>
            <c:spPr>
              <a:solidFill>
                <a:srgbClr val="FF5A5F"/>
              </a:solidFill>
              <a:effectLst/>
            </c:spPr>
          </c:dPt>
          <c:dPt>
            <c:idx val="639"/>
            <c:invertIfNegative val="0"/>
            <c:bubble3D val="0"/>
            <c:spPr>
              <a:solidFill>
                <a:srgbClr val="FF5A5F"/>
              </a:solidFill>
              <a:effectLst/>
            </c:spPr>
          </c:dPt>
          <c:dPt>
            <c:idx val="640"/>
            <c:invertIfNegative val="0"/>
            <c:bubble3D val="0"/>
            <c:spPr>
              <a:solidFill>
                <a:srgbClr val="2BD9A0"/>
              </a:solidFill>
              <a:effectLst/>
            </c:spPr>
          </c:dPt>
          <c:dPt>
            <c:idx val="641"/>
            <c:invertIfNegative val="0"/>
            <c:bubble3D val="0"/>
            <c:spPr>
              <a:solidFill>
                <a:srgbClr val="FF5A5F"/>
              </a:solidFill>
              <a:effectLst/>
            </c:spPr>
          </c:dPt>
          <c:dPt>
            <c:idx val="642"/>
            <c:invertIfNegative val="0"/>
            <c:bubble3D val="0"/>
            <c:spPr>
              <a:solidFill>
                <a:srgbClr val="2BD9A0"/>
              </a:solidFill>
              <a:effectLst/>
            </c:spPr>
          </c:dPt>
          <c:dPt>
            <c:idx val="643"/>
            <c:invertIfNegative val="0"/>
            <c:bubble3D val="0"/>
            <c:spPr>
              <a:solidFill>
                <a:srgbClr val="FF5A5F"/>
              </a:solidFill>
              <a:effectLst/>
            </c:spPr>
          </c:dPt>
          <c:dPt>
            <c:idx val="644"/>
            <c:invertIfNegative val="0"/>
            <c:bubble3D val="0"/>
            <c:spPr>
              <a:solidFill>
                <a:srgbClr val="2BD9A0"/>
              </a:solidFill>
              <a:effectLst/>
            </c:spPr>
          </c:dPt>
          <c:dPt>
            <c:idx val="645"/>
            <c:invertIfNegative val="0"/>
            <c:bubble3D val="0"/>
            <c:spPr>
              <a:solidFill>
                <a:srgbClr val="2BD9A0"/>
              </a:solidFill>
              <a:effectLst/>
            </c:spPr>
          </c:dPt>
          <c:dPt>
            <c:idx val="646"/>
            <c:invertIfNegative val="0"/>
            <c:bubble3D val="0"/>
            <c:spPr>
              <a:solidFill>
                <a:srgbClr val="2BD9A0"/>
              </a:solidFill>
              <a:effectLst/>
            </c:spPr>
          </c:dPt>
          <c:dPt>
            <c:idx val="647"/>
            <c:invertIfNegative val="0"/>
            <c:bubble3D val="0"/>
            <c:spPr>
              <a:solidFill>
                <a:srgbClr val="FF5A5F"/>
              </a:solidFill>
              <a:effectLst/>
            </c:spPr>
          </c:dPt>
          <c:dPt>
            <c:idx val="648"/>
            <c:invertIfNegative val="0"/>
            <c:bubble3D val="0"/>
            <c:spPr>
              <a:solidFill>
                <a:srgbClr val="FF5A5F"/>
              </a:solidFill>
              <a:effectLst/>
            </c:spPr>
          </c:dPt>
          <c:dPt>
            <c:idx val="649"/>
            <c:invertIfNegative val="0"/>
            <c:bubble3D val="0"/>
            <c:spPr>
              <a:solidFill>
                <a:srgbClr val="FF5A5F"/>
              </a:solidFill>
              <a:effectLst/>
            </c:spPr>
          </c:dPt>
          <c:dPt>
            <c:idx val="650"/>
            <c:invertIfNegative val="0"/>
            <c:bubble3D val="0"/>
            <c:spPr>
              <a:solidFill>
                <a:srgbClr val="FF5A5F"/>
              </a:solidFill>
              <a:effectLst/>
            </c:spPr>
          </c:dPt>
          <c:dPt>
            <c:idx val="651"/>
            <c:invertIfNegative val="0"/>
            <c:bubble3D val="0"/>
            <c:spPr>
              <a:solidFill>
                <a:srgbClr val="FF5A5F"/>
              </a:solidFill>
              <a:effectLst/>
            </c:spPr>
          </c:dPt>
          <c:dPt>
            <c:idx val="652"/>
            <c:invertIfNegative val="0"/>
            <c:bubble3D val="0"/>
            <c:spPr>
              <a:solidFill>
                <a:srgbClr val="2BD9A0"/>
              </a:solidFill>
              <a:effectLst/>
            </c:spPr>
          </c:dPt>
          <c:dPt>
            <c:idx val="653"/>
            <c:invertIfNegative val="0"/>
            <c:bubble3D val="0"/>
            <c:spPr>
              <a:solidFill>
                <a:srgbClr val="FF5A5F"/>
              </a:solidFill>
              <a:effectLst/>
            </c:spPr>
          </c:dPt>
          <c:dPt>
            <c:idx val="654"/>
            <c:invertIfNegative val="0"/>
            <c:bubble3D val="0"/>
            <c:spPr>
              <a:solidFill>
                <a:srgbClr val="FF5A5F"/>
              </a:solidFill>
              <a:effectLst/>
            </c:spPr>
          </c:dPt>
          <c:dPt>
            <c:idx val="655"/>
            <c:invertIfNegative val="0"/>
            <c:bubble3D val="0"/>
            <c:spPr>
              <a:solidFill>
                <a:srgbClr val="FF5A5F"/>
              </a:solidFill>
              <a:effectLst/>
            </c:spPr>
          </c:dPt>
          <c:dPt>
            <c:idx val="656"/>
            <c:invertIfNegative val="0"/>
            <c:bubble3D val="0"/>
            <c:spPr>
              <a:solidFill>
                <a:srgbClr val="FF5A5F"/>
              </a:solidFill>
              <a:effectLst/>
            </c:spPr>
          </c:dPt>
          <c:dPt>
            <c:idx val="657"/>
            <c:invertIfNegative val="0"/>
            <c:bubble3D val="0"/>
            <c:spPr>
              <a:solidFill>
                <a:srgbClr val="FF5A5F"/>
              </a:solidFill>
              <a:effectLst/>
            </c:spPr>
          </c:dPt>
          <c:dPt>
            <c:idx val="658"/>
            <c:invertIfNegative val="0"/>
            <c:bubble3D val="0"/>
            <c:spPr>
              <a:solidFill>
                <a:srgbClr val="2BD9A0"/>
              </a:solidFill>
              <a:effectLst/>
            </c:spPr>
          </c:dPt>
          <c:dPt>
            <c:idx val="659"/>
            <c:invertIfNegative val="0"/>
            <c:bubble3D val="0"/>
            <c:spPr>
              <a:solidFill>
                <a:srgbClr val="2BD9A0"/>
              </a:solidFill>
              <a:effectLst/>
            </c:spPr>
          </c:dPt>
          <c:dPt>
            <c:idx val="660"/>
            <c:invertIfNegative val="0"/>
            <c:bubble3D val="0"/>
            <c:spPr>
              <a:solidFill>
                <a:srgbClr val="2BD9A0"/>
              </a:solidFill>
              <a:effectLst/>
            </c:spPr>
          </c:dPt>
          <c:dPt>
            <c:idx val="661"/>
            <c:invertIfNegative val="0"/>
            <c:bubble3D val="0"/>
            <c:spPr>
              <a:solidFill>
                <a:srgbClr val="FF5A5F"/>
              </a:solidFill>
              <a:effectLst/>
            </c:spPr>
          </c:dPt>
          <c:dPt>
            <c:idx val="662"/>
            <c:invertIfNegative val="0"/>
            <c:bubble3D val="0"/>
            <c:spPr>
              <a:solidFill>
                <a:srgbClr val="2BD9A0"/>
              </a:solidFill>
              <a:effectLst/>
            </c:spPr>
          </c:dPt>
          <c:dPt>
            <c:idx val="663"/>
            <c:invertIfNegative val="0"/>
            <c:bubble3D val="0"/>
            <c:spPr>
              <a:solidFill>
                <a:srgbClr val="2BD9A0"/>
              </a:solidFill>
              <a:effectLst/>
            </c:spPr>
          </c:dPt>
          <c:dPt>
            <c:idx val="664"/>
            <c:invertIfNegative val="0"/>
            <c:bubble3D val="0"/>
            <c:spPr>
              <a:solidFill>
                <a:srgbClr val="2BD9A0"/>
              </a:solidFill>
              <a:effectLst/>
            </c:spPr>
          </c:dPt>
          <c:dPt>
            <c:idx val="665"/>
            <c:invertIfNegative val="0"/>
            <c:bubble3D val="0"/>
            <c:spPr>
              <a:solidFill>
                <a:srgbClr val="FF5A5F"/>
              </a:solidFill>
              <a:effectLst/>
            </c:spPr>
          </c:dPt>
          <c:dPt>
            <c:idx val="666"/>
            <c:invertIfNegative val="0"/>
            <c:bubble3D val="0"/>
            <c:spPr>
              <a:solidFill>
                <a:srgbClr val="FF5A5F"/>
              </a:solidFill>
              <a:effectLst/>
            </c:spPr>
          </c:dPt>
          <c:dPt>
            <c:idx val="667"/>
            <c:invertIfNegative val="0"/>
            <c:bubble3D val="0"/>
            <c:spPr>
              <a:solidFill>
                <a:srgbClr val="2BD9A0"/>
              </a:solidFill>
              <a:effectLst/>
            </c:spPr>
          </c:dPt>
          <c:dPt>
            <c:idx val="668"/>
            <c:invertIfNegative val="0"/>
            <c:bubble3D val="0"/>
            <c:spPr>
              <a:solidFill>
                <a:srgbClr val="2BD9A0"/>
              </a:solidFill>
              <a:effectLst/>
            </c:spPr>
          </c:dPt>
          <c:dPt>
            <c:idx val="669"/>
            <c:invertIfNegative val="0"/>
            <c:bubble3D val="0"/>
            <c:spPr>
              <a:solidFill>
                <a:srgbClr val="2BD9A0"/>
              </a:solidFill>
              <a:effectLst/>
            </c:spPr>
          </c:dPt>
          <c:dPt>
            <c:idx val="670"/>
            <c:invertIfNegative val="0"/>
            <c:bubble3D val="0"/>
            <c:spPr>
              <a:solidFill>
                <a:srgbClr val="2BD9A0"/>
              </a:solidFill>
              <a:effectLst/>
            </c:spPr>
          </c:dPt>
          <c:dPt>
            <c:idx val="671"/>
            <c:invertIfNegative val="0"/>
            <c:bubble3D val="0"/>
            <c:spPr>
              <a:solidFill>
                <a:srgbClr val="2BD9A0"/>
              </a:solidFill>
              <a:effectLst/>
            </c:spPr>
          </c:dPt>
          <c:dPt>
            <c:idx val="672"/>
            <c:invertIfNegative val="0"/>
            <c:bubble3D val="0"/>
            <c:spPr>
              <a:solidFill>
                <a:srgbClr val="2BD9A0"/>
              </a:solidFill>
              <a:effectLst/>
            </c:spPr>
          </c:dPt>
          <c:dPt>
            <c:idx val="673"/>
            <c:invertIfNegative val="0"/>
            <c:bubble3D val="0"/>
            <c:spPr>
              <a:solidFill>
                <a:srgbClr val="2BD9A0"/>
              </a:solidFill>
              <a:effectLst/>
            </c:spPr>
          </c:dPt>
          <c:dPt>
            <c:idx val="674"/>
            <c:invertIfNegative val="0"/>
            <c:bubble3D val="0"/>
            <c:spPr>
              <a:solidFill>
                <a:srgbClr val="FF5A5F"/>
              </a:solidFill>
              <a:effectLst/>
            </c:spPr>
          </c:dPt>
          <c:dPt>
            <c:idx val="675"/>
            <c:invertIfNegative val="0"/>
            <c:bubble3D val="0"/>
            <c:spPr>
              <a:solidFill>
                <a:srgbClr val="2BD9A0"/>
              </a:solidFill>
              <a:effectLst/>
            </c:spPr>
          </c:dPt>
          <c:dPt>
            <c:idx val="676"/>
            <c:invertIfNegative val="0"/>
            <c:bubble3D val="0"/>
            <c:spPr>
              <a:solidFill>
                <a:srgbClr val="FF5A5F"/>
              </a:solidFill>
              <a:effectLst/>
            </c:spPr>
          </c:dPt>
          <c:dPt>
            <c:idx val="677"/>
            <c:invertIfNegative val="0"/>
            <c:bubble3D val="0"/>
            <c:spPr>
              <a:solidFill>
                <a:srgbClr val="2BD9A0"/>
              </a:solidFill>
              <a:effectLst/>
            </c:spPr>
          </c:dPt>
          <c:dPt>
            <c:idx val="678"/>
            <c:invertIfNegative val="0"/>
            <c:bubble3D val="0"/>
            <c:spPr>
              <a:solidFill>
                <a:srgbClr val="2BD9A0"/>
              </a:solidFill>
              <a:effectLst/>
            </c:spPr>
          </c:dPt>
          <c:dPt>
            <c:idx val="679"/>
            <c:invertIfNegative val="0"/>
            <c:bubble3D val="0"/>
            <c:spPr>
              <a:solidFill>
                <a:srgbClr val="2BD9A0"/>
              </a:solidFill>
              <a:effectLst/>
            </c:spPr>
          </c:dPt>
          <c:dPt>
            <c:idx val="680"/>
            <c:invertIfNegative val="0"/>
            <c:bubble3D val="0"/>
            <c:spPr>
              <a:solidFill>
                <a:srgbClr val="2BD9A0"/>
              </a:solidFill>
              <a:effectLst/>
            </c:spPr>
          </c:dPt>
          <c:dPt>
            <c:idx val="681"/>
            <c:invertIfNegative val="0"/>
            <c:bubble3D val="0"/>
            <c:spPr>
              <a:solidFill>
                <a:srgbClr val="2BD9A0"/>
              </a:solidFill>
              <a:effectLst/>
            </c:spPr>
          </c:dPt>
          <c:dPt>
            <c:idx val="682"/>
            <c:invertIfNegative val="0"/>
            <c:bubble3D val="0"/>
            <c:spPr>
              <a:solidFill>
                <a:srgbClr val="FF5A5F"/>
              </a:solidFill>
              <a:effectLst/>
            </c:spPr>
          </c:dPt>
          <c:dPt>
            <c:idx val="683"/>
            <c:invertIfNegative val="0"/>
            <c:bubble3D val="0"/>
            <c:spPr>
              <a:solidFill>
                <a:srgbClr val="FF5A5F"/>
              </a:solidFill>
              <a:effectLst/>
            </c:spPr>
          </c:dPt>
          <c:dPt>
            <c:idx val="684"/>
            <c:invertIfNegative val="0"/>
            <c:bubble3D val="0"/>
            <c:spPr>
              <a:solidFill>
                <a:srgbClr val="FF5A5F"/>
              </a:solidFill>
              <a:effectLst/>
            </c:spPr>
          </c:dPt>
          <c:dPt>
            <c:idx val="685"/>
            <c:invertIfNegative val="0"/>
            <c:bubble3D val="0"/>
            <c:spPr>
              <a:solidFill>
                <a:srgbClr val="FF5A5F"/>
              </a:solidFill>
              <a:effectLst/>
            </c:spPr>
          </c:dPt>
          <c:dPt>
            <c:idx val="686"/>
            <c:invertIfNegative val="0"/>
            <c:bubble3D val="0"/>
            <c:spPr>
              <a:solidFill>
                <a:srgbClr val="2BD9A0"/>
              </a:solidFill>
              <a:effectLst/>
            </c:spPr>
          </c:dPt>
          <c:dPt>
            <c:idx val="687"/>
            <c:invertIfNegative val="0"/>
            <c:bubble3D val="0"/>
            <c:spPr>
              <a:solidFill>
                <a:srgbClr val="FF5A5F"/>
              </a:solidFill>
              <a:effectLst/>
            </c:spPr>
          </c:dPt>
          <c:dPt>
            <c:idx val="688"/>
            <c:invertIfNegative val="0"/>
            <c:bubble3D val="0"/>
            <c:spPr>
              <a:solidFill>
                <a:srgbClr val="FF5A5F"/>
              </a:solidFill>
              <a:effectLst/>
            </c:spPr>
          </c:dPt>
          <c:dPt>
            <c:idx val="689"/>
            <c:invertIfNegative val="0"/>
            <c:bubble3D val="0"/>
            <c:spPr>
              <a:solidFill>
                <a:srgbClr val="FF5A5F"/>
              </a:solidFill>
              <a:effectLst/>
            </c:spPr>
          </c:dPt>
          <c:dPt>
            <c:idx val="690"/>
            <c:invertIfNegative val="0"/>
            <c:bubble3D val="0"/>
            <c:spPr>
              <a:solidFill>
                <a:srgbClr val="FF5A5F"/>
              </a:solidFill>
              <a:effectLst/>
            </c:spPr>
          </c:dPt>
          <c:dPt>
            <c:idx val="691"/>
            <c:invertIfNegative val="0"/>
            <c:bubble3D val="0"/>
            <c:spPr>
              <a:solidFill>
                <a:srgbClr val="FF5A5F"/>
              </a:solidFill>
              <a:effectLst/>
            </c:spPr>
          </c:dPt>
          <c:dPt>
            <c:idx val="692"/>
            <c:invertIfNegative val="0"/>
            <c:bubble3D val="0"/>
            <c:spPr>
              <a:solidFill>
                <a:srgbClr val="FF5A5F"/>
              </a:solidFill>
              <a:effectLst/>
            </c:spPr>
          </c:dPt>
          <c:dPt>
            <c:idx val="693"/>
            <c:invertIfNegative val="0"/>
            <c:bubble3D val="0"/>
            <c:spPr>
              <a:solidFill>
                <a:srgbClr val="FF5A5F"/>
              </a:solidFill>
              <a:effectLst/>
            </c:spPr>
          </c:dPt>
          <c:dPt>
            <c:idx val="694"/>
            <c:invertIfNegative val="0"/>
            <c:bubble3D val="0"/>
            <c:spPr>
              <a:solidFill>
                <a:srgbClr val="2BD9A0"/>
              </a:solidFill>
              <a:effectLst/>
            </c:spPr>
          </c:dPt>
          <c:dPt>
            <c:idx val="695"/>
            <c:invertIfNegative val="0"/>
            <c:bubble3D val="0"/>
            <c:spPr>
              <a:solidFill>
                <a:srgbClr val="2BD9A0"/>
              </a:solidFill>
              <a:effectLst/>
            </c:spPr>
          </c:dPt>
          <c:dPt>
            <c:idx val="696"/>
            <c:invertIfNegative val="0"/>
            <c:bubble3D val="0"/>
            <c:spPr>
              <a:solidFill>
                <a:srgbClr val="FF5A5F"/>
              </a:solidFill>
              <a:effectLst/>
            </c:spPr>
          </c:dPt>
          <c:dPt>
            <c:idx val="697"/>
            <c:invertIfNegative val="0"/>
            <c:bubble3D val="0"/>
            <c:spPr>
              <a:solidFill>
                <a:srgbClr val="FF5A5F"/>
              </a:solidFill>
              <a:effectLst/>
            </c:spPr>
          </c:dPt>
          <c:dPt>
            <c:idx val="698"/>
            <c:invertIfNegative val="0"/>
            <c:bubble3D val="0"/>
            <c:spPr>
              <a:solidFill>
                <a:srgbClr val="FF5A5F"/>
              </a:solidFill>
              <a:effectLst/>
            </c:spPr>
          </c:dPt>
          <c:dPt>
            <c:idx val="699"/>
            <c:invertIfNegative val="0"/>
            <c:bubble3D val="0"/>
            <c:spPr>
              <a:solidFill>
                <a:srgbClr val="2BD9A0"/>
              </a:solidFill>
              <a:effectLst/>
            </c:spPr>
          </c:dPt>
          <c:dPt>
            <c:idx val="700"/>
            <c:invertIfNegative val="0"/>
            <c:bubble3D val="0"/>
            <c:spPr>
              <a:solidFill>
                <a:srgbClr val="FF5A5F"/>
              </a:solidFill>
              <a:effectLst/>
            </c:spPr>
          </c:dPt>
          <c:dPt>
            <c:idx val="701"/>
            <c:invertIfNegative val="0"/>
            <c:bubble3D val="0"/>
            <c:spPr>
              <a:solidFill>
                <a:srgbClr val="FF5A5F"/>
              </a:solidFill>
              <a:effectLst/>
            </c:spPr>
          </c:dPt>
          <c:dPt>
            <c:idx val="702"/>
            <c:invertIfNegative val="0"/>
            <c:bubble3D val="0"/>
            <c:spPr>
              <a:solidFill>
                <a:srgbClr val="2BD9A0"/>
              </a:solidFill>
              <a:effectLst/>
            </c:spPr>
          </c:dPt>
          <c:dPt>
            <c:idx val="703"/>
            <c:invertIfNegative val="0"/>
            <c:bubble3D val="0"/>
            <c:spPr>
              <a:solidFill>
                <a:srgbClr val="2BD9A0"/>
              </a:solidFill>
              <a:effectLst/>
            </c:spPr>
          </c:dPt>
          <c:dPt>
            <c:idx val="704"/>
            <c:invertIfNegative val="0"/>
            <c:bubble3D val="0"/>
            <c:spPr>
              <a:solidFill>
                <a:srgbClr val="FF5A5F"/>
              </a:solidFill>
              <a:effectLst/>
            </c:spPr>
          </c:dPt>
          <c:dPt>
            <c:idx val="705"/>
            <c:invertIfNegative val="0"/>
            <c:bubble3D val="0"/>
            <c:spPr>
              <a:solidFill>
                <a:srgbClr val="FF5A5F"/>
              </a:solidFill>
              <a:effectLst/>
            </c:spPr>
          </c:dPt>
          <c:dPt>
            <c:idx val="706"/>
            <c:invertIfNegative val="0"/>
            <c:bubble3D val="0"/>
            <c:spPr>
              <a:solidFill>
                <a:srgbClr val="FF5A5F"/>
              </a:solidFill>
              <a:effectLst/>
            </c:spPr>
          </c:dPt>
          <c:dPt>
            <c:idx val="707"/>
            <c:invertIfNegative val="0"/>
            <c:bubble3D val="0"/>
            <c:spPr>
              <a:solidFill>
                <a:srgbClr val="2BD9A0"/>
              </a:solidFill>
              <a:effectLst/>
            </c:spPr>
          </c:dPt>
          <c:dPt>
            <c:idx val="708"/>
            <c:invertIfNegative val="0"/>
            <c:bubble3D val="0"/>
            <c:spPr>
              <a:solidFill>
                <a:srgbClr val="FF5A5F"/>
              </a:solidFill>
              <a:effectLst/>
            </c:spPr>
          </c:dPt>
          <c:dPt>
            <c:idx val="709"/>
            <c:invertIfNegative val="0"/>
            <c:bubble3D val="0"/>
            <c:spPr>
              <a:solidFill>
                <a:srgbClr val="FF5A5F"/>
              </a:solidFill>
              <a:effectLst/>
            </c:spPr>
          </c:dPt>
          <c:dPt>
            <c:idx val="710"/>
            <c:invertIfNegative val="0"/>
            <c:bubble3D val="0"/>
            <c:spPr>
              <a:solidFill>
                <a:srgbClr val="FF5A5F"/>
              </a:solidFill>
              <a:effectLst/>
            </c:spPr>
          </c:dPt>
          <c:dPt>
            <c:idx val="711"/>
            <c:invertIfNegative val="0"/>
            <c:bubble3D val="0"/>
            <c:spPr>
              <a:solidFill>
                <a:srgbClr val="FF5A5F"/>
              </a:solidFill>
              <a:effectLst/>
            </c:spPr>
          </c:dPt>
          <c:dPt>
            <c:idx val="712"/>
            <c:invertIfNegative val="0"/>
            <c:bubble3D val="0"/>
            <c:spPr>
              <a:solidFill>
                <a:srgbClr val="FF5A5F"/>
              </a:solidFill>
              <a:effectLst/>
            </c:spPr>
          </c:dPt>
          <c:dPt>
            <c:idx val="713"/>
            <c:invertIfNegative val="0"/>
            <c:bubble3D val="0"/>
            <c:spPr>
              <a:solidFill>
                <a:srgbClr val="FF5A5F"/>
              </a:solidFill>
              <a:effectLst/>
            </c:spPr>
          </c:dPt>
          <c:dPt>
            <c:idx val="714"/>
            <c:invertIfNegative val="0"/>
            <c:bubble3D val="0"/>
            <c:spPr>
              <a:solidFill>
                <a:srgbClr val="FF5A5F"/>
              </a:solidFill>
              <a:effectLst/>
            </c:spPr>
          </c:dPt>
          <c:dPt>
            <c:idx val="715"/>
            <c:invertIfNegative val="0"/>
            <c:bubble3D val="0"/>
            <c:spPr>
              <a:solidFill>
                <a:srgbClr val="2BD9A0"/>
              </a:solidFill>
              <a:effectLst/>
            </c:spPr>
          </c:dPt>
          <c:dPt>
            <c:idx val="716"/>
            <c:invertIfNegative val="0"/>
            <c:bubble3D val="0"/>
            <c:spPr>
              <a:solidFill>
                <a:srgbClr val="FF5A5F"/>
              </a:solidFill>
              <a:effectLst/>
            </c:spPr>
          </c:dPt>
          <c:dPt>
            <c:idx val="717"/>
            <c:invertIfNegative val="0"/>
            <c:bubble3D val="0"/>
            <c:spPr>
              <a:solidFill>
                <a:srgbClr val="2BD9A0"/>
              </a:solidFill>
              <a:effectLst/>
            </c:spPr>
          </c:dPt>
          <c:dPt>
            <c:idx val="718"/>
            <c:invertIfNegative val="0"/>
            <c:bubble3D val="0"/>
            <c:spPr>
              <a:solidFill>
                <a:srgbClr val="FF5A5F"/>
              </a:solidFill>
              <a:effectLst/>
            </c:spPr>
          </c:dPt>
          <c:dPt>
            <c:idx val="719"/>
            <c:invertIfNegative val="0"/>
            <c:bubble3D val="0"/>
            <c:spPr>
              <a:solidFill>
                <a:srgbClr val="FF5A5F"/>
              </a:solidFill>
              <a:effectLst/>
            </c:spPr>
          </c:dPt>
          <c:dPt>
            <c:idx val="720"/>
            <c:invertIfNegative val="0"/>
            <c:bubble3D val="0"/>
            <c:spPr>
              <a:solidFill>
                <a:srgbClr val="2BD9A0"/>
              </a:solidFill>
              <a:effectLst/>
            </c:spPr>
          </c:dPt>
          <c:dPt>
            <c:idx val="721"/>
            <c:invertIfNegative val="0"/>
            <c:bubble3D val="0"/>
            <c:spPr>
              <a:solidFill>
                <a:srgbClr val="FF5A5F"/>
              </a:solidFill>
              <a:effectLst/>
            </c:spPr>
          </c:dPt>
          <c:dPt>
            <c:idx val="722"/>
            <c:invertIfNegative val="0"/>
            <c:bubble3D val="0"/>
            <c:spPr>
              <a:solidFill>
                <a:srgbClr val="2BD9A0"/>
              </a:solidFill>
              <a:effectLst/>
            </c:spPr>
          </c:dPt>
          <c:dPt>
            <c:idx val="723"/>
            <c:invertIfNegative val="0"/>
            <c:bubble3D val="0"/>
            <c:spPr>
              <a:solidFill>
                <a:srgbClr val="FF5A5F"/>
              </a:solidFill>
              <a:effectLst/>
            </c:spPr>
          </c:dPt>
          <c:dPt>
            <c:idx val="724"/>
            <c:invertIfNegative val="0"/>
            <c:bubble3D val="0"/>
            <c:spPr>
              <a:solidFill>
                <a:srgbClr val="2BD9A0"/>
              </a:solidFill>
              <a:effectLst/>
            </c:spPr>
          </c:dPt>
          <c:dPt>
            <c:idx val="725"/>
            <c:invertIfNegative val="0"/>
            <c:bubble3D val="0"/>
            <c:spPr>
              <a:solidFill>
                <a:srgbClr val="2BD9A0"/>
              </a:solidFill>
              <a:effectLst/>
            </c:spPr>
          </c:dPt>
          <c:dPt>
            <c:idx val="726"/>
            <c:invertIfNegative val="0"/>
            <c:bubble3D val="0"/>
            <c:spPr>
              <a:solidFill>
                <a:srgbClr val="2BD9A0"/>
              </a:solidFill>
              <a:effectLst/>
            </c:spPr>
          </c:dPt>
          <c:dPt>
            <c:idx val="727"/>
            <c:invertIfNegative val="0"/>
            <c:bubble3D val="0"/>
            <c:spPr>
              <a:solidFill>
                <a:srgbClr val="2BD9A0"/>
              </a:solidFill>
              <a:effectLst/>
            </c:spPr>
          </c:dPt>
          <c:dPt>
            <c:idx val="728"/>
            <c:invertIfNegative val="0"/>
            <c:bubble3D val="0"/>
            <c:spPr>
              <a:solidFill>
                <a:srgbClr val="2BD9A0"/>
              </a:solidFill>
              <a:effectLst/>
            </c:spPr>
          </c:dPt>
          <c:dPt>
            <c:idx val="729"/>
            <c:invertIfNegative val="0"/>
            <c:bubble3D val="0"/>
            <c:spPr>
              <a:solidFill>
                <a:srgbClr val="2BD9A0"/>
              </a:solidFill>
              <a:effectLst/>
            </c:spPr>
          </c:dPt>
          <c:dPt>
            <c:idx val="730"/>
            <c:invertIfNegative val="0"/>
            <c:bubble3D val="0"/>
            <c:spPr>
              <a:solidFill>
                <a:srgbClr val="FF5A5F"/>
              </a:solidFill>
              <a:effectLst/>
            </c:spPr>
          </c:dPt>
          <c:dPt>
            <c:idx val="731"/>
            <c:invertIfNegative val="0"/>
            <c:bubble3D val="0"/>
            <c:spPr>
              <a:solidFill>
                <a:srgbClr val="2BD9A0"/>
              </a:solidFill>
              <a:effectLst/>
            </c:spPr>
          </c:dPt>
          <c:dPt>
            <c:idx val="732"/>
            <c:invertIfNegative val="0"/>
            <c:bubble3D val="0"/>
            <c:spPr>
              <a:solidFill>
                <a:srgbClr val="2BD9A0"/>
              </a:solidFill>
              <a:effectLst/>
            </c:spPr>
          </c:dPt>
          <c:dPt>
            <c:idx val="733"/>
            <c:invertIfNegative val="0"/>
            <c:bubble3D val="0"/>
            <c:spPr>
              <a:solidFill>
                <a:srgbClr val="2BD9A0"/>
              </a:solidFill>
              <a:effectLst/>
            </c:spPr>
          </c:dPt>
          <c:dPt>
            <c:idx val="734"/>
            <c:invertIfNegative val="0"/>
            <c:bubble3D val="0"/>
            <c:spPr>
              <a:solidFill>
                <a:srgbClr val="FF5A5F"/>
              </a:solidFill>
              <a:effectLst/>
            </c:spPr>
          </c:dPt>
          <c:dPt>
            <c:idx val="735"/>
            <c:invertIfNegative val="0"/>
            <c:bubble3D val="0"/>
            <c:spPr>
              <a:solidFill>
                <a:srgbClr val="2BD9A0"/>
              </a:solidFill>
              <a:effectLst/>
            </c:spPr>
          </c:dPt>
          <c:dPt>
            <c:idx val="736"/>
            <c:invertIfNegative val="0"/>
            <c:bubble3D val="0"/>
            <c:spPr>
              <a:solidFill>
                <a:srgbClr val="2BD9A0"/>
              </a:solidFill>
              <a:effectLst/>
            </c:spPr>
          </c:dPt>
          <c:dPt>
            <c:idx val="737"/>
            <c:invertIfNegative val="0"/>
            <c:bubble3D val="0"/>
            <c:spPr>
              <a:solidFill>
                <a:srgbClr val="2BD9A0"/>
              </a:solidFill>
              <a:effectLst/>
            </c:spPr>
          </c:dPt>
          <c:dPt>
            <c:idx val="738"/>
            <c:invertIfNegative val="0"/>
            <c:bubble3D val="0"/>
            <c:spPr>
              <a:solidFill>
                <a:srgbClr val="2BD9A0"/>
              </a:solidFill>
              <a:effectLst/>
            </c:spPr>
          </c:dPt>
          <c:dPt>
            <c:idx val="739"/>
            <c:invertIfNegative val="0"/>
            <c:bubble3D val="0"/>
            <c:spPr>
              <a:solidFill>
                <a:srgbClr val="2BD9A0"/>
              </a:solidFill>
              <a:effectLst/>
            </c:spPr>
          </c:dPt>
          <c:dPt>
            <c:idx val="740"/>
            <c:invertIfNegative val="0"/>
            <c:bubble3D val="0"/>
            <c:spPr>
              <a:solidFill>
                <a:srgbClr val="2BD9A0"/>
              </a:solidFill>
              <a:effectLst/>
            </c:spPr>
          </c:dPt>
          <c:dPt>
            <c:idx val="741"/>
            <c:invertIfNegative val="0"/>
            <c:bubble3D val="0"/>
            <c:spPr>
              <a:solidFill>
                <a:srgbClr val="FF5A5F"/>
              </a:solidFill>
              <a:effectLst/>
            </c:spPr>
          </c:dPt>
          <c:dPt>
            <c:idx val="742"/>
            <c:invertIfNegative val="0"/>
            <c:bubble3D val="0"/>
            <c:spPr>
              <a:solidFill>
                <a:srgbClr val="FF5A5F"/>
              </a:solidFill>
              <a:effectLst/>
            </c:spPr>
          </c:dPt>
          <c:dPt>
            <c:idx val="743"/>
            <c:invertIfNegative val="0"/>
            <c:bubble3D val="0"/>
            <c:spPr>
              <a:solidFill>
                <a:srgbClr val="FF5A5F"/>
              </a:solidFill>
              <a:effectLst/>
            </c:spPr>
          </c:dPt>
          <c:dPt>
            <c:idx val="744"/>
            <c:invertIfNegative val="0"/>
            <c:bubble3D val="0"/>
            <c:spPr>
              <a:solidFill>
                <a:srgbClr val="2BD9A0"/>
              </a:solidFill>
              <a:effectLst/>
            </c:spPr>
          </c:dPt>
          <c:dPt>
            <c:idx val="745"/>
            <c:invertIfNegative val="0"/>
            <c:bubble3D val="0"/>
            <c:spPr>
              <a:solidFill>
                <a:srgbClr val="2BD9A0"/>
              </a:solidFill>
              <a:effectLst/>
            </c:spPr>
          </c:dPt>
          <c:dPt>
            <c:idx val="746"/>
            <c:invertIfNegative val="0"/>
            <c:bubble3D val="0"/>
            <c:spPr>
              <a:solidFill>
                <a:srgbClr val="2BD9A0"/>
              </a:solidFill>
              <a:effectLst/>
            </c:spPr>
          </c:dPt>
          <c:dPt>
            <c:idx val="747"/>
            <c:invertIfNegative val="0"/>
            <c:bubble3D val="0"/>
            <c:spPr>
              <a:solidFill>
                <a:srgbClr val="FF5A5F"/>
              </a:solidFill>
              <a:effectLst/>
            </c:spPr>
          </c:dPt>
          <c:dPt>
            <c:idx val="748"/>
            <c:invertIfNegative val="0"/>
            <c:bubble3D val="0"/>
            <c:spPr>
              <a:solidFill>
                <a:srgbClr val="FF5A5F"/>
              </a:solidFill>
              <a:effectLst/>
            </c:spPr>
          </c:dPt>
          <c:dPt>
            <c:idx val="749"/>
            <c:invertIfNegative val="0"/>
            <c:bubble3D val="0"/>
            <c:spPr>
              <a:solidFill>
                <a:srgbClr val="2BD9A0"/>
              </a:solidFill>
              <a:effectLst/>
            </c:spPr>
          </c:dPt>
          <c:dPt>
            <c:idx val="750"/>
            <c:invertIfNegative val="0"/>
            <c:bubble3D val="0"/>
            <c:spPr>
              <a:solidFill>
                <a:srgbClr val="FF5A5F"/>
              </a:solidFill>
              <a:effectLst/>
            </c:spPr>
          </c:dPt>
          <c:dPt>
            <c:idx val="751"/>
            <c:invertIfNegative val="0"/>
            <c:bubble3D val="0"/>
            <c:spPr>
              <a:solidFill>
                <a:srgbClr val="2BD9A0"/>
              </a:solidFill>
              <a:effectLst/>
            </c:spPr>
          </c:dPt>
          <c:dPt>
            <c:idx val="752"/>
            <c:invertIfNegative val="0"/>
            <c:bubble3D val="0"/>
            <c:spPr>
              <a:solidFill>
                <a:srgbClr val="2BD9A0"/>
              </a:solidFill>
              <a:effectLst/>
            </c:spPr>
          </c:dPt>
          <c:dPt>
            <c:idx val="753"/>
            <c:invertIfNegative val="0"/>
            <c:bubble3D val="0"/>
            <c:spPr>
              <a:solidFill>
                <a:srgbClr val="2BD9A0"/>
              </a:solidFill>
              <a:effectLst/>
            </c:spPr>
          </c:dPt>
          <c:dPt>
            <c:idx val="754"/>
            <c:invertIfNegative val="0"/>
            <c:bubble3D val="0"/>
            <c:spPr>
              <a:solidFill>
                <a:srgbClr val="2BD9A0"/>
              </a:solidFill>
              <a:effectLst/>
            </c:spPr>
          </c:dPt>
          <c:dPt>
            <c:idx val="755"/>
            <c:invertIfNegative val="0"/>
            <c:bubble3D val="0"/>
            <c:spPr>
              <a:solidFill>
                <a:srgbClr val="2BD9A0"/>
              </a:solidFill>
              <a:effectLst/>
            </c:spPr>
          </c:dPt>
          <c:dPt>
            <c:idx val="756"/>
            <c:invertIfNegative val="0"/>
            <c:bubble3D val="0"/>
            <c:spPr>
              <a:solidFill>
                <a:srgbClr val="2BD9A0"/>
              </a:solidFill>
              <a:effectLst/>
            </c:spPr>
          </c:dPt>
          <c:dPt>
            <c:idx val="757"/>
            <c:invertIfNegative val="0"/>
            <c:bubble3D val="0"/>
            <c:spPr>
              <a:solidFill>
                <a:srgbClr val="FF5A5F"/>
              </a:solidFill>
              <a:effectLst/>
            </c:spPr>
          </c:dPt>
          <c:dPt>
            <c:idx val="758"/>
            <c:invertIfNegative val="0"/>
            <c:bubble3D val="0"/>
            <c:spPr>
              <a:solidFill>
                <a:srgbClr val="2BD9A0"/>
              </a:solidFill>
              <a:effectLst/>
            </c:spPr>
          </c:dPt>
          <c:dPt>
            <c:idx val="759"/>
            <c:invertIfNegative val="0"/>
            <c:bubble3D val="0"/>
            <c:spPr>
              <a:solidFill>
                <a:srgbClr val="2BD9A0"/>
              </a:solidFill>
              <a:effectLst/>
            </c:spPr>
          </c:dPt>
          <c:dPt>
            <c:idx val="760"/>
            <c:invertIfNegative val="0"/>
            <c:bubble3D val="0"/>
            <c:spPr>
              <a:solidFill>
                <a:srgbClr val="2BD9A0"/>
              </a:solidFill>
              <a:effectLst/>
            </c:spPr>
          </c:dPt>
          <c:dPt>
            <c:idx val="761"/>
            <c:invertIfNegative val="0"/>
            <c:bubble3D val="0"/>
            <c:spPr>
              <a:solidFill>
                <a:srgbClr val="FF5A5F"/>
              </a:solidFill>
              <a:effectLst/>
            </c:spPr>
          </c:dPt>
          <c:dPt>
            <c:idx val="762"/>
            <c:invertIfNegative val="0"/>
            <c:bubble3D val="0"/>
            <c:spPr>
              <a:solidFill>
                <a:srgbClr val="FF5A5F"/>
              </a:solidFill>
              <a:effectLst/>
            </c:spPr>
          </c:dPt>
          <c:dPt>
            <c:idx val="763"/>
            <c:invertIfNegative val="0"/>
            <c:bubble3D val="0"/>
            <c:spPr>
              <a:solidFill>
                <a:srgbClr val="2BD9A0"/>
              </a:solidFill>
              <a:effectLst/>
            </c:spPr>
          </c:dPt>
          <c:dPt>
            <c:idx val="764"/>
            <c:invertIfNegative val="0"/>
            <c:bubble3D val="0"/>
            <c:spPr>
              <a:solidFill>
                <a:srgbClr val="FF5A5F"/>
              </a:solidFill>
              <a:effectLst/>
            </c:spPr>
          </c:dPt>
          <c:dPt>
            <c:idx val="765"/>
            <c:invertIfNegative val="0"/>
            <c:bubble3D val="0"/>
            <c:spPr>
              <a:solidFill>
                <a:srgbClr val="FF5A5F"/>
              </a:solidFill>
              <a:effectLst/>
            </c:spPr>
          </c:dPt>
          <c:dPt>
            <c:idx val="766"/>
            <c:invertIfNegative val="0"/>
            <c:bubble3D val="0"/>
            <c:spPr>
              <a:solidFill>
                <a:srgbClr val="FF5A5F"/>
              </a:solidFill>
              <a:effectLst/>
            </c:spPr>
          </c:dPt>
          <c:dPt>
            <c:idx val="767"/>
            <c:invertIfNegative val="0"/>
            <c:bubble3D val="0"/>
            <c:spPr>
              <a:solidFill>
                <a:srgbClr val="2BD9A0"/>
              </a:solidFill>
              <a:effectLst/>
            </c:spPr>
          </c:dPt>
          <c:dPt>
            <c:idx val="768"/>
            <c:invertIfNegative val="0"/>
            <c:bubble3D val="0"/>
            <c:spPr>
              <a:solidFill>
                <a:srgbClr val="2BD9A0"/>
              </a:solidFill>
              <a:effectLst/>
            </c:spPr>
          </c:dPt>
          <c:dPt>
            <c:idx val="769"/>
            <c:invertIfNegative val="0"/>
            <c:bubble3D val="0"/>
            <c:spPr>
              <a:solidFill>
                <a:srgbClr val="2BD9A0"/>
              </a:solidFill>
              <a:effectLst/>
            </c:spPr>
          </c:dPt>
          <c:dPt>
            <c:idx val="770"/>
            <c:invertIfNegative val="0"/>
            <c:bubble3D val="0"/>
            <c:spPr>
              <a:solidFill>
                <a:srgbClr val="FF5A5F"/>
              </a:solidFill>
              <a:effectLst/>
            </c:spPr>
          </c:dPt>
          <c:dPt>
            <c:idx val="771"/>
            <c:invertIfNegative val="0"/>
            <c:bubble3D val="0"/>
            <c:spPr>
              <a:solidFill>
                <a:srgbClr val="FF5A5F"/>
              </a:solidFill>
              <a:effectLst/>
            </c:spPr>
          </c:dPt>
          <c:dPt>
            <c:idx val="772"/>
            <c:invertIfNegative val="0"/>
            <c:bubble3D val="0"/>
            <c:spPr>
              <a:solidFill>
                <a:srgbClr val="FF5A5F"/>
              </a:solidFill>
              <a:effectLst/>
            </c:spPr>
          </c:dPt>
          <c:dPt>
            <c:idx val="773"/>
            <c:invertIfNegative val="0"/>
            <c:bubble3D val="0"/>
            <c:spPr>
              <a:solidFill>
                <a:srgbClr val="FF5A5F"/>
              </a:solidFill>
              <a:effectLst/>
            </c:spPr>
          </c:dPt>
          <c:dPt>
            <c:idx val="774"/>
            <c:invertIfNegative val="0"/>
            <c:bubble3D val="0"/>
            <c:spPr>
              <a:solidFill>
                <a:srgbClr val="FF5A5F"/>
              </a:solidFill>
              <a:effectLst/>
            </c:spPr>
          </c:dPt>
          <c:dPt>
            <c:idx val="775"/>
            <c:invertIfNegative val="0"/>
            <c:bubble3D val="0"/>
            <c:spPr>
              <a:solidFill>
                <a:srgbClr val="FF5A5F"/>
              </a:solidFill>
              <a:effectLst/>
            </c:spPr>
          </c:dPt>
          <c:dPt>
            <c:idx val="776"/>
            <c:invertIfNegative val="0"/>
            <c:bubble3D val="0"/>
            <c:spPr>
              <a:solidFill>
                <a:srgbClr val="FF5A5F"/>
              </a:solidFill>
              <a:effectLst/>
            </c:spPr>
          </c:dPt>
          <c:dPt>
            <c:idx val="777"/>
            <c:invertIfNegative val="0"/>
            <c:bubble3D val="0"/>
            <c:spPr>
              <a:solidFill>
                <a:srgbClr val="FF5A5F"/>
              </a:solidFill>
              <a:effectLst/>
            </c:spPr>
          </c:dPt>
          <c:dPt>
            <c:idx val="778"/>
            <c:invertIfNegative val="0"/>
            <c:bubble3D val="0"/>
            <c:spPr>
              <a:solidFill>
                <a:srgbClr val="2BD9A0"/>
              </a:solidFill>
              <a:effectLst/>
            </c:spPr>
          </c:dPt>
          <c:dPt>
            <c:idx val="779"/>
            <c:invertIfNegative val="0"/>
            <c:bubble3D val="0"/>
            <c:spPr>
              <a:solidFill>
                <a:srgbClr val="FF5A5F"/>
              </a:solidFill>
              <a:effectLst/>
            </c:spPr>
          </c:dPt>
          <c:dPt>
            <c:idx val="780"/>
            <c:invertIfNegative val="0"/>
            <c:bubble3D val="0"/>
            <c:spPr>
              <a:solidFill>
                <a:srgbClr val="FF5A5F"/>
              </a:solidFill>
              <a:effectLst/>
            </c:spPr>
          </c:dPt>
          <c:dPt>
            <c:idx val="781"/>
            <c:invertIfNegative val="0"/>
            <c:bubble3D val="0"/>
            <c:spPr>
              <a:solidFill>
                <a:srgbClr val="2BD9A0"/>
              </a:solidFill>
              <a:effectLst/>
            </c:spPr>
          </c:dPt>
          <c:dPt>
            <c:idx val="782"/>
            <c:invertIfNegative val="0"/>
            <c:bubble3D val="0"/>
            <c:spPr>
              <a:solidFill>
                <a:srgbClr val="FF5A5F"/>
              </a:solidFill>
              <a:effectLst/>
            </c:spPr>
          </c:dPt>
          <c:dPt>
            <c:idx val="783"/>
            <c:invertIfNegative val="0"/>
            <c:bubble3D val="0"/>
            <c:spPr>
              <a:solidFill>
                <a:srgbClr val="2BD9A0"/>
              </a:solidFill>
              <a:effectLst/>
            </c:spPr>
          </c:dPt>
          <c:dPt>
            <c:idx val="784"/>
            <c:invertIfNegative val="0"/>
            <c:bubble3D val="0"/>
            <c:spPr>
              <a:solidFill>
                <a:srgbClr val="FF5A5F"/>
              </a:solidFill>
              <a:effectLst/>
            </c:spPr>
          </c:dPt>
          <c:dPt>
            <c:idx val="785"/>
            <c:invertIfNegative val="0"/>
            <c:bubble3D val="0"/>
            <c:spPr>
              <a:solidFill>
                <a:srgbClr val="2BD9A0"/>
              </a:solidFill>
              <a:effectLst/>
            </c:spPr>
          </c:dPt>
          <c:dPt>
            <c:idx val="786"/>
            <c:invertIfNegative val="0"/>
            <c:bubble3D val="0"/>
            <c:spPr>
              <a:solidFill>
                <a:srgbClr val="2BD9A0"/>
              </a:solidFill>
              <a:effectLst/>
            </c:spPr>
          </c:dPt>
          <c:dPt>
            <c:idx val="787"/>
            <c:invertIfNegative val="0"/>
            <c:bubble3D val="0"/>
            <c:spPr>
              <a:solidFill>
                <a:srgbClr val="2BD9A0"/>
              </a:solidFill>
              <a:effectLst/>
            </c:spPr>
          </c:dPt>
          <c:dPt>
            <c:idx val="788"/>
            <c:invertIfNegative val="0"/>
            <c:bubble3D val="0"/>
            <c:spPr>
              <a:solidFill>
                <a:srgbClr val="2BD9A0"/>
              </a:solidFill>
              <a:effectLst/>
            </c:spPr>
          </c:dPt>
          <c:dPt>
            <c:idx val="789"/>
            <c:invertIfNegative val="0"/>
            <c:bubble3D val="0"/>
            <c:spPr>
              <a:solidFill>
                <a:srgbClr val="FF5A5F"/>
              </a:solidFill>
              <a:effectLst/>
            </c:spPr>
          </c:dPt>
          <c:dPt>
            <c:idx val="790"/>
            <c:invertIfNegative val="0"/>
            <c:bubble3D val="0"/>
            <c:spPr>
              <a:solidFill>
                <a:srgbClr val="2BD9A0"/>
              </a:solidFill>
              <a:effectLst/>
            </c:spPr>
          </c:dPt>
          <c:dPt>
            <c:idx val="791"/>
            <c:invertIfNegative val="0"/>
            <c:bubble3D val="0"/>
            <c:spPr>
              <a:solidFill>
                <a:srgbClr val="FF5A5F"/>
              </a:solidFill>
              <a:effectLst/>
            </c:spPr>
          </c:dPt>
          <c:dPt>
            <c:idx val="792"/>
            <c:invertIfNegative val="0"/>
            <c:bubble3D val="0"/>
            <c:spPr>
              <a:solidFill>
                <a:srgbClr val="FF5A5F"/>
              </a:solidFill>
              <a:effectLst/>
            </c:spPr>
          </c:dPt>
          <c:dPt>
            <c:idx val="793"/>
            <c:invertIfNegative val="0"/>
            <c:bubble3D val="0"/>
            <c:spPr>
              <a:solidFill>
                <a:srgbClr val="FF5A5F"/>
              </a:solidFill>
              <a:effectLst/>
            </c:spPr>
          </c:dPt>
          <c:dPt>
            <c:idx val="794"/>
            <c:invertIfNegative val="0"/>
            <c:bubble3D val="0"/>
            <c:spPr>
              <a:solidFill>
                <a:srgbClr val="FF5A5F"/>
              </a:solidFill>
              <a:effectLst/>
            </c:spPr>
          </c:dPt>
          <c:dPt>
            <c:idx val="795"/>
            <c:invertIfNegative val="0"/>
            <c:bubble3D val="0"/>
            <c:spPr>
              <a:solidFill>
                <a:srgbClr val="FF5A5F"/>
              </a:solidFill>
              <a:effectLst/>
            </c:spPr>
          </c:dPt>
          <c:dPt>
            <c:idx val="796"/>
            <c:invertIfNegative val="0"/>
            <c:bubble3D val="0"/>
            <c:spPr>
              <a:solidFill>
                <a:srgbClr val="FF5A5F"/>
              </a:solidFill>
              <a:effectLst/>
            </c:spPr>
          </c:dPt>
          <c:dPt>
            <c:idx val="797"/>
            <c:invertIfNegative val="0"/>
            <c:bubble3D val="0"/>
            <c:spPr>
              <a:solidFill>
                <a:srgbClr val="FF5A5F"/>
              </a:solidFill>
              <a:effectLst/>
            </c:spPr>
          </c:dPt>
          <c:dPt>
            <c:idx val="798"/>
            <c:invertIfNegative val="0"/>
            <c:bubble3D val="0"/>
            <c:spPr>
              <a:solidFill>
                <a:srgbClr val="FF5A5F"/>
              </a:solidFill>
              <a:effectLst/>
            </c:spPr>
          </c:dPt>
          <c:dPt>
            <c:idx val="799"/>
            <c:invertIfNegative val="0"/>
            <c:bubble3D val="0"/>
            <c:spPr>
              <a:solidFill>
                <a:srgbClr val="FF5A5F"/>
              </a:solidFill>
              <a:effectLst/>
            </c:spPr>
          </c:dPt>
          <c:dPt>
            <c:idx val="800"/>
            <c:invertIfNegative val="0"/>
            <c:bubble3D val="0"/>
            <c:spPr>
              <a:solidFill>
                <a:srgbClr val="2BD9A0"/>
              </a:solidFill>
              <a:effectLst/>
            </c:spPr>
          </c:dPt>
          <c:dPt>
            <c:idx val="801"/>
            <c:invertIfNegative val="0"/>
            <c:bubble3D val="0"/>
            <c:spPr>
              <a:solidFill>
                <a:srgbClr val="FF5A5F"/>
              </a:solidFill>
              <a:effectLst/>
            </c:spPr>
          </c:dPt>
          <c:dPt>
            <c:idx val="802"/>
            <c:invertIfNegative val="0"/>
            <c:bubble3D val="0"/>
            <c:spPr>
              <a:solidFill>
                <a:srgbClr val="2BD9A0"/>
              </a:solidFill>
              <a:effectLst/>
            </c:spPr>
          </c:dPt>
          <c:dPt>
            <c:idx val="803"/>
            <c:invertIfNegative val="0"/>
            <c:bubble3D val="0"/>
            <c:spPr>
              <a:solidFill>
                <a:srgbClr val="2BD9A0"/>
              </a:solidFill>
              <a:effectLst/>
            </c:spPr>
          </c:dPt>
          <c:dPt>
            <c:idx val="804"/>
            <c:invertIfNegative val="0"/>
            <c:bubble3D val="0"/>
            <c:spPr>
              <a:solidFill>
                <a:srgbClr val="2BD9A0"/>
              </a:solidFill>
              <a:effectLst/>
            </c:spPr>
          </c:dPt>
          <c:dPt>
            <c:idx val="805"/>
            <c:invertIfNegative val="0"/>
            <c:bubble3D val="0"/>
            <c:spPr>
              <a:solidFill>
                <a:srgbClr val="FF5A5F"/>
              </a:solidFill>
              <a:effectLst/>
            </c:spPr>
          </c:dPt>
          <c:dPt>
            <c:idx val="806"/>
            <c:invertIfNegative val="0"/>
            <c:bubble3D val="0"/>
            <c:spPr>
              <a:solidFill>
                <a:srgbClr val="2BD9A0"/>
              </a:solidFill>
              <a:effectLst/>
            </c:spPr>
          </c:dPt>
          <c:dPt>
            <c:idx val="807"/>
            <c:invertIfNegative val="0"/>
            <c:bubble3D val="0"/>
            <c:spPr>
              <a:solidFill>
                <a:srgbClr val="2BD9A0"/>
              </a:solidFill>
              <a:effectLst/>
            </c:spPr>
          </c:dPt>
          <c:dPt>
            <c:idx val="808"/>
            <c:invertIfNegative val="0"/>
            <c:bubble3D val="0"/>
            <c:spPr>
              <a:solidFill>
                <a:srgbClr val="2BD9A0"/>
              </a:solidFill>
              <a:effectLst/>
            </c:spPr>
          </c:dPt>
          <c:dPt>
            <c:idx val="809"/>
            <c:invertIfNegative val="0"/>
            <c:bubble3D val="0"/>
            <c:spPr>
              <a:solidFill>
                <a:srgbClr val="2BD9A0"/>
              </a:solidFill>
              <a:effectLst/>
            </c:spPr>
          </c:dPt>
          <c:dPt>
            <c:idx val="810"/>
            <c:invertIfNegative val="0"/>
            <c:bubble3D val="0"/>
            <c:spPr>
              <a:solidFill>
                <a:srgbClr val="2BD9A0"/>
              </a:solidFill>
              <a:effectLst/>
            </c:spPr>
          </c:dPt>
          <c:dPt>
            <c:idx val="811"/>
            <c:invertIfNegative val="0"/>
            <c:bubble3D val="0"/>
            <c:spPr>
              <a:solidFill>
                <a:srgbClr val="2BD9A0"/>
              </a:solidFill>
              <a:effectLst/>
            </c:spPr>
          </c:dPt>
          <c:dPt>
            <c:idx val="812"/>
            <c:invertIfNegative val="0"/>
            <c:bubble3D val="0"/>
            <c:spPr>
              <a:solidFill>
                <a:srgbClr val="2BD9A0"/>
              </a:solidFill>
              <a:effectLst/>
            </c:spPr>
          </c:dPt>
          <c:dPt>
            <c:idx val="813"/>
            <c:invertIfNegative val="0"/>
            <c:bubble3D val="0"/>
            <c:spPr>
              <a:solidFill>
                <a:srgbClr val="2BD9A0"/>
              </a:solidFill>
              <a:effectLst/>
            </c:spPr>
          </c:dPt>
          <c:dPt>
            <c:idx val="814"/>
            <c:invertIfNegative val="0"/>
            <c:bubble3D val="0"/>
            <c:spPr>
              <a:solidFill>
                <a:srgbClr val="FF5A5F"/>
              </a:solidFill>
              <a:effectLst/>
            </c:spPr>
          </c:dPt>
          <c:dPt>
            <c:idx val="815"/>
            <c:invertIfNegative val="0"/>
            <c:bubble3D val="0"/>
            <c:spPr>
              <a:solidFill>
                <a:srgbClr val="2BD9A0"/>
              </a:solidFill>
              <a:effectLst/>
            </c:spPr>
          </c:dPt>
          <c:dPt>
            <c:idx val="816"/>
            <c:invertIfNegative val="0"/>
            <c:bubble3D val="0"/>
            <c:spPr>
              <a:solidFill>
                <a:srgbClr val="FF5A5F"/>
              </a:solidFill>
              <a:effectLst/>
            </c:spPr>
          </c:dPt>
          <c:dPt>
            <c:idx val="817"/>
            <c:invertIfNegative val="0"/>
            <c:bubble3D val="0"/>
            <c:spPr>
              <a:solidFill>
                <a:srgbClr val="2BD9A0"/>
              </a:solidFill>
              <a:effectLst/>
            </c:spPr>
          </c:dPt>
          <c:dPt>
            <c:idx val="818"/>
            <c:invertIfNegative val="0"/>
            <c:bubble3D val="0"/>
            <c:spPr>
              <a:solidFill>
                <a:srgbClr val="2BD9A0"/>
              </a:solidFill>
              <a:effectLst/>
            </c:spPr>
          </c:dPt>
          <c:dPt>
            <c:idx val="819"/>
            <c:invertIfNegative val="0"/>
            <c:bubble3D val="0"/>
            <c:spPr>
              <a:solidFill>
                <a:srgbClr val="FF5A5F"/>
              </a:solidFill>
              <a:effectLst/>
            </c:spPr>
          </c:dPt>
          <c:dPt>
            <c:idx val="820"/>
            <c:invertIfNegative val="0"/>
            <c:bubble3D val="0"/>
            <c:spPr>
              <a:solidFill>
                <a:srgbClr val="FF5A5F"/>
              </a:solidFill>
              <a:effectLst/>
            </c:spPr>
          </c:dPt>
          <c:dPt>
            <c:idx val="821"/>
            <c:invertIfNegative val="0"/>
            <c:bubble3D val="0"/>
            <c:spPr>
              <a:solidFill>
                <a:srgbClr val="FF5A5F"/>
              </a:solidFill>
              <a:effectLst/>
            </c:spPr>
          </c:dPt>
          <c:dPt>
            <c:idx val="822"/>
            <c:invertIfNegative val="0"/>
            <c:bubble3D val="0"/>
            <c:spPr>
              <a:solidFill>
                <a:srgbClr val="FF5A5F"/>
              </a:solidFill>
              <a:effectLst/>
            </c:spPr>
          </c:dPt>
          <c:dPt>
            <c:idx val="823"/>
            <c:invertIfNegative val="0"/>
            <c:bubble3D val="0"/>
            <c:spPr>
              <a:solidFill>
                <a:srgbClr val="FF5A5F"/>
              </a:solidFill>
              <a:effectLst/>
            </c:spPr>
          </c:dPt>
          <c:dPt>
            <c:idx val="824"/>
            <c:invertIfNegative val="0"/>
            <c:bubble3D val="0"/>
            <c:spPr>
              <a:solidFill>
                <a:srgbClr val="FF5A5F"/>
              </a:solidFill>
              <a:effectLst/>
            </c:spPr>
          </c:dPt>
          <c:dPt>
            <c:idx val="825"/>
            <c:invertIfNegative val="0"/>
            <c:bubble3D val="0"/>
            <c:spPr>
              <a:solidFill>
                <a:srgbClr val="FF5A5F"/>
              </a:solidFill>
              <a:effectLst/>
            </c:spPr>
          </c:dPt>
          <c:dPt>
            <c:idx val="826"/>
            <c:invertIfNegative val="0"/>
            <c:bubble3D val="0"/>
            <c:spPr>
              <a:solidFill>
                <a:srgbClr val="FF5A5F"/>
              </a:solidFill>
              <a:effectLst/>
            </c:spPr>
          </c:dPt>
          <c:dPt>
            <c:idx val="827"/>
            <c:invertIfNegative val="0"/>
            <c:bubble3D val="0"/>
            <c:spPr>
              <a:solidFill>
                <a:srgbClr val="FF5A5F"/>
              </a:solidFill>
              <a:effectLst/>
            </c:spPr>
          </c:dPt>
          <c:dPt>
            <c:idx val="828"/>
            <c:invertIfNegative val="0"/>
            <c:bubble3D val="0"/>
            <c:spPr>
              <a:solidFill>
                <a:srgbClr val="FF5A5F"/>
              </a:solidFill>
              <a:effectLst/>
            </c:spPr>
          </c:dPt>
          <c:dPt>
            <c:idx val="829"/>
            <c:invertIfNegative val="0"/>
            <c:bubble3D val="0"/>
            <c:spPr>
              <a:solidFill>
                <a:srgbClr val="2BD9A0"/>
              </a:solidFill>
              <a:effectLst/>
            </c:spPr>
          </c:dPt>
          <c:dPt>
            <c:idx val="830"/>
            <c:invertIfNegative val="0"/>
            <c:bubble3D val="0"/>
            <c:spPr>
              <a:solidFill>
                <a:srgbClr val="2BD9A0"/>
              </a:solidFill>
              <a:effectLst/>
            </c:spPr>
          </c:dPt>
          <c:dPt>
            <c:idx val="831"/>
            <c:invertIfNegative val="0"/>
            <c:bubble3D val="0"/>
            <c:spPr>
              <a:solidFill>
                <a:srgbClr val="2BD9A0"/>
              </a:solidFill>
              <a:effectLst/>
            </c:spPr>
          </c:dPt>
          <c:dPt>
            <c:idx val="832"/>
            <c:invertIfNegative val="0"/>
            <c:bubble3D val="0"/>
            <c:spPr>
              <a:solidFill>
                <a:srgbClr val="FF5A5F"/>
              </a:solidFill>
              <a:effectLst/>
            </c:spPr>
          </c:dPt>
          <c:dPt>
            <c:idx val="833"/>
            <c:invertIfNegative val="0"/>
            <c:bubble3D val="0"/>
            <c:spPr>
              <a:solidFill>
                <a:srgbClr val="2BD9A0"/>
              </a:solidFill>
              <a:effectLst/>
            </c:spPr>
          </c:dPt>
          <c:dPt>
            <c:idx val="834"/>
            <c:invertIfNegative val="0"/>
            <c:bubble3D val="0"/>
            <c:spPr>
              <a:solidFill>
                <a:srgbClr val="FF5A5F"/>
              </a:solidFill>
              <a:effectLst/>
            </c:spPr>
          </c:dPt>
          <c:dPt>
            <c:idx val="835"/>
            <c:invertIfNegative val="0"/>
            <c:bubble3D val="0"/>
            <c:spPr>
              <a:solidFill>
                <a:srgbClr val="2BD9A0"/>
              </a:solidFill>
              <a:effectLst/>
            </c:spPr>
          </c:dPt>
          <c:dPt>
            <c:idx val="836"/>
            <c:invertIfNegative val="0"/>
            <c:bubble3D val="0"/>
            <c:spPr>
              <a:solidFill>
                <a:srgbClr val="FF5A5F"/>
              </a:solidFill>
              <a:effectLst/>
            </c:spPr>
          </c:dPt>
          <c:dPt>
            <c:idx val="837"/>
            <c:invertIfNegative val="0"/>
            <c:bubble3D val="0"/>
            <c:spPr>
              <a:solidFill>
                <a:srgbClr val="FF5A5F"/>
              </a:solidFill>
              <a:effectLst/>
            </c:spPr>
          </c:dPt>
          <c:dPt>
            <c:idx val="838"/>
            <c:invertIfNegative val="0"/>
            <c:bubble3D val="0"/>
            <c:spPr>
              <a:solidFill>
                <a:srgbClr val="FF5A5F"/>
              </a:solidFill>
              <a:effectLst/>
            </c:spPr>
          </c:dPt>
          <c:dPt>
            <c:idx val="839"/>
            <c:invertIfNegative val="0"/>
            <c:bubble3D val="0"/>
            <c:spPr>
              <a:solidFill>
                <a:srgbClr val="2BD9A0"/>
              </a:solidFill>
              <a:effectLst/>
            </c:spPr>
          </c:dPt>
          <c:dPt>
            <c:idx val="840"/>
            <c:invertIfNegative val="0"/>
            <c:bubble3D val="0"/>
            <c:spPr>
              <a:solidFill>
                <a:srgbClr val="FF5A5F"/>
              </a:solidFill>
              <a:effectLst/>
            </c:spPr>
          </c:dPt>
          <c:dPt>
            <c:idx val="841"/>
            <c:invertIfNegative val="0"/>
            <c:bubble3D val="0"/>
            <c:spPr>
              <a:solidFill>
                <a:srgbClr val="FF5A5F"/>
              </a:solidFill>
              <a:effectLst/>
            </c:spPr>
          </c:dPt>
          <c:dPt>
            <c:idx val="842"/>
            <c:invertIfNegative val="0"/>
            <c:bubble3D val="0"/>
            <c:spPr>
              <a:solidFill>
                <a:srgbClr val="2BD9A0"/>
              </a:solidFill>
              <a:effectLst/>
            </c:spPr>
          </c:dPt>
          <c:dPt>
            <c:idx val="843"/>
            <c:invertIfNegative val="0"/>
            <c:bubble3D val="0"/>
            <c:spPr>
              <a:solidFill>
                <a:srgbClr val="FF5A5F"/>
              </a:solidFill>
              <a:effectLst/>
            </c:spPr>
          </c:dPt>
          <c:dPt>
            <c:idx val="844"/>
            <c:invertIfNegative val="0"/>
            <c:bubble3D val="0"/>
            <c:spPr>
              <a:solidFill>
                <a:srgbClr val="FF5A5F"/>
              </a:solidFill>
              <a:effectLst/>
            </c:spPr>
          </c:dPt>
          <c:dPt>
            <c:idx val="845"/>
            <c:invertIfNegative val="0"/>
            <c:bubble3D val="0"/>
            <c:spPr>
              <a:solidFill>
                <a:srgbClr val="FF5A5F"/>
              </a:solidFill>
              <a:effectLst/>
            </c:spPr>
          </c:dPt>
          <c:dPt>
            <c:idx val="846"/>
            <c:invertIfNegative val="0"/>
            <c:bubble3D val="0"/>
            <c:spPr>
              <a:solidFill>
                <a:srgbClr val="FF5A5F"/>
              </a:solidFill>
              <a:effectLst/>
            </c:spPr>
          </c:dPt>
          <c:dPt>
            <c:idx val="847"/>
            <c:invertIfNegative val="0"/>
            <c:bubble3D val="0"/>
            <c:spPr>
              <a:solidFill>
                <a:srgbClr val="FF5A5F"/>
              </a:solidFill>
              <a:effectLst/>
            </c:spPr>
          </c:dPt>
          <c:dPt>
            <c:idx val="848"/>
            <c:invertIfNegative val="0"/>
            <c:bubble3D val="0"/>
            <c:spPr>
              <a:solidFill>
                <a:srgbClr val="FF5A5F"/>
              </a:solidFill>
              <a:effectLst/>
            </c:spPr>
          </c:dPt>
          <c:dPt>
            <c:idx val="849"/>
            <c:invertIfNegative val="0"/>
            <c:bubble3D val="0"/>
            <c:spPr>
              <a:solidFill>
                <a:srgbClr val="2BD9A0"/>
              </a:solidFill>
              <a:effectLst/>
            </c:spPr>
          </c:dPt>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Sheet1!$B$2:$B$851</c:f>
              <c:numCache>
                <c:formatCode>General</c:formatCode>
                <c:ptCount val="850"/>
                <c:pt idx="0">
                  <c:v>-0.86</c:v>
                </c:pt>
                <c:pt idx="1">
                  <c:v>-0.63</c:v>
                </c:pt>
                <c:pt idx="2">
                  <c:v>-0.51</c:v>
                </c:pt>
                <c:pt idx="3">
                  <c:v>-0.46</c:v>
                </c:pt>
                <c:pt idx="4">
                  <c:v>1.26</c:v>
                </c:pt>
                <c:pt idx="5">
                  <c:v>1.22</c:v>
                </c:pt>
                <c:pt idx="6">
                  <c:v>0.14</c:v>
                </c:pt>
                <c:pt idx="7">
                  <c:v>0.2</c:v>
                </c:pt>
                <c:pt idx="8">
                  <c:v>3.17</c:v>
                </c:pt>
                <c:pt idx="9">
                  <c:v>-0.83</c:v>
                </c:pt>
                <c:pt idx="10">
                  <c:v>-0.25</c:v>
                </c:pt>
                <c:pt idx="11">
                  <c:v>-0.92</c:v>
                </c:pt>
                <c:pt idx="12">
                  <c:v>0.62</c:v>
                </c:pt>
                <c:pt idx="13">
                  <c:v>-0.24</c:v>
                </c:pt>
                <c:pt idx="14">
                  <c:v>3.7</c:v>
                </c:pt>
                <c:pt idx="15">
                  <c:v>0.55</c:v>
                </c:pt>
                <c:pt idx="16">
                  <c:v>0.12</c:v>
                </c:pt>
                <c:pt idx="17">
                  <c:v>0.02</c:v>
                </c:pt>
                <c:pt idx="18">
                  <c:v>-0.35</c:v>
                </c:pt>
                <c:pt idx="19">
                  <c:v>0.11</c:v>
                </c:pt>
                <c:pt idx="20">
                  <c:v>-0.4</c:v>
                </c:pt>
                <c:pt idx="21">
                  <c:v>-0.51</c:v>
                </c:pt>
                <c:pt idx="22">
                  <c:v>-0.23</c:v>
                </c:pt>
                <c:pt idx="23">
                  <c:v>-0.8</c:v>
                </c:pt>
                <c:pt idx="24">
                  <c:v>-0.52</c:v>
                </c:pt>
                <c:pt idx="25">
                  <c:v>-0.5</c:v>
                </c:pt>
                <c:pt idx="26">
                  <c:v>0.02</c:v>
                </c:pt>
                <c:pt idx="27">
                  <c:v>-0.54</c:v>
                </c:pt>
                <c:pt idx="28">
                  <c:v>-0.67</c:v>
                </c:pt>
                <c:pt idx="29">
                  <c:v>-0.6</c:v>
                </c:pt>
                <c:pt idx="30">
                  <c:v>-0.31</c:v>
                </c:pt>
                <c:pt idx="31">
                  <c:v>-0.08</c:v>
                </c:pt>
                <c:pt idx="32">
                  <c:v>-0.47</c:v>
                </c:pt>
                <c:pt idx="33">
                  <c:v>0.95</c:v>
                </c:pt>
                <c:pt idx="34">
                  <c:v>-1</c:v>
                </c:pt>
                <c:pt idx="35">
                  <c:v>-0.57</c:v>
                </c:pt>
                <c:pt idx="36">
                  <c:v>-0.18</c:v>
                </c:pt>
                <c:pt idx="37">
                  <c:v>-0.59</c:v>
                </c:pt>
                <c:pt idx="38">
                  <c:v>-1.2</c:v>
                </c:pt>
                <c:pt idx="39">
                  <c:v>2.37</c:v>
                </c:pt>
                <c:pt idx="40">
                  <c:v>-0.2</c:v>
                </c:pt>
                <c:pt idx="41">
                  <c:v>-0.66</c:v>
                </c:pt>
                <c:pt idx="42">
                  <c:v>0.08</c:v>
                </c:pt>
                <c:pt idx="43">
                  <c:v>-0.08</c:v>
                </c:pt>
                <c:pt idx="44">
                  <c:v>-0.04</c:v>
                </c:pt>
                <c:pt idx="45">
                  <c:v>1.76</c:v>
                </c:pt>
                <c:pt idx="46">
                  <c:v>0.1</c:v>
                </c:pt>
                <c:pt idx="47">
                  <c:v>0.16</c:v>
                </c:pt>
                <c:pt idx="48">
                  <c:v>0.03</c:v>
                </c:pt>
                <c:pt idx="49">
                  <c:v>0.88</c:v>
                </c:pt>
                <c:pt idx="50">
                  <c:v>-0.31</c:v>
                </c:pt>
                <c:pt idx="51">
                  <c:v>0.16</c:v>
                </c:pt>
                <c:pt idx="52">
                  <c:v>-0.77</c:v>
                </c:pt>
                <c:pt idx="53">
                  <c:v>2.87</c:v>
                </c:pt>
                <c:pt idx="54">
                  <c:v>0.82</c:v>
                </c:pt>
                <c:pt idx="55">
                  <c:v>-0.57</c:v>
                </c:pt>
                <c:pt idx="56">
                  <c:v>0.13</c:v>
                </c:pt>
                <c:pt idx="57">
                  <c:v>-0.9</c:v>
                </c:pt>
                <c:pt idx="58">
                  <c:v>-0.06</c:v>
                </c:pt>
                <c:pt idx="59">
                  <c:v>-0.79</c:v>
                </c:pt>
                <c:pt idx="60">
                  <c:v>-1.64</c:v>
                </c:pt>
                <c:pt idx="61">
                  <c:v>0.17</c:v>
                </c:pt>
                <c:pt idx="62">
                  <c:v>-1.27</c:v>
                </c:pt>
                <c:pt idx="63">
                  <c:v>0.07</c:v>
                </c:pt>
                <c:pt idx="64">
                  <c:v>-0.12</c:v>
                </c:pt>
                <c:pt idx="65">
                  <c:v>0.62</c:v>
                </c:pt>
                <c:pt idx="66">
                  <c:v>-0.24</c:v>
                </c:pt>
                <c:pt idx="67">
                  <c:v>0.04</c:v>
                </c:pt>
                <c:pt idx="68">
                  <c:v>0.88</c:v>
                </c:pt>
                <c:pt idx="69">
                  <c:v>-0.14</c:v>
                </c:pt>
                <c:pt idx="70">
                  <c:v>0.18</c:v>
                </c:pt>
                <c:pt idx="71">
                  <c:v>-0.39</c:v>
                </c:pt>
                <c:pt idx="72">
                  <c:v>0.04</c:v>
                </c:pt>
                <c:pt idx="73">
                  <c:v>-0.63</c:v>
                </c:pt>
                <c:pt idx="74">
                  <c:v>-0.38</c:v>
                </c:pt>
                <c:pt idx="75">
                  <c:v>0.95</c:v>
                </c:pt>
                <c:pt idx="76">
                  <c:v>1.7</c:v>
                </c:pt>
                <c:pt idx="77">
                  <c:v>-0.36</c:v>
                </c:pt>
                <c:pt idx="78">
                  <c:v>-0.1</c:v>
                </c:pt>
                <c:pt idx="79">
                  <c:v>1.43</c:v>
                </c:pt>
                <c:pt idx="80">
                  <c:v>-0.62</c:v>
                </c:pt>
                <c:pt idx="81">
                  <c:v>1.48</c:v>
                </c:pt>
                <c:pt idx="82">
                  <c:v>-1.79</c:v>
                </c:pt>
                <c:pt idx="83">
                  <c:v>-1.19</c:v>
                </c:pt>
                <c:pt idx="84">
                  <c:v>-1.31</c:v>
                </c:pt>
                <c:pt idx="85">
                  <c:v>-0.26</c:v>
                </c:pt>
                <c:pt idx="86">
                  <c:v>-1.39</c:v>
                </c:pt>
                <c:pt idx="87">
                  <c:v>-1.58</c:v>
                </c:pt>
                <c:pt idx="88">
                  <c:v>-1.19</c:v>
                </c:pt>
                <c:pt idx="89">
                  <c:v>-1.28</c:v>
                </c:pt>
                <c:pt idx="90">
                  <c:v>-1.21</c:v>
                </c:pt>
                <c:pt idx="91">
                  <c:v>-0.59</c:v>
                </c:pt>
                <c:pt idx="92">
                  <c:v>0.45</c:v>
                </c:pt>
                <c:pt idx="93">
                  <c:v>0.53</c:v>
                </c:pt>
                <c:pt idx="94">
                  <c:v>-0.69</c:v>
                </c:pt>
                <c:pt idx="95">
                  <c:v>-0.65</c:v>
                </c:pt>
                <c:pt idx="96">
                  <c:v>-0.94</c:v>
                </c:pt>
                <c:pt idx="97">
                  <c:v>0.48</c:v>
                </c:pt>
                <c:pt idx="98">
                  <c:v>0</c:v>
                </c:pt>
                <c:pt idx="99">
                  <c:v>-0.89</c:v>
                </c:pt>
                <c:pt idx="100">
                  <c:v>-1.38</c:v>
                </c:pt>
                <c:pt idx="101">
                  <c:v>-1.35</c:v>
                </c:pt>
                <c:pt idx="102">
                  <c:v>-1.69</c:v>
                </c:pt>
                <c:pt idx="103">
                  <c:v>0.03</c:v>
                </c:pt>
                <c:pt idx="104">
                  <c:v>-1.28</c:v>
                </c:pt>
                <c:pt idx="105">
                  <c:v>-1</c:v>
                </c:pt>
                <c:pt idx="106">
                  <c:v>0.24</c:v>
                </c:pt>
                <c:pt idx="107">
                  <c:v>1.45</c:v>
                </c:pt>
                <c:pt idx="108">
                  <c:v>1.8</c:v>
                </c:pt>
                <c:pt idx="109">
                  <c:v>-0.44</c:v>
                </c:pt>
                <c:pt idx="110">
                  <c:v>-0.8</c:v>
                </c:pt>
                <c:pt idx="111">
                  <c:v>-0.29</c:v>
                </c:pt>
                <c:pt idx="112">
                  <c:v>-0.28</c:v>
                </c:pt>
                <c:pt idx="113">
                  <c:v>1.05</c:v>
                </c:pt>
                <c:pt idx="114">
                  <c:v>-1.14</c:v>
                </c:pt>
                <c:pt idx="115">
                  <c:v>-0.53</c:v>
                </c:pt>
                <c:pt idx="116">
                  <c:v>-0.39</c:v>
                </c:pt>
                <c:pt idx="117">
                  <c:v>-1.15</c:v>
                </c:pt>
                <c:pt idx="118">
                  <c:v>-1.13</c:v>
                </c:pt>
                <c:pt idx="119">
                  <c:v>-0.9</c:v>
                </c:pt>
                <c:pt idx="120">
                  <c:v>-1.23</c:v>
                </c:pt>
                <c:pt idx="121">
                  <c:v>-0.99</c:v>
                </c:pt>
                <c:pt idx="122">
                  <c:v>-0.41</c:v>
                </c:pt>
                <c:pt idx="123">
                  <c:v>-0.16</c:v>
                </c:pt>
                <c:pt idx="124">
                  <c:v>0.63</c:v>
                </c:pt>
                <c:pt idx="125">
                  <c:v>-0.49</c:v>
                </c:pt>
                <c:pt idx="126">
                  <c:v>-0.35</c:v>
                </c:pt>
                <c:pt idx="127">
                  <c:v>-0.44</c:v>
                </c:pt>
                <c:pt idx="128">
                  <c:v>-0.14</c:v>
                </c:pt>
                <c:pt idx="129">
                  <c:v>0.14</c:v>
                </c:pt>
                <c:pt idx="130">
                  <c:v>-0.66</c:v>
                </c:pt>
                <c:pt idx="131">
                  <c:v>3.17</c:v>
                </c:pt>
                <c:pt idx="132">
                  <c:v>0.53</c:v>
                </c:pt>
                <c:pt idx="133">
                  <c:v>1.05</c:v>
                </c:pt>
                <c:pt idx="134">
                  <c:v>0.72</c:v>
                </c:pt>
                <c:pt idx="135">
                  <c:v>2.83</c:v>
                </c:pt>
                <c:pt idx="136">
                  <c:v>0.21</c:v>
                </c:pt>
                <c:pt idx="137">
                  <c:v>0.36</c:v>
                </c:pt>
                <c:pt idx="138">
                  <c:v>0.21</c:v>
                </c:pt>
                <c:pt idx="139">
                  <c:v>0.1</c:v>
                </c:pt>
                <c:pt idx="140">
                  <c:v>0.3</c:v>
                </c:pt>
                <c:pt idx="141">
                  <c:v>0.42</c:v>
                </c:pt>
                <c:pt idx="142">
                  <c:v>0.93</c:v>
                </c:pt>
                <c:pt idx="143">
                  <c:v>-0.34</c:v>
                </c:pt>
                <c:pt idx="144">
                  <c:v>-0.37</c:v>
                </c:pt>
                <c:pt idx="145">
                  <c:v>-1.01</c:v>
                </c:pt>
                <c:pt idx="146">
                  <c:v>0.44</c:v>
                </c:pt>
                <c:pt idx="147">
                  <c:v>0.01</c:v>
                </c:pt>
                <c:pt idx="148">
                  <c:v>1.43</c:v>
                </c:pt>
                <c:pt idx="149">
                  <c:v>0.88</c:v>
                </c:pt>
                <c:pt idx="150">
                  <c:v>-0.59</c:v>
                </c:pt>
                <c:pt idx="151">
                  <c:v>0.38</c:v>
                </c:pt>
                <c:pt idx="152">
                  <c:v>-1.01</c:v>
                </c:pt>
                <c:pt idx="153">
                  <c:v>-0.37</c:v>
                </c:pt>
                <c:pt idx="154">
                  <c:v>-0.24</c:v>
                </c:pt>
                <c:pt idx="155">
                  <c:v>-0.86</c:v>
                </c:pt>
                <c:pt idx="156">
                  <c:v>-1.27</c:v>
                </c:pt>
                <c:pt idx="157">
                  <c:v>-1.12</c:v>
                </c:pt>
                <c:pt idx="158">
                  <c:v>-0.84</c:v>
                </c:pt>
                <c:pt idx="159">
                  <c:v>-1.4</c:v>
                </c:pt>
                <c:pt idx="160">
                  <c:v>1.47</c:v>
                </c:pt>
                <c:pt idx="161">
                  <c:v>0.1</c:v>
                </c:pt>
                <c:pt idx="162">
                  <c:v>-0.98</c:v>
                </c:pt>
                <c:pt idx="163">
                  <c:v>0.81</c:v>
                </c:pt>
                <c:pt idx="164">
                  <c:v>1.37</c:v>
                </c:pt>
                <c:pt idx="165">
                  <c:v>-0.39</c:v>
                </c:pt>
                <c:pt idx="166">
                  <c:v>0.59</c:v>
                </c:pt>
                <c:pt idx="167">
                  <c:v>0.1</c:v>
                </c:pt>
                <c:pt idx="168">
                  <c:v>1.7</c:v>
                </c:pt>
                <c:pt idx="169">
                  <c:v>2.87</c:v>
                </c:pt>
                <c:pt idx="170">
                  <c:v>1.79</c:v>
                </c:pt>
                <c:pt idx="171">
                  <c:v>0</c:v>
                </c:pt>
                <c:pt idx="172">
                  <c:v>0.68</c:v>
                </c:pt>
                <c:pt idx="173">
                  <c:v>0.01</c:v>
                </c:pt>
                <c:pt idx="174">
                  <c:v>0.87</c:v>
                </c:pt>
                <c:pt idx="175">
                  <c:v>-0.29</c:v>
                </c:pt>
                <c:pt idx="176">
                  <c:v>-0.94</c:v>
                </c:pt>
                <c:pt idx="177">
                  <c:v>-1.24</c:v>
                </c:pt>
                <c:pt idx="178">
                  <c:v>-1.09</c:v>
                </c:pt>
                <c:pt idx="179">
                  <c:v>-0.1</c:v>
                </c:pt>
                <c:pt idx="180">
                  <c:v>1.45</c:v>
                </c:pt>
                <c:pt idx="181">
                  <c:v>0.5</c:v>
                </c:pt>
                <c:pt idx="182">
                  <c:v>2.78</c:v>
                </c:pt>
                <c:pt idx="183">
                  <c:v>1.32</c:v>
                </c:pt>
                <c:pt idx="184">
                  <c:v>0.81</c:v>
                </c:pt>
                <c:pt idx="185">
                  <c:v>0.54</c:v>
                </c:pt>
                <c:pt idx="186">
                  <c:v>-0.75</c:v>
                </c:pt>
                <c:pt idx="187">
                  <c:v>-0.4</c:v>
                </c:pt>
                <c:pt idx="188">
                  <c:v>-1.19</c:v>
                </c:pt>
                <c:pt idx="189">
                  <c:v>-0.81</c:v>
                </c:pt>
                <c:pt idx="190">
                  <c:v>-0.38</c:v>
                </c:pt>
                <c:pt idx="191">
                  <c:v>0.64</c:v>
                </c:pt>
                <c:pt idx="192">
                  <c:v>1.74</c:v>
                </c:pt>
                <c:pt idx="193">
                  <c:v>0.28</c:v>
                </c:pt>
                <c:pt idx="194">
                  <c:v>-0.58</c:v>
                </c:pt>
                <c:pt idx="195">
                  <c:v>0.64</c:v>
                </c:pt>
                <c:pt idx="196">
                  <c:v>-0.74</c:v>
                </c:pt>
                <c:pt idx="197">
                  <c:v>-0.83</c:v>
                </c:pt>
                <c:pt idx="198">
                  <c:v>-0.22</c:v>
                </c:pt>
                <c:pt idx="199">
                  <c:v>0.76</c:v>
                </c:pt>
                <c:pt idx="200">
                  <c:v>0.24</c:v>
                </c:pt>
                <c:pt idx="201">
                  <c:v>0.13</c:v>
                </c:pt>
                <c:pt idx="202">
                  <c:v>2.23</c:v>
                </c:pt>
                <c:pt idx="203">
                  <c:v>1.49</c:v>
                </c:pt>
                <c:pt idx="204">
                  <c:v>0.65</c:v>
                </c:pt>
                <c:pt idx="205">
                  <c:v>-1.38</c:v>
                </c:pt>
                <c:pt idx="206">
                  <c:v>-0.89</c:v>
                </c:pt>
                <c:pt idx="207">
                  <c:v>0.34</c:v>
                </c:pt>
                <c:pt idx="208">
                  <c:v>-0.85</c:v>
                </c:pt>
                <c:pt idx="209">
                  <c:v>-1.59</c:v>
                </c:pt>
                <c:pt idx="210">
                  <c:v>0.04</c:v>
                </c:pt>
                <c:pt idx="211">
                  <c:v>-1.26</c:v>
                </c:pt>
                <c:pt idx="212">
                  <c:v>-0.99</c:v>
                </c:pt>
                <c:pt idx="213">
                  <c:v>-0.1</c:v>
                </c:pt>
                <c:pt idx="214">
                  <c:v>-1.04</c:v>
                </c:pt>
                <c:pt idx="215">
                  <c:v>-1.03</c:v>
                </c:pt>
                <c:pt idx="216">
                  <c:v>-0.28</c:v>
                </c:pt>
                <c:pt idx="217">
                  <c:v>-0.38</c:v>
                </c:pt>
                <c:pt idx="218">
                  <c:v>-0.79</c:v>
                </c:pt>
                <c:pt idx="219">
                  <c:v>-0.53</c:v>
                </c:pt>
                <c:pt idx="220">
                  <c:v>-0.14</c:v>
                </c:pt>
                <c:pt idx="221">
                  <c:v>0.13</c:v>
                </c:pt>
                <c:pt idx="222">
                  <c:v>3.31</c:v>
                </c:pt>
                <c:pt idx="223">
                  <c:v>0.42</c:v>
                </c:pt>
                <c:pt idx="224">
                  <c:v>-0.57</c:v>
                </c:pt>
                <c:pt idx="225">
                  <c:v>0.22</c:v>
                </c:pt>
                <c:pt idx="226">
                  <c:v>0.2</c:v>
                </c:pt>
                <c:pt idx="227">
                  <c:v>0.04</c:v>
                </c:pt>
                <c:pt idx="228">
                  <c:v>0.75</c:v>
                </c:pt>
                <c:pt idx="229">
                  <c:v>-0.31</c:v>
                </c:pt>
                <c:pt idx="230">
                  <c:v>-0.59</c:v>
                </c:pt>
                <c:pt idx="231">
                  <c:v>-0.47</c:v>
                </c:pt>
                <c:pt idx="232">
                  <c:v>-0.92</c:v>
                </c:pt>
                <c:pt idx="233">
                  <c:v>-0.28</c:v>
                </c:pt>
                <c:pt idx="234">
                  <c:v>-0.17</c:v>
                </c:pt>
                <c:pt idx="235">
                  <c:v>-0.14</c:v>
                </c:pt>
                <c:pt idx="236">
                  <c:v>-0.15</c:v>
                </c:pt>
                <c:pt idx="237">
                  <c:v>0.16</c:v>
                </c:pt>
                <c:pt idx="238">
                  <c:v>2.76</c:v>
                </c:pt>
                <c:pt idx="239">
                  <c:v>-0.03</c:v>
                </c:pt>
                <c:pt idx="240">
                  <c:v>-0.6</c:v>
                </c:pt>
                <c:pt idx="241">
                  <c:v>-0.37</c:v>
                </c:pt>
                <c:pt idx="242">
                  <c:v>0.43</c:v>
                </c:pt>
                <c:pt idx="243">
                  <c:v>0.3</c:v>
                </c:pt>
                <c:pt idx="244">
                  <c:v>-0.5</c:v>
                </c:pt>
                <c:pt idx="245">
                  <c:v>-0.21</c:v>
                </c:pt>
                <c:pt idx="246">
                  <c:v>0.63</c:v>
                </c:pt>
                <c:pt idx="247">
                  <c:v>-0.53</c:v>
                </c:pt>
                <c:pt idx="248">
                  <c:v>-0.55</c:v>
                </c:pt>
                <c:pt idx="249">
                  <c:v>-0.28</c:v>
                </c:pt>
                <c:pt idx="250">
                  <c:v>-1.03</c:v>
                </c:pt>
                <c:pt idx="251">
                  <c:v>-1.17</c:v>
                </c:pt>
                <c:pt idx="252">
                  <c:v>-1.28</c:v>
                </c:pt>
                <c:pt idx="253">
                  <c:v>-0.99</c:v>
                </c:pt>
                <c:pt idx="254">
                  <c:v>-0.82</c:v>
                </c:pt>
                <c:pt idx="255">
                  <c:v>-0.69</c:v>
                </c:pt>
                <c:pt idx="256">
                  <c:v>-0.69</c:v>
                </c:pt>
                <c:pt idx="257">
                  <c:v>0.07</c:v>
                </c:pt>
                <c:pt idx="258">
                  <c:v>1.71</c:v>
                </c:pt>
                <c:pt idx="259">
                  <c:v>2.81</c:v>
                </c:pt>
                <c:pt idx="260">
                  <c:v>1.6</c:v>
                </c:pt>
                <c:pt idx="261">
                  <c:v>2.4</c:v>
                </c:pt>
                <c:pt idx="262">
                  <c:v>2.5</c:v>
                </c:pt>
                <c:pt idx="263">
                  <c:v>0.68</c:v>
                </c:pt>
                <c:pt idx="264">
                  <c:v>0.19</c:v>
                </c:pt>
                <c:pt idx="265">
                  <c:v>1.65</c:v>
                </c:pt>
                <c:pt idx="266">
                  <c:v>-0.34</c:v>
                </c:pt>
                <c:pt idx="267">
                  <c:v>-0.51</c:v>
                </c:pt>
                <c:pt idx="268">
                  <c:v>-0.44</c:v>
                </c:pt>
                <c:pt idx="269">
                  <c:v>-0.23</c:v>
                </c:pt>
                <c:pt idx="270">
                  <c:v>-0.62</c:v>
                </c:pt>
                <c:pt idx="271">
                  <c:v>-0.15</c:v>
                </c:pt>
                <c:pt idx="272">
                  <c:v>-0.67</c:v>
                </c:pt>
                <c:pt idx="273">
                  <c:v>-0.3</c:v>
                </c:pt>
                <c:pt idx="274">
                  <c:v>-0.68</c:v>
                </c:pt>
                <c:pt idx="275">
                  <c:v>-0.47</c:v>
                </c:pt>
                <c:pt idx="276">
                  <c:v>0.29</c:v>
                </c:pt>
                <c:pt idx="277">
                  <c:v>0.4</c:v>
                </c:pt>
                <c:pt idx="278">
                  <c:v>0.64</c:v>
                </c:pt>
                <c:pt idx="279">
                  <c:v>0.43</c:v>
                </c:pt>
                <c:pt idx="280">
                  <c:v>-0.4</c:v>
                </c:pt>
                <c:pt idx="281">
                  <c:v>1.08</c:v>
                </c:pt>
                <c:pt idx="282">
                  <c:v>-0.16</c:v>
                </c:pt>
                <c:pt idx="283">
                  <c:v>1.41</c:v>
                </c:pt>
                <c:pt idx="284">
                  <c:v>0.71</c:v>
                </c:pt>
                <c:pt idx="285">
                  <c:v>2.29</c:v>
                </c:pt>
                <c:pt idx="286">
                  <c:v>-0.07</c:v>
                </c:pt>
                <c:pt idx="287">
                  <c:v>-0.67</c:v>
                </c:pt>
                <c:pt idx="288">
                  <c:v>-1.11</c:v>
                </c:pt>
                <c:pt idx="289">
                  <c:v>1.17</c:v>
                </c:pt>
                <c:pt idx="290">
                  <c:v>0.71</c:v>
                </c:pt>
                <c:pt idx="291">
                  <c:v>0.28</c:v>
                </c:pt>
                <c:pt idx="292">
                  <c:v>0.17</c:v>
                </c:pt>
                <c:pt idx="293">
                  <c:v>-1.02</c:v>
                </c:pt>
                <c:pt idx="294">
                  <c:v>-1.27</c:v>
                </c:pt>
                <c:pt idx="295">
                  <c:v>-0.34</c:v>
                </c:pt>
                <c:pt idx="296">
                  <c:v>-0.38</c:v>
                </c:pt>
                <c:pt idx="297">
                  <c:v>-1.86</c:v>
                </c:pt>
                <c:pt idx="298">
                  <c:v>-1.61</c:v>
                </c:pt>
                <c:pt idx="299">
                  <c:v>-0.72</c:v>
                </c:pt>
                <c:pt idx="300">
                  <c:v>-0.1</c:v>
                </c:pt>
                <c:pt idx="301">
                  <c:v>2.85</c:v>
                </c:pt>
                <c:pt idx="302">
                  <c:v>-0.56</c:v>
                </c:pt>
                <c:pt idx="303">
                  <c:v>-0.18</c:v>
                </c:pt>
                <c:pt idx="304">
                  <c:v>0.12</c:v>
                </c:pt>
                <c:pt idx="305">
                  <c:v>0.75</c:v>
                </c:pt>
                <c:pt idx="306">
                  <c:v>0.05</c:v>
                </c:pt>
                <c:pt idx="307">
                  <c:v>-0.38</c:v>
                </c:pt>
                <c:pt idx="308">
                  <c:v>2.85</c:v>
                </c:pt>
                <c:pt idx="309">
                  <c:v>-0.46</c:v>
                </c:pt>
                <c:pt idx="310">
                  <c:v>-0.32</c:v>
                </c:pt>
                <c:pt idx="311">
                  <c:v>-0.04</c:v>
                </c:pt>
                <c:pt idx="312">
                  <c:v>-0.49</c:v>
                </c:pt>
                <c:pt idx="313">
                  <c:v>0.3</c:v>
                </c:pt>
                <c:pt idx="314">
                  <c:v>-0.37</c:v>
                </c:pt>
                <c:pt idx="315">
                  <c:v>0.19</c:v>
                </c:pt>
                <c:pt idx="316">
                  <c:v>1.66</c:v>
                </c:pt>
                <c:pt idx="317">
                  <c:v>0.83</c:v>
                </c:pt>
                <c:pt idx="318">
                  <c:v>-0.35</c:v>
                </c:pt>
                <c:pt idx="319">
                  <c:v>-0.44</c:v>
                </c:pt>
                <c:pt idx="320">
                  <c:v>-1.42</c:v>
                </c:pt>
                <c:pt idx="321">
                  <c:v>-0.99</c:v>
                </c:pt>
                <c:pt idx="322">
                  <c:v>0.31</c:v>
                </c:pt>
                <c:pt idx="323">
                  <c:v>-0.11</c:v>
                </c:pt>
                <c:pt idx="324">
                  <c:v>0.36</c:v>
                </c:pt>
                <c:pt idx="325">
                  <c:v>1.03</c:v>
                </c:pt>
                <c:pt idx="326">
                  <c:v>0.9</c:v>
                </c:pt>
                <c:pt idx="327">
                  <c:v>0</c:v>
                </c:pt>
                <c:pt idx="328">
                  <c:v>0.68</c:v>
                </c:pt>
                <c:pt idx="329">
                  <c:v>0.01</c:v>
                </c:pt>
                <c:pt idx="330">
                  <c:v>-0.52</c:v>
                </c:pt>
                <c:pt idx="331">
                  <c:v>0.21</c:v>
                </c:pt>
                <c:pt idx="332">
                  <c:v>0.59</c:v>
                </c:pt>
                <c:pt idx="333">
                  <c:v>-1.18</c:v>
                </c:pt>
                <c:pt idx="334">
                  <c:v>-0.9</c:v>
                </c:pt>
                <c:pt idx="335">
                  <c:v>-1.41</c:v>
                </c:pt>
                <c:pt idx="336">
                  <c:v>-1.21</c:v>
                </c:pt>
                <c:pt idx="337">
                  <c:v>0.73</c:v>
                </c:pt>
                <c:pt idx="338">
                  <c:v>-0.97</c:v>
                </c:pt>
                <c:pt idx="339">
                  <c:v>-0.37</c:v>
                </c:pt>
                <c:pt idx="340">
                  <c:v>-0.74</c:v>
                </c:pt>
                <c:pt idx="341">
                  <c:v>-1.32</c:v>
                </c:pt>
                <c:pt idx="342">
                  <c:v>-1.19</c:v>
                </c:pt>
                <c:pt idx="343">
                  <c:v>-1.19</c:v>
                </c:pt>
                <c:pt idx="344">
                  <c:v>-1.35</c:v>
                </c:pt>
                <c:pt idx="345">
                  <c:v>-0.62</c:v>
                </c:pt>
                <c:pt idx="346">
                  <c:v>-0.48</c:v>
                </c:pt>
                <c:pt idx="347">
                  <c:v>-0.23</c:v>
                </c:pt>
                <c:pt idx="348">
                  <c:v>-0.33</c:v>
                </c:pt>
                <c:pt idx="349">
                  <c:v>0.49</c:v>
                </c:pt>
                <c:pt idx="350">
                  <c:v>-0.81</c:v>
                </c:pt>
                <c:pt idx="351">
                  <c:v>0.7</c:v>
                </c:pt>
                <c:pt idx="352">
                  <c:v>-1.16</c:v>
                </c:pt>
                <c:pt idx="353">
                  <c:v>-1.04</c:v>
                </c:pt>
                <c:pt idx="354">
                  <c:v>1.47</c:v>
                </c:pt>
                <c:pt idx="355">
                  <c:v>0.77</c:v>
                </c:pt>
                <c:pt idx="356">
                  <c:v>0.63</c:v>
                </c:pt>
                <c:pt idx="357">
                  <c:v>0.2</c:v>
                </c:pt>
                <c:pt idx="358">
                  <c:v>0.28</c:v>
                </c:pt>
                <c:pt idx="359">
                  <c:v>-0.63</c:v>
                </c:pt>
                <c:pt idx="360">
                  <c:v>-0.68</c:v>
                </c:pt>
                <c:pt idx="361">
                  <c:v>-0.33</c:v>
                </c:pt>
                <c:pt idx="362">
                  <c:v>1.61</c:v>
                </c:pt>
                <c:pt idx="363">
                  <c:v>0.13</c:v>
                </c:pt>
                <c:pt idx="364">
                  <c:v>0.21</c:v>
                </c:pt>
                <c:pt idx="365">
                  <c:v>-0.48</c:v>
                </c:pt>
                <c:pt idx="366">
                  <c:v>-1.22</c:v>
                </c:pt>
                <c:pt idx="367">
                  <c:v>-1.21</c:v>
                </c:pt>
                <c:pt idx="368">
                  <c:v>-1.38</c:v>
                </c:pt>
                <c:pt idx="369">
                  <c:v>-0.37</c:v>
                </c:pt>
                <c:pt idx="370">
                  <c:v>0.06</c:v>
                </c:pt>
                <c:pt idx="371">
                  <c:v>0.86</c:v>
                </c:pt>
                <c:pt idx="372">
                  <c:v>1.75</c:v>
                </c:pt>
                <c:pt idx="373">
                  <c:v>0.73</c:v>
                </c:pt>
                <c:pt idx="374">
                  <c:v>0.78</c:v>
                </c:pt>
                <c:pt idx="375">
                  <c:v>1.85</c:v>
                </c:pt>
                <c:pt idx="376">
                  <c:v>-0.87</c:v>
                </c:pt>
                <c:pt idx="377">
                  <c:v>-0.68</c:v>
                </c:pt>
                <c:pt idx="378">
                  <c:v>-1.65</c:v>
                </c:pt>
                <c:pt idx="379">
                  <c:v>-0.98</c:v>
                </c:pt>
                <c:pt idx="380">
                  <c:v>-0.97</c:v>
                </c:pt>
                <c:pt idx="381">
                  <c:v>-0.96</c:v>
                </c:pt>
                <c:pt idx="382">
                  <c:v>1.04</c:v>
                </c:pt>
                <c:pt idx="383">
                  <c:v>-0.46</c:v>
                </c:pt>
                <c:pt idx="384">
                  <c:v>-0.65</c:v>
                </c:pt>
                <c:pt idx="385">
                  <c:v>2.35</c:v>
                </c:pt>
                <c:pt idx="386">
                  <c:v>-0.48</c:v>
                </c:pt>
                <c:pt idx="387">
                  <c:v>-0.79</c:v>
                </c:pt>
                <c:pt idx="388">
                  <c:v>0.53</c:v>
                </c:pt>
                <c:pt idx="389">
                  <c:v>-1.53</c:v>
                </c:pt>
                <c:pt idx="390">
                  <c:v>-0.69</c:v>
                </c:pt>
                <c:pt idx="391">
                  <c:v>-0.94</c:v>
                </c:pt>
                <c:pt idx="392">
                  <c:v>-0.9</c:v>
                </c:pt>
                <c:pt idx="393">
                  <c:v>-0.32</c:v>
                </c:pt>
                <c:pt idx="394">
                  <c:v>0.17</c:v>
                </c:pt>
                <c:pt idx="395">
                  <c:v>0.71</c:v>
                </c:pt>
                <c:pt idx="396">
                  <c:v>-0.06</c:v>
                </c:pt>
                <c:pt idx="397">
                  <c:v>-0.07</c:v>
                </c:pt>
                <c:pt idx="398">
                  <c:v>1.71</c:v>
                </c:pt>
                <c:pt idx="399">
                  <c:v>0.74</c:v>
                </c:pt>
                <c:pt idx="400">
                  <c:v>-0.41</c:v>
                </c:pt>
                <c:pt idx="401">
                  <c:v>-0.04</c:v>
                </c:pt>
                <c:pt idx="402">
                  <c:v>0.56</c:v>
                </c:pt>
                <c:pt idx="403">
                  <c:v>1.18</c:v>
                </c:pt>
                <c:pt idx="404">
                  <c:v>1.91</c:v>
                </c:pt>
                <c:pt idx="405">
                  <c:v>-0.42</c:v>
                </c:pt>
                <c:pt idx="406">
                  <c:v>0.69</c:v>
                </c:pt>
                <c:pt idx="407">
                  <c:v>-0.57</c:v>
                </c:pt>
                <c:pt idx="408">
                  <c:v>-0.14</c:v>
                </c:pt>
                <c:pt idx="409">
                  <c:v>-0.69</c:v>
                </c:pt>
                <c:pt idx="410">
                  <c:v>-0.98</c:v>
                </c:pt>
                <c:pt idx="411">
                  <c:v>-0.57</c:v>
                </c:pt>
                <c:pt idx="412">
                  <c:v>0.71</c:v>
                </c:pt>
                <c:pt idx="413">
                  <c:v>-0.03</c:v>
                </c:pt>
                <c:pt idx="414">
                  <c:v>2.83</c:v>
                </c:pt>
                <c:pt idx="415">
                  <c:v>0.86</c:v>
                </c:pt>
                <c:pt idx="416">
                  <c:v>0.98</c:v>
                </c:pt>
                <c:pt idx="417">
                  <c:v>0.2</c:v>
                </c:pt>
                <c:pt idx="418">
                  <c:v>1.15</c:v>
                </c:pt>
                <c:pt idx="419">
                  <c:v>-0.15</c:v>
                </c:pt>
                <c:pt idx="420">
                  <c:v>-0.02</c:v>
                </c:pt>
                <c:pt idx="421">
                  <c:v>-0.15</c:v>
                </c:pt>
                <c:pt idx="422">
                  <c:v>1.27</c:v>
                </c:pt>
                <c:pt idx="423">
                  <c:v>-0.57</c:v>
                </c:pt>
                <c:pt idx="424">
                  <c:v>-0.54</c:v>
                </c:pt>
                <c:pt idx="425">
                  <c:v>-0.75</c:v>
                </c:pt>
                <c:pt idx="426">
                  <c:v>-0.27</c:v>
                </c:pt>
                <c:pt idx="427">
                  <c:v>-0.93</c:v>
                </c:pt>
                <c:pt idx="428">
                  <c:v>-1.12</c:v>
                </c:pt>
                <c:pt idx="429">
                  <c:v>-1.46</c:v>
                </c:pt>
                <c:pt idx="430">
                  <c:v>-1.28</c:v>
                </c:pt>
                <c:pt idx="431">
                  <c:v>-0.71</c:v>
                </c:pt>
                <c:pt idx="432">
                  <c:v>0.4</c:v>
                </c:pt>
                <c:pt idx="433">
                  <c:v>-1.23</c:v>
                </c:pt>
                <c:pt idx="434">
                  <c:v>-0.22</c:v>
                </c:pt>
                <c:pt idx="435">
                  <c:v>-0.41</c:v>
                </c:pt>
                <c:pt idx="436">
                  <c:v>-0.49</c:v>
                </c:pt>
                <c:pt idx="437">
                  <c:v>0.3</c:v>
                </c:pt>
                <c:pt idx="438">
                  <c:v>-0.8</c:v>
                </c:pt>
                <c:pt idx="439">
                  <c:v>-0.36</c:v>
                </c:pt>
                <c:pt idx="440">
                  <c:v>3.91</c:v>
                </c:pt>
                <c:pt idx="441">
                  <c:v>2.43</c:v>
                </c:pt>
                <c:pt idx="442">
                  <c:v>-0.15</c:v>
                </c:pt>
                <c:pt idx="443">
                  <c:v>-0.39</c:v>
                </c:pt>
                <c:pt idx="444">
                  <c:v>-0.37</c:v>
                </c:pt>
                <c:pt idx="445">
                  <c:v>0.17</c:v>
                </c:pt>
                <c:pt idx="446">
                  <c:v>-0.25</c:v>
                </c:pt>
                <c:pt idx="447">
                  <c:v>-0.65</c:v>
                </c:pt>
                <c:pt idx="448">
                  <c:v>-0.79</c:v>
                </c:pt>
                <c:pt idx="449">
                  <c:v>-0.76</c:v>
                </c:pt>
                <c:pt idx="450">
                  <c:v>-0.87</c:v>
                </c:pt>
                <c:pt idx="451">
                  <c:v>0.23</c:v>
                </c:pt>
                <c:pt idx="452">
                  <c:v>-0.47</c:v>
                </c:pt>
                <c:pt idx="453">
                  <c:v>-0.76</c:v>
                </c:pt>
                <c:pt idx="454">
                  <c:v>-0.45</c:v>
                </c:pt>
                <c:pt idx="455">
                  <c:v>-0.4</c:v>
                </c:pt>
                <c:pt idx="456">
                  <c:v>-0.37</c:v>
                </c:pt>
                <c:pt idx="457">
                  <c:v>-0.62</c:v>
                </c:pt>
                <c:pt idx="458">
                  <c:v>-0.58</c:v>
                </c:pt>
                <c:pt idx="459">
                  <c:v>-0.53</c:v>
                </c:pt>
                <c:pt idx="460">
                  <c:v>0.23</c:v>
                </c:pt>
                <c:pt idx="461">
                  <c:v>2.55</c:v>
                </c:pt>
                <c:pt idx="462">
                  <c:v>1.79</c:v>
                </c:pt>
                <c:pt idx="463">
                  <c:v>2.55</c:v>
                </c:pt>
                <c:pt idx="464">
                  <c:v>2.01</c:v>
                </c:pt>
                <c:pt idx="465">
                  <c:v>1.33</c:v>
                </c:pt>
                <c:pt idx="466">
                  <c:v>0.34</c:v>
                </c:pt>
                <c:pt idx="467">
                  <c:v>-0.38</c:v>
                </c:pt>
                <c:pt idx="468">
                  <c:v>0.63</c:v>
                </c:pt>
                <c:pt idx="469">
                  <c:v>0.17</c:v>
                </c:pt>
                <c:pt idx="470">
                  <c:v>-0.54</c:v>
                </c:pt>
                <c:pt idx="471">
                  <c:v>-0.07</c:v>
                </c:pt>
                <c:pt idx="472">
                  <c:v>0.04</c:v>
                </c:pt>
                <c:pt idx="473">
                  <c:v>0.58</c:v>
                </c:pt>
                <c:pt idx="474">
                  <c:v>0.23</c:v>
                </c:pt>
                <c:pt idx="475">
                  <c:v>-0.52</c:v>
                </c:pt>
                <c:pt idx="476">
                  <c:v>0.86</c:v>
                </c:pt>
                <c:pt idx="477">
                  <c:v>0.63</c:v>
                </c:pt>
                <c:pt idx="478">
                  <c:v>0.04</c:v>
                </c:pt>
                <c:pt idx="479">
                  <c:v>-0.35</c:v>
                </c:pt>
                <c:pt idx="480">
                  <c:v>1.45</c:v>
                </c:pt>
                <c:pt idx="481">
                  <c:v>-0.67</c:v>
                </c:pt>
                <c:pt idx="482">
                  <c:v>-0.85</c:v>
                </c:pt>
                <c:pt idx="483">
                  <c:v>-0.5</c:v>
                </c:pt>
                <c:pt idx="484">
                  <c:v>0.22</c:v>
                </c:pt>
                <c:pt idx="485">
                  <c:v>2.3</c:v>
                </c:pt>
                <c:pt idx="486">
                  <c:v>0.53</c:v>
                </c:pt>
                <c:pt idx="487">
                  <c:v>0.85</c:v>
                </c:pt>
                <c:pt idx="488">
                  <c:v>0.7</c:v>
                </c:pt>
                <c:pt idx="489">
                  <c:v>0.95</c:v>
                </c:pt>
                <c:pt idx="490">
                  <c:v>-1.34</c:v>
                </c:pt>
                <c:pt idx="491">
                  <c:v>-1.54</c:v>
                </c:pt>
                <c:pt idx="492">
                  <c:v>1.04</c:v>
                </c:pt>
                <c:pt idx="493">
                  <c:v>2.51</c:v>
                </c:pt>
                <c:pt idx="494">
                  <c:v>1.82</c:v>
                </c:pt>
                <c:pt idx="495">
                  <c:v>0.81</c:v>
                </c:pt>
                <c:pt idx="496">
                  <c:v>0.35</c:v>
                </c:pt>
                <c:pt idx="497">
                  <c:v>-0.12</c:v>
                </c:pt>
                <c:pt idx="498">
                  <c:v>1.53</c:v>
                </c:pt>
                <c:pt idx="499">
                  <c:v>-1.14</c:v>
                </c:pt>
                <c:pt idx="500">
                  <c:v>-0.58</c:v>
                </c:pt>
                <c:pt idx="501">
                  <c:v>-1.58</c:v>
                </c:pt>
                <c:pt idx="502">
                  <c:v>-1.27</c:v>
                </c:pt>
                <c:pt idx="503">
                  <c:v>-1.98</c:v>
                </c:pt>
                <c:pt idx="504">
                  <c:v>-0.84</c:v>
                </c:pt>
                <c:pt idx="505">
                  <c:v>-0.91</c:v>
                </c:pt>
                <c:pt idx="506">
                  <c:v>2.67</c:v>
                </c:pt>
                <c:pt idx="507">
                  <c:v>0.17</c:v>
                </c:pt>
                <c:pt idx="508">
                  <c:v>0.27</c:v>
                </c:pt>
                <c:pt idx="509">
                  <c:v>-0.51</c:v>
                </c:pt>
                <c:pt idx="510">
                  <c:v>-0.25</c:v>
                </c:pt>
                <c:pt idx="511">
                  <c:v>-1.07</c:v>
                </c:pt>
                <c:pt idx="512">
                  <c:v>-1.01</c:v>
                </c:pt>
                <c:pt idx="513">
                  <c:v>-0.83</c:v>
                </c:pt>
                <c:pt idx="514">
                  <c:v>-0.73</c:v>
                </c:pt>
                <c:pt idx="515">
                  <c:v>1.49</c:v>
                </c:pt>
                <c:pt idx="516">
                  <c:v>-0.28</c:v>
                </c:pt>
                <c:pt idx="517">
                  <c:v>0.56</c:v>
                </c:pt>
                <c:pt idx="518">
                  <c:v>2.53</c:v>
                </c:pt>
                <c:pt idx="519">
                  <c:v>0.08</c:v>
                </c:pt>
                <c:pt idx="520">
                  <c:v>0.42</c:v>
                </c:pt>
                <c:pt idx="521">
                  <c:v>0.67</c:v>
                </c:pt>
                <c:pt idx="522">
                  <c:v>0.98</c:v>
                </c:pt>
                <c:pt idx="523">
                  <c:v>-0.18</c:v>
                </c:pt>
                <c:pt idx="524">
                  <c:v>-0.18</c:v>
                </c:pt>
                <c:pt idx="525">
                  <c:v>-0.76</c:v>
                </c:pt>
                <c:pt idx="526">
                  <c:v>2.88</c:v>
                </c:pt>
                <c:pt idx="527">
                  <c:v>-0.84</c:v>
                </c:pt>
                <c:pt idx="528">
                  <c:v>0.35</c:v>
                </c:pt>
                <c:pt idx="529">
                  <c:v>-0.26</c:v>
                </c:pt>
                <c:pt idx="530">
                  <c:v>-0.14</c:v>
                </c:pt>
                <c:pt idx="531">
                  <c:v>-0.26</c:v>
                </c:pt>
                <c:pt idx="532">
                  <c:v>-0.7</c:v>
                </c:pt>
                <c:pt idx="533">
                  <c:v>-0.76</c:v>
                </c:pt>
                <c:pt idx="534">
                  <c:v>-0.79</c:v>
                </c:pt>
                <c:pt idx="535">
                  <c:v>-0.41</c:v>
                </c:pt>
                <c:pt idx="536">
                  <c:v>-0.82</c:v>
                </c:pt>
                <c:pt idx="537">
                  <c:v>-0.28</c:v>
                </c:pt>
                <c:pt idx="538">
                  <c:v>0.41</c:v>
                </c:pt>
                <c:pt idx="539">
                  <c:v>0.05</c:v>
                </c:pt>
                <c:pt idx="540">
                  <c:v>2.67</c:v>
                </c:pt>
                <c:pt idx="541">
                  <c:v>0.14</c:v>
                </c:pt>
                <c:pt idx="542">
                  <c:v>-0.62</c:v>
                </c:pt>
                <c:pt idx="543">
                  <c:v>-0.71</c:v>
                </c:pt>
                <c:pt idx="544">
                  <c:v>-0.55</c:v>
                </c:pt>
                <c:pt idx="545">
                  <c:v>-0.66</c:v>
                </c:pt>
                <c:pt idx="546">
                  <c:v>-0.42</c:v>
                </c:pt>
                <c:pt idx="547">
                  <c:v>-0.53</c:v>
                </c:pt>
                <c:pt idx="548">
                  <c:v>0.14</c:v>
                </c:pt>
                <c:pt idx="549">
                  <c:v>-0.11</c:v>
                </c:pt>
                <c:pt idx="550">
                  <c:v>-0.58</c:v>
                </c:pt>
                <c:pt idx="551">
                  <c:v>0.49</c:v>
                </c:pt>
                <c:pt idx="552">
                  <c:v>-0.41</c:v>
                </c:pt>
                <c:pt idx="553">
                  <c:v>-0.68</c:v>
                </c:pt>
                <c:pt idx="554">
                  <c:v>-0.87</c:v>
                </c:pt>
                <c:pt idx="555">
                  <c:v>-0.64</c:v>
                </c:pt>
                <c:pt idx="556">
                  <c:v>1.25</c:v>
                </c:pt>
                <c:pt idx="557">
                  <c:v>-0.92</c:v>
                </c:pt>
                <c:pt idx="558">
                  <c:v>-0.41</c:v>
                </c:pt>
                <c:pt idx="559">
                  <c:v>-0.85</c:v>
                </c:pt>
                <c:pt idx="560">
                  <c:v>-1.15</c:v>
                </c:pt>
                <c:pt idx="561">
                  <c:v>-0.83</c:v>
                </c:pt>
                <c:pt idx="562">
                  <c:v>-0.7</c:v>
                </c:pt>
                <c:pt idx="563">
                  <c:v>-0.26</c:v>
                </c:pt>
                <c:pt idx="564">
                  <c:v>0.58</c:v>
                </c:pt>
                <c:pt idx="565">
                  <c:v>1.66</c:v>
                </c:pt>
                <c:pt idx="566">
                  <c:v>-0.18</c:v>
                </c:pt>
                <c:pt idx="567">
                  <c:v>0.36</c:v>
                </c:pt>
                <c:pt idx="568">
                  <c:v>0.56</c:v>
                </c:pt>
                <c:pt idx="569">
                  <c:v>-0.56</c:v>
                </c:pt>
                <c:pt idx="570">
                  <c:v>-0.46</c:v>
                </c:pt>
                <c:pt idx="571">
                  <c:v>-0.45</c:v>
                </c:pt>
                <c:pt idx="572">
                  <c:v>-1.03</c:v>
                </c:pt>
                <c:pt idx="573">
                  <c:v>-0.24</c:v>
                </c:pt>
                <c:pt idx="574">
                  <c:v>-0.31</c:v>
                </c:pt>
                <c:pt idx="575">
                  <c:v>0.11</c:v>
                </c:pt>
                <c:pt idx="576">
                  <c:v>0.37</c:v>
                </c:pt>
                <c:pt idx="577">
                  <c:v>-0.23</c:v>
                </c:pt>
                <c:pt idx="578">
                  <c:v>3.01</c:v>
                </c:pt>
                <c:pt idx="579">
                  <c:v>-0.63</c:v>
                </c:pt>
                <c:pt idx="580">
                  <c:v>-0.4</c:v>
                </c:pt>
                <c:pt idx="581">
                  <c:v>-0.02</c:v>
                </c:pt>
                <c:pt idx="582">
                  <c:v>-0.2</c:v>
                </c:pt>
                <c:pt idx="583">
                  <c:v>-0.44</c:v>
                </c:pt>
                <c:pt idx="584">
                  <c:v>-0.39</c:v>
                </c:pt>
                <c:pt idx="585">
                  <c:v>-0.56</c:v>
                </c:pt>
                <c:pt idx="586">
                  <c:v>0.29</c:v>
                </c:pt>
                <c:pt idx="587">
                  <c:v>-0.18</c:v>
                </c:pt>
                <c:pt idx="588">
                  <c:v>-0.2</c:v>
                </c:pt>
                <c:pt idx="589">
                  <c:v>0.21</c:v>
                </c:pt>
                <c:pt idx="590">
                  <c:v>2.07</c:v>
                </c:pt>
                <c:pt idx="591">
                  <c:v>2.1</c:v>
                </c:pt>
                <c:pt idx="592">
                  <c:v>3.01</c:v>
                </c:pt>
                <c:pt idx="593">
                  <c:v>-0.71</c:v>
                </c:pt>
                <c:pt idx="594">
                  <c:v>-0.11</c:v>
                </c:pt>
                <c:pt idx="595">
                  <c:v>0.12</c:v>
                </c:pt>
                <c:pt idx="596">
                  <c:v>0.59</c:v>
                </c:pt>
                <c:pt idx="597">
                  <c:v>0.04</c:v>
                </c:pt>
                <c:pt idx="598">
                  <c:v>-0.25</c:v>
                </c:pt>
                <c:pt idx="599">
                  <c:v>1.9</c:v>
                </c:pt>
                <c:pt idx="600">
                  <c:v>0.76</c:v>
                </c:pt>
                <c:pt idx="601">
                  <c:v>0.76</c:v>
                </c:pt>
                <c:pt idx="602">
                  <c:v>0.22</c:v>
                </c:pt>
                <c:pt idx="603">
                  <c:v>-0.64</c:v>
                </c:pt>
                <c:pt idx="604">
                  <c:v>-0.38</c:v>
                </c:pt>
                <c:pt idx="605">
                  <c:v>1.06</c:v>
                </c:pt>
                <c:pt idx="606">
                  <c:v>-0.1</c:v>
                </c:pt>
                <c:pt idx="607">
                  <c:v>-1.04</c:v>
                </c:pt>
                <c:pt idx="608">
                  <c:v>-0.55</c:v>
                </c:pt>
                <c:pt idx="609">
                  <c:v>-0.94</c:v>
                </c:pt>
                <c:pt idx="610">
                  <c:v>0.21</c:v>
                </c:pt>
                <c:pt idx="611">
                  <c:v>-0.17</c:v>
                </c:pt>
                <c:pt idx="612">
                  <c:v>-0.9</c:v>
                </c:pt>
                <c:pt idx="613">
                  <c:v>-1.11</c:v>
                </c:pt>
                <c:pt idx="614">
                  <c:v>-1.25</c:v>
                </c:pt>
                <c:pt idx="615">
                  <c:v>-0.61</c:v>
                </c:pt>
                <c:pt idx="616">
                  <c:v>-0.94</c:v>
                </c:pt>
                <c:pt idx="617">
                  <c:v>-0.66</c:v>
                </c:pt>
                <c:pt idx="618">
                  <c:v>-0.9</c:v>
                </c:pt>
                <c:pt idx="619">
                  <c:v>-0.37</c:v>
                </c:pt>
                <c:pt idx="620">
                  <c:v>-1.24</c:v>
                </c:pt>
                <c:pt idx="621">
                  <c:v>-0.95</c:v>
                </c:pt>
                <c:pt idx="622">
                  <c:v>0.47</c:v>
                </c:pt>
                <c:pt idx="623">
                  <c:v>1.91</c:v>
                </c:pt>
                <c:pt idx="624">
                  <c:v>0.06</c:v>
                </c:pt>
                <c:pt idx="625">
                  <c:v>-1.43</c:v>
                </c:pt>
                <c:pt idx="626">
                  <c:v>-1.25</c:v>
                </c:pt>
                <c:pt idx="627">
                  <c:v>-0.59</c:v>
                </c:pt>
                <c:pt idx="628">
                  <c:v>-0.2</c:v>
                </c:pt>
                <c:pt idx="629">
                  <c:v>0.12</c:v>
                </c:pt>
                <c:pt idx="630">
                  <c:v>-0.74</c:v>
                </c:pt>
                <c:pt idx="631">
                  <c:v>-0.97</c:v>
                </c:pt>
                <c:pt idx="632">
                  <c:v>0.38</c:v>
                </c:pt>
                <c:pt idx="633">
                  <c:v>1.49</c:v>
                </c:pt>
                <c:pt idx="634">
                  <c:v>-1.26</c:v>
                </c:pt>
                <c:pt idx="635">
                  <c:v>-0.81</c:v>
                </c:pt>
                <c:pt idx="636">
                  <c:v>-0.12</c:v>
                </c:pt>
                <c:pt idx="637">
                  <c:v>0.42</c:v>
                </c:pt>
                <c:pt idx="638">
                  <c:v>-0.7</c:v>
                </c:pt>
                <c:pt idx="639">
                  <c:v>-1.19</c:v>
                </c:pt>
                <c:pt idx="640">
                  <c:v>0.31</c:v>
                </c:pt>
                <c:pt idx="641">
                  <c:v>-0.6</c:v>
                </c:pt>
                <c:pt idx="642">
                  <c:v>0.48</c:v>
                </c:pt>
                <c:pt idx="643">
                  <c:v>-0.24</c:v>
                </c:pt>
                <c:pt idx="644">
                  <c:v>1.13</c:v>
                </c:pt>
                <c:pt idx="645">
                  <c:v>2.19</c:v>
                </c:pt>
                <c:pt idx="646">
                  <c:v>2.41</c:v>
                </c:pt>
                <c:pt idx="647">
                  <c:v>-1.12</c:v>
                </c:pt>
                <c:pt idx="648">
                  <c:v>-1.36</c:v>
                </c:pt>
                <c:pt idx="649">
                  <c:v>-0.63</c:v>
                </c:pt>
                <c:pt idx="650">
                  <c:v>-0.4</c:v>
                </c:pt>
                <c:pt idx="651">
                  <c:v>-0.89</c:v>
                </c:pt>
                <c:pt idx="652">
                  <c:v>1.06</c:v>
                </c:pt>
                <c:pt idx="653">
                  <c:v>-0.71</c:v>
                </c:pt>
                <c:pt idx="654">
                  <c:v>-0.4</c:v>
                </c:pt>
                <c:pt idx="655">
                  <c:v>-1.07</c:v>
                </c:pt>
                <c:pt idx="656">
                  <c:v>-1.11</c:v>
                </c:pt>
                <c:pt idx="657">
                  <c:v>-1.11</c:v>
                </c:pt>
                <c:pt idx="658">
                  <c:v>0.93</c:v>
                </c:pt>
                <c:pt idx="659">
                  <c:v>0.11</c:v>
                </c:pt>
                <c:pt idx="660">
                  <c:v>0.23</c:v>
                </c:pt>
                <c:pt idx="661">
                  <c:v>-0.2</c:v>
                </c:pt>
                <c:pt idx="662">
                  <c:v>0.32</c:v>
                </c:pt>
                <c:pt idx="663">
                  <c:v>2.12</c:v>
                </c:pt>
                <c:pt idx="664">
                  <c:v>0.68</c:v>
                </c:pt>
                <c:pt idx="665">
                  <c:v>-0.18</c:v>
                </c:pt>
                <c:pt idx="666">
                  <c:v>-0.55</c:v>
                </c:pt>
                <c:pt idx="667">
                  <c:v>0.04</c:v>
                </c:pt>
                <c:pt idx="668">
                  <c:v>0.69</c:v>
                </c:pt>
                <c:pt idx="669">
                  <c:v>0.29</c:v>
                </c:pt>
                <c:pt idx="670">
                  <c:v>0.07</c:v>
                </c:pt>
                <c:pt idx="671">
                  <c:v>1.58</c:v>
                </c:pt>
                <c:pt idx="672">
                  <c:v>3.36</c:v>
                </c:pt>
                <c:pt idx="673">
                  <c:v>0.43</c:v>
                </c:pt>
                <c:pt idx="674">
                  <c:v>-0.48</c:v>
                </c:pt>
                <c:pt idx="675">
                  <c:v>0.5</c:v>
                </c:pt>
                <c:pt idx="676">
                  <c:v>-0.65</c:v>
                </c:pt>
                <c:pt idx="677">
                  <c:v>0.5</c:v>
                </c:pt>
                <c:pt idx="678">
                  <c:v>0.94</c:v>
                </c:pt>
                <c:pt idx="679">
                  <c:v>1.02</c:v>
                </c:pt>
                <c:pt idx="680">
                  <c:v>0.58</c:v>
                </c:pt>
                <c:pt idx="681">
                  <c:v>1.1</c:v>
                </c:pt>
                <c:pt idx="682">
                  <c:v>-0.65</c:v>
                </c:pt>
                <c:pt idx="683">
                  <c:v>-1.09</c:v>
                </c:pt>
                <c:pt idx="684">
                  <c:v>-0.09</c:v>
                </c:pt>
                <c:pt idx="685">
                  <c:v>-0.36</c:v>
                </c:pt>
                <c:pt idx="686">
                  <c:v>1.12</c:v>
                </c:pt>
                <c:pt idx="687">
                  <c:v>-1.29</c:v>
                </c:pt>
                <c:pt idx="688">
                  <c:v>-1.19</c:v>
                </c:pt>
                <c:pt idx="689">
                  <c:v>-0.61</c:v>
                </c:pt>
                <c:pt idx="690">
                  <c:v>-0.77</c:v>
                </c:pt>
                <c:pt idx="691">
                  <c:v>-1.33</c:v>
                </c:pt>
                <c:pt idx="692">
                  <c:v>-1.09</c:v>
                </c:pt>
                <c:pt idx="693">
                  <c:v>-0.98</c:v>
                </c:pt>
                <c:pt idx="694">
                  <c:v>0.4</c:v>
                </c:pt>
                <c:pt idx="695">
                  <c:v>0.23</c:v>
                </c:pt>
                <c:pt idx="696">
                  <c:v>-0.87</c:v>
                </c:pt>
                <c:pt idx="697">
                  <c:v>-0.32</c:v>
                </c:pt>
                <c:pt idx="698">
                  <c:v>-0.76</c:v>
                </c:pt>
                <c:pt idx="699">
                  <c:v>0.6</c:v>
                </c:pt>
                <c:pt idx="700">
                  <c:v>-0.53</c:v>
                </c:pt>
                <c:pt idx="701">
                  <c:v>-0.81</c:v>
                </c:pt>
                <c:pt idx="702">
                  <c:v>0.16</c:v>
                </c:pt>
                <c:pt idx="703">
                  <c:v>1.14</c:v>
                </c:pt>
                <c:pt idx="704">
                  <c:v>-0.15</c:v>
                </c:pt>
                <c:pt idx="705">
                  <c:v>-0.21</c:v>
                </c:pt>
                <c:pt idx="706">
                  <c:v>-0.43</c:v>
                </c:pt>
                <c:pt idx="707">
                  <c:v>0.25</c:v>
                </c:pt>
                <c:pt idx="708">
                  <c:v>-1.42</c:v>
                </c:pt>
                <c:pt idx="709">
                  <c:v>-1.84</c:v>
                </c:pt>
                <c:pt idx="710">
                  <c:v>-1.48</c:v>
                </c:pt>
                <c:pt idx="711">
                  <c:v>-1.11</c:v>
                </c:pt>
                <c:pt idx="712">
                  <c:v>-0.95</c:v>
                </c:pt>
                <c:pt idx="713">
                  <c:v>-1.45</c:v>
                </c:pt>
                <c:pt idx="714">
                  <c:v>-1.33</c:v>
                </c:pt>
                <c:pt idx="715">
                  <c:v>0.71</c:v>
                </c:pt>
                <c:pt idx="716">
                  <c:v>-0.25</c:v>
                </c:pt>
                <c:pt idx="717">
                  <c:v>0.7</c:v>
                </c:pt>
                <c:pt idx="718">
                  <c:v>-0.5</c:v>
                </c:pt>
                <c:pt idx="719">
                  <c:v>-0.82</c:v>
                </c:pt>
                <c:pt idx="720">
                  <c:v>0.07</c:v>
                </c:pt>
                <c:pt idx="721">
                  <c:v>-0.22</c:v>
                </c:pt>
                <c:pt idx="722">
                  <c:v>0.94</c:v>
                </c:pt>
                <c:pt idx="723">
                  <c:v>-0.22</c:v>
                </c:pt>
                <c:pt idx="724">
                  <c:v>0.6</c:v>
                </c:pt>
                <c:pt idx="725">
                  <c:v>0.21</c:v>
                </c:pt>
                <c:pt idx="726">
                  <c:v>1.14</c:v>
                </c:pt>
                <c:pt idx="727">
                  <c:v>2.82</c:v>
                </c:pt>
                <c:pt idx="728">
                  <c:v>2.35</c:v>
                </c:pt>
                <c:pt idx="729">
                  <c:v>0.04</c:v>
                </c:pt>
                <c:pt idx="730">
                  <c:v>-0.69</c:v>
                </c:pt>
                <c:pt idx="731">
                  <c:v>1.95</c:v>
                </c:pt>
                <c:pt idx="732">
                  <c:v>2.95</c:v>
                </c:pt>
                <c:pt idx="733">
                  <c:v>0.1</c:v>
                </c:pt>
                <c:pt idx="734">
                  <c:v>-0.1</c:v>
                </c:pt>
                <c:pt idx="735">
                  <c:v>1.09</c:v>
                </c:pt>
                <c:pt idx="736">
                  <c:v>0.7</c:v>
                </c:pt>
                <c:pt idx="737">
                  <c:v>0.54</c:v>
                </c:pt>
                <c:pt idx="738">
                  <c:v>1.62</c:v>
                </c:pt>
                <c:pt idx="739">
                  <c:v>1.71</c:v>
                </c:pt>
                <c:pt idx="740">
                  <c:v>0.45</c:v>
                </c:pt>
                <c:pt idx="741">
                  <c:v>-0.21</c:v>
                </c:pt>
                <c:pt idx="742">
                  <c:v>-0.49</c:v>
                </c:pt>
                <c:pt idx="743">
                  <c:v>-0.53</c:v>
                </c:pt>
                <c:pt idx="744">
                  <c:v>0.06</c:v>
                </c:pt>
                <c:pt idx="745">
                  <c:v>1.75</c:v>
                </c:pt>
                <c:pt idx="746">
                  <c:v>0.28</c:v>
                </c:pt>
                <c:pt idx="747">
                  <c:v>-0.85</c:v>
                </c:pt>
                <c:pt idx="748">
                  <c:v>-0.17</c:v>
                </c:pt>
                <c:pt idx="749">
                  <c:v>0</c:v>
                </c:pt>
                <c:pt idx="750">
                  <c:v>-1.13</c:v>
                </c:pt>
                <c:pt idx="751">
                  <c:v>1.19</c:v>
                </c:pt>
                <c:pt idx="752">
                  <c:v>1.91</c:v>
                </c:pt>
                <c:pt idx="753">
                  <c:v>1.08</c:v>
                </c:pt>
                <c:pt idx="754">
                  <c:v>0.42</c:v>
                </c:pt>
                <c:pt idx="755">
                  <c:v>2.12</c:v>
                </c:pt>
                <c:pt idx="756">
                  <c:v>0.24</c:v>
                </c:pt>
                <c:pt idx="757">
                  <c:v>-0.5</c:v>
                </c:pt>
                <c:pt idx="758">
                  <c:v>3.81</c:v>
                </c:pt>
                <c:pt idx="759">
                  <c:v>0.5</c:v>
                </c:pt>
                <c:pt idx="760">
                  <c:v>0.43</c:v>
                </c:pt>
                <c:pt idx="761">
                  <c:v>-0.25</c:v>
                </c:pt>
                <c:pt idx="762">
                  <c:v>-0.42</c:v>
                </c:pt>
                <c:pt idx="763">
                  <c:v>0.1</c:v>
                </c:pt>
                <c:pt idx="764">
                  <c:v>-0.68</c:v>
                </c:pt>
                <c:pt idx="765">
                  <c:v>-0.25</c:v>
                </c:pt>
                <c:pt idx="766">
                  <c:v>-0.45</c:v>
                </c:pt>
                <c:pt idx="767">
                  <c:v>0.67</c:v>
                </c:pt>
                <c:pt idx="768">
                  <c:v>0.29</c:v>
                </c:pt>
                <c:pt idx="769">
                  <c:v>0.34</c:v>
                </c:pt>
                <c:pt idx="770">
                  <c:v>-0.3</c:v>
                </c:pt>
                <c:pt idx="771">
                  <c:v>-0.78</c:v>
                </c:pt>
                <c:pt idx="772">
                  <c:v>-0.85</c:v>
                </c:pt>
                <c:pt idx="773">
                  <c:v>-0.91</c:v>
                </c:pt>
                <c:pt idx="774">
                  <c:v>-0.71</c:v>
                </c:pt>
                <c:pt idx="775">
                  <c:v>-0.15</c:v>
                </c:pt>
                <c:pt idx="776">
                  <c:v>-0.86</c:v>
                </c:pt>
                <c:pt idx="777">
                  <c:v>-0.96</c:v>
                </c:pt>
                <c:pt idx="778">
                  <c:v>0.74</c:v>
                </c:pt>
                <c:pt idx="779">
                  <c:v>-0.98</c:v>
                </c:pt>
                <c:pt idx="780">
                  <c:v>-0.83</c:v>
                </c:pt>
                <c:pt idx="781">
                  <c:v>1.52</c:v>
                </c:pt>
                <c:pt idx="782">
                  <c:v>-0.45</c:v>
                </c:pt>
                <c:pt idx="783">
                  <c:v>1.14</c:v>
                </c:pt>
                <c:pt idx="784">
                  <c:v>-0.11</c:v>
                </c:pt>
                <c:pt idx="785">
                  <c:v>0.4</c:v>
                </c:pt>
                <c:pt idx="786">
                  <c:v>0.02</c:v>
                </c:pt>
                <c:pt idx="787">
                  <c:v>2.03</c:v>
                </c:pt>
                <c:pt idx="788">
                  <c:v>2.07</c:v>
                </c:pt>
                <c:pt idx="789">
                  <c:v>-0.86</c:v>
                </c:pt>
                <c:pt idx="790">
                  <c:v>0.81</c:v>
                </c:pt>
                <c:pt idx="791">
                  <c:v>-0.81</c:v>
                </c:pt>
                <c:pt idx="792">
                  <c:v>-0.71</c:v>
                </c:pt>
                <c:pt idx="793">
                  <c:v>-0.85</c:v>
                </c:pt>
                <c:pt idx="794">
                  <c:v>-0.6</c:v>
                </c:pt>
                <c:pt idx="795">
                  <c:v>-1.06</c:v>
                </c:pt>
                <c:pt idx="796">
                  <c:v>-1.09</c:v>
                </c:pt>
                <c:pt idx="797">
                  <c:v>-1.07</c:v>
                </c:pt>
                <c:pt idx="798">
                  <c:v>-1.1</c:v>
                </c:pt>
                <c:pt idx="799">
                  <c:v>-0.89</c:v>
                </c:pt>
                <c:pt idx="800">
                  <c:v>0.81</c:v>
                </c:pt>
                <c:pt idx="801">
                  <c:v>-0.24</c:v>
                </c:pt>
                <c:pt idx="802">
                  <c:v>0.52</c:v>
                </c:pt>
                <c:pt idx="803">
                  <c:v>0.39</c:v>
                </c:pt>
                <c:pt idx="804">
                  <c:v>0.5</c:v>
                </c:pt>
                <c:pt idx="805">
                  <c:v>-0.36</c:v>
                </c:pt>
                <c:pt idx="806">
                  <c:v>0.06</c:v>
                </c:pt>
                <c:pt idx="807">
                  <c:v>0.01</c:v>
                </c:pt>
                <c:pt idx="808">
                  <c:v>0.41</c:v>
                </c:pt>
                <c:pt idx="809">
                  <c:v>1.18</c:v>
                </c:pt>
                <c:pt idx="810">
                  <c:v>0.55</c:v>
                </c:pt>
                <c:pt idx="811">
                  <c:v>2.4</c:v>
                </c:pt>
                <c:pt idx="812">
                  <c:v>1.11</c:v>
                </c:pt>
                <c:pt idx="813">
                  <c:v>1.49</c:v>
                </c:pt>
                <c:pt idx="814">
                  <c:v>-0.2</c:v>
                </c:pt>
                <c:pt idx="815">
                  <c:v>0.7</c:v>
                </c:pt>
                <c:pt idx="816">
                  <c:v>-0.12</c:v>
                </c:pt>
                <c:pt idx="817">
                  <c:v>0.03</c:v>
                </c:pt>
                <c:pt idx="818">
                  <c:v>0.49</c:v>
                </c:pt>
                <c:pt idx="819">
                  <c:v>-0.71</c:v>
                </c:pt>
                <c:pt idx="820">
                  <c:v>-0.77</c:v>
                </c:pt>
                <c:pt idx="821">
                  <c:v>-0.84</c:v>
                </c:pt>
                <c:pt idx="822">
                  <c:v>-1.89</c:v>
                </c:pt>
                <c:pt idx="823">
                  <c:v>-1.28</c:v>
                </c:pt>
                <c:pt idx="824">
                  <c:v>-0.57</c:v>
                </c:pt>
                <c:pt idx="825">
                  <c:v>-1.02</c:v>
                </c:pt>
                <c:pt idx="826">
                  <c:v>-2.08</c:v>
                </c:pt>
                <c:pt idx="827">
                  <c:v>-1.44</c:v>
                </c:pt>
                <c:pt idx="828">
                  <c:v>-0.95</c:v>
                </c:pt>
                <c:pt idx="829">
                  <c:v>3.2</c:v>
                </c:pt>
                <c:pt idx="830">
                  <c:v>1.1</c:v>
                </c:pt>
                <c:pt idx="831">
                  <c:v>1.23</c:v>
                </c:pt>
                <c:pt idx="832">
                  <c:v>-0.27</c:v>
                </c:pt>
                <c:pt idx="833">
                  <c:v>2.64</c:v>
                </c:pt>
                <c:pt idx="834">
                  <c:v>-0.74</c:v>
                </c:pt>
                <c:pt idx="835">
                  <c:v>0.41</c:v>
                </c:pt>
                <c:pt idx="836">
                  <c:v>-0.03</c:v>
                </c:pt>
                <c:pt idx="837">
                  <c:v>-0.82</c:v>
                </c:pt>
                <c:pt idx="838">
                  <c:v>-0.47</c:v>
                </c:pt>
                <c:pt idx="839">
                  <c:v>0</c:v>
                </c:pt>
                <c:pt idx="840">
                  <c:v>-0.5</c:v>
                </c:pt>
                <c:pt idx="841">
                  <c:v>-0.72</c:v>
                </c:pt>
                <c:pt idx="842">
                  <c:v>2.8</c:v>
                </c:pt>
                <c:pt idx="843">
                  <c:v>-0.18</c:v>
                </c:pt>
                <c:pt idx="844">
                  <c:v>-0.5</c:v>
                </c:pt>
                <c:pt idx="845">
                  <c:v>-0.54</c:v>
                </c:pt>
                <c:pt idx="846">
                  <c:v>-0.38</c:v>
                </c:pt>
                <c:pt idx="847">
                  <c:v>-0.36</c:v>
                </c:pt>
                <c:pt idx="848">
                  <c:v>-0.08</c:v>
                </c:pt>
                <c:pt idx="849">
                  <c:v>2.64</c:v>
                </c:pt>
              </c:numCache>
            </c:numRef>
          </c:val>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gapWidth val="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B8C4D6"/>
                </a:solidFill>
                <a:latin typeface="+mn-lt"/>
              </a:defRPr>
            </a:pPr>
            <a:endParaRPr lang="en-US"/>
          </a:p>
        </c:txPr>
        <c:crossAx val="2094734552"/>
        <c:crosses val="autoZero"/>
        <c:auto val="1"/>
        <c:lblAlgn val="ctr"/>
        <c:noMultiLvlLbl val="1"/>
        <c:tickLblSkip val="300"/>
      </c:catAx>
      <c:valAx>
        <c:axId val="2094734552"/>
        <c:scaling>
          <c:orientation val="minMax"/>
        </c:scaling>
        <c:delete val="0"/>
        <c:axPos val="l"/>
        <c:majorGridlines>
          <c:spPr>
            <a:ln w="9525" cap="flat">
              <a:solidFill>
                <a:srgbClr val="2A3550"/>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B8C4D6"/>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mn-lt"/>
              </a:defRPr>
            </a:pPr>
            <a:r>
              <a:rPr sz="1200" b="0" i="0" u="none" strike="noStrike">
                <a:solidFill>
                  <a:srgbClr val="FFFFFF"/>
                </a:solidFill>
                <a:latin typeface="+mn-lt"/>
              </a:rPr>
              <a:t>Order flow (close position in range)</a:t>
            </a:r>
          </a:p>
        </c:rich>
      </c:tx>
      <c:layout/>
      <c:overlay val="0"/>
    </c:title>
    <c:autoTitleDeleted val="0"/>
    <c:plotArea>
      <c:layout>
        <c:manualLayout>
          <c:layoutTarget val="inner"/>
          <c:xMode val="edge"/>
          <c:yMode val="edge"/>
          <c:x val="0.13"/>
          <c:y val="0.2"/>
          <c:w val="0.83"/>
          <c:h val="0.62"/>
        </c:manualLayout>
      </c:layout>
      <c:barChart>
        <c:barDir val="col"/>
        <c:grouping val="clustered"/>
        <c:varyColors val="0"/>
        <c:ser>
          <c:idx val="0"/>
          <c:order val="0"/>
          <c:tx>
            <c:strRef>
              <c:f>Sheet1!$B$1</c:f>
              <c:strCache>
                <c:ptCount val="1"/>
                <c:pt idx="0">
                  <c:v>Order flow</c:v>
                </c:pt>
              </c:strCache>
            </c:strRef>
          </c:tx>
          <c:spPr>
            <a:solidFill>
              <a:srgbClr val="5AA9E6"/>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dPt>
            <c:idx val="0"/>
            <c:invertIfNegative val="0"/>
            <c:bubble3D val="0"/>
            <c:spPr>
              <a:solidFill>
                <a:srgbClr val="FF5A5F"/>
              </a:solidFill>
              <a:effectLst/>
            </c:spPr>
          </c:dPt>
          <c:dPt>
            <c:idx val="1"/>
            <c:invertIfNegative val="0"/>
            <c:bubble3D val="0"/>
            <c:spPr>
              <a:solidFill>
                <a:srgbClr val="FF5A5F"/>
              </a:solidFill>
              <a:effectLst/>
            </c:spPr>
          </c:dPt>
          <c:dPt>
            <c:idx val="2"/>
            <c:invertIfNegative val="0"/>
            <c:bubble3D val="0"/>
            <c:spPr>
              <a:solidFill>
                <a:srgbClr val="FF5A5F"/>
              </a:solidFill>
              <a:effectLst/>
            </c:spPr>
          </c:dPt>
          <c:dPt>
            <c:idx val="3"/>
            <c:invertIfNegative val="0"/>
            <c:bubble3D val="0"/>
            <c:spPr>
              <a:solidFill>
                <a:srgbClr val="FF5A5F"/>
              </a:solidFill>
              <a:effectLst/>
            </c:spPr>
          </c:dPt>
          <c:dPt>
            <c:idx val="4"/>
            <c:invertIfNegative val="0"/>
            <c:bubble3D val="0"/>
            <c:spPr>
              <a:solidFill>
                <a:srgbClr val="5AA9E6"/>
              </a:solidFill>
              <a:effectLst/>
            </c:spPr>
          </c:dPt>
          <c:dPt>
            <c:idx val="5"/>
            <c:invertIfNegative val="0"/>
            <c:bubble3D val="0"/>
            <c:spPr>
              <a:solidFill>
                <a:srgbClr val="5AA9E6"/>
              </a:solidFill>
              <a:effectLst/>
            </c:spPr>
          </c:dPt>
          <c:dPt>
            <c:idx val="6"/>
            <c:invertIfNegative val="0"/>
            <c:bubble3D val="0"/>
            <c:spPr>
              <a:solidFill>
                <a:srgbClr val="5AA9E6"/>
              </a:solidFill>
              <a:effectLst/>
            </c:spPr>
          </c:dPt>
          <c:dPt>
            <c:idx val="7"/>
            <c:invertIfNegative val="0"/>
            <c:bubble3D val="0"/>
            <c:spPr>
              <a:solidFill>
                <a:srgbClr val="FF5A5F"/>
              </a:solidFill>
              <a:effectLst/>
            </c:spPr>
          </c:dPt>
          <c:dPt>
            <c:idx val="8"/>
            <c:invertIfNegative val="0"/>
            <c:bubble3D val="0"/>
            <c:spPr>
              <a:solidFill>
                <a:srgbClr val="5AA9E6"/>
              </a:solidFill>
              <a:effectLst/>
            </c:spPr>
          </c:dPt>
          <c:dPt>
            <c:idx val="9"/>
            <c:invertIfNegative val="0"/>
            <c:bubble3D val="0"/>
            <c:spPr>
              <a:solidFill>
                <a:srgbClr val="5AA9E6"/>
              </a:solidFill>
              <a:effectLst/>
            </c:spPr>
          </c:dPt>
          <c:dPt>
            <c:idx val="10"/>
            <c:invertIfNegative val="0"/>
            <c:bubble3D val="0"/>
            <c:spPr>
              <a:solidFill>
                <a:srgbClr val="5AA9E6"/>
              </a:solidFill>
              <a:effectLst/>
            </c:spPr>
          </c:dPt>
          <c:dPt>
            <c:idx val="11"/>
            <c:invertIfNegative val="0"/>
            <c:bubble3D val="0"/>
            <c:spPr>
              <a:solidFill>
                <a:srgbClr val="5AA9E6"/>
              </a:solidFill>
              <a:effectLst/>
            </c:spPr>
          </c:dPt>
          <c:dPt>
            <c:idx val="12"/>
            <c:invertIfNegative val="0"/>
            <c:bubble3D val="0"/>
            <c:spPr>
              <a:solidFill>
                <a:srgbClr val="5AA9E6"/>
              </a:solidFill>
              <a:effectLst/>
            </c:spPr>
          </c:dPt>
          <c:dPt>
            <c:idx val="13"/>
            <c:invertIfNegative val="0"/>
            <c:bubble3D val="0"/>
            <c:spPr>
              <a:solidFill>
                <a:srgbClr val="FF5A5F"/>
              </a:solidFill>
              <a:effectLst/>
            </c:spPr>
          </c:dPt>
          <c:dPt>
            <c:idx val="14"/>
            <c:invertIfNegative val="0"/>
            <c:bubble3D val="0"/>
            <c:spPr>
              <a:solidFill>
                <a:srgbClr val="5AA9E6"/>
              </a:solidFill>
              <a:effectLst/>
            </c:spPr>
          </c:dPt>
          <c:dPt>
            <c:idx val="15"/>
            <c:invertIfNegative val="0"/>
            <c:bubble3D val="0"/>
            <c:spPr>
              <a:solidFill>
                <a:srgbClr val="5AA9E6"/>
              </a:solidFill>
              <a:effectLst/>
            </c:spPr>
          </c:dPt>
          <c:dPt>
            <c:idx val="16"/>
            <c:invertIfNegative val="0"/>
            <c:bubble3D val="0"/>
            <c:spPr>
              <a:solidFill>
                <a:srgbClr val="5AA9E6"/>
              </a:solidFill>
              <a:effectLst/>
            </c:spPr>
          </c:dPt>
          <c:dPt>
            <c:idx val="17"/>
            <c:invertIfNegative val="0"/>
            <c:bubble3D val="0"/>
            <c:spPr>
              <a:solidFill>
                <a:srgbClr val="FF5A5F"/>
              </a:solidFill>
              <a:effectLst/>
            </c:spPr>
          </c:dPt>
          <c:dPt>
            <c:idx val="18"/>
            <c:invertIfNegative val="0"/>
            <c:bubble3D val="0"/>
            <c:spPr>
              <a:solidFill>
                <a:srgbClr val="5AA9E6"/>
              </a:solidFill>
              <a:effectLst/>
            </c:spPr>
          </c:dPt>
          <c:dPt>
            <c:idx val="19"/>
            <c:invertIfNegative val="0"/>
            <c:bubble3D val="0"/>
            <c:spPr>
              <a:solidFill>
                <a:srgbClr val="5AA9E6"/>
              </a:solidFill>
              <a:effectLst/>
            </c:spPr>
          </c:dPt>
          <c:dPt>
            <c:idx val="20"/>
            <c:invertIfNegative val="0"/>
            <c:bubble3D val="0"/>
            <c:spPr>
              <a:solidFill>
                <a:srgbClr val="5AA9E6"/>
              </a:solidFill>
              <a:effectLst/>
            </c:spPr>
          </c:dPt>
          <c:dPt>
            <c:idx val="21"/>
            <c:invertIfNegative val="0"/>
            <c:bubble3D val="0"/>
            <c:spPr>
              <a:solidFill>
                <a:srgbClr val="FF5A5F"/>
              </a:solidFill>
              <a:effectLst/>
            </c:spPr>
          </c:dPt>
          <c:dPt>
            <c:idx val="22"/>
            <c:invertIfNegative val="0"/>
            <c:bubble3D val="0"/>
            <c:spPr>
              <a:solidFill>
                <a:srgbClr val="5AA9E6"/>
              </a:solidFill>
              <a:effectLst/>
            </c:spPr>
          </c:dPt>
          <c:dPt>
            <c:idx val="23"/>
            <c:invertIfNegative val="0"/>
            <c:bubble3D val="0"/>
            <c:spPr>
              <a:solidFill>
                <a:srgbClr val="FF5A5F"/>
              </a:solidFill>
              <a:effectLst/>
            </c:spPr>
          </c:dPt>
          <c:dPt>
            <c:idx val="24"/>
            <c:invertIfNegative val="0"/>
            <c:bubble3D val="0"/>
            <c:spPr>
              <a:solidFill>
                <a:srgbClr val="5AA9E6"/>
              </a:solidFill>
              <a:effectLst/>
            </c:spPr>
          </c:dPt>
          <c:dPt>
            <c:idx val="25"/>
            <c:invertIfNegative val="0"/>
            <c:bubble3D val="0"/>
            <c:spPr>
              <a:solidFill>
                <a:srgbClr val="FF5A5F"/>
              </a:solidFill>
              <a:effectLst/>
            </c:spPr>
          </c:dPt>
          <c:dPt>
            <c:idx val="26"/>
            <c:invertIfNegative val="0"/>
            <c:bubble3D val="0"/>
            <c:spPr>
              <a:solidFill>
                <a:srgbClr val="5AA9E6"/>
              </a:solidFill>
              <a:effectLst/>
            </c:spPr>
          </c:dPt>
          <c:dPt>
            <c:idx val="27"/>
            <c:invertIfNegative val="0"/>
            <c:bubble3D val="0"/>
            <c:spPr>
              <a:solidFill>
                <a:srgbClr val="FF5A5F"/>
              </a:solidFill>
              <a:effectLst/>
            </c:spPr>
          </c:dPt>
          <c:dPt>
            <c:idx val="28"/>
            <c:invertIfNegative val="0"/>
            <c:bubble3D val="0"/>
            <c:spPr>
              <a:solidFill>
                <a:srgbClr val="FF5A5F"/>
              </a:solidFill>
              <a:effectLst/>
            </c:spPr>
          </c:dPt>
          <c:dPt>
            <c:idx val="29"/>
            <c:invertIfNegative val="0"/>
            <c:bubble3D val="0"/>
            <c:spPr>
              <a:solidFill>
                <a:srgbClr val="5AA9E6"/>
              </a:solidFill>
              <a:effectLst/>
            </c:spPr>
          </c:dPt>
          <c:dPt>
            <c:idx val="30"/>
            <c:invertIfNegative val="0"/>
            <c:bubble3D val="0"/>
            <c:spPr>
              <a:solidFill>
                <a:srgbClr val="5AA9E6"/>
              </a:solidFill>
              <a:effectLst/>
            </c:spPr>
          </c:dPt>
          <c:dPt>
            <c:idx val="31"/>
            <c:invertIfNegative val="0"/>
            <c:bubble3D val="0"/>
            <c:spPr>
              <a:solidFill>
                <a:srgbClr val="FF5A5F"/>
              </a:solidFill>
              <a:effectLst/>
            </c:spPr>
          </c:dPt>
          <c:dPt>
            <c:idx val="32"/>
            <c:invertIfNegative val="0"/>
            <c:bubble3D val="0"/>
            <c:spPr>
              <a:solidFill>
                <a:srgbClr val="5AA9E6"/>
              </a:solidFill>
              <a:effectLst/>
            </c:spPr>
          </c:dPt>
          <c:dPt>
            <c:idx val="33"/>
            <c:invertIfNegative val="0"/>
            <c:bubble3D val="0"/>
            <c:spPr>
              <a:solidFill>
                <a:srgbClr val="5AA9E6"/>
              </a:solidFill>
              <a:effectLst/>
            </c:spPr>
          </c:dPt>
          <c:dPt>
            <c:idx val="34"/>
            <c:invertIfNegative val="0"/>
            <c:bubble3D val="0"/>
            <c:spPr>
              <a:solidFill>
                <a:srgbClr val="5AA9E6"/>
              </a:solidFill>
              <a:effectLst/>
            </c:spPr>
          </c:dPt>
          <c:dPt>
            <c:idx val="35"/>
            <c:invertIfNegative val="0"/>
            <c:bubble3D val="0"/>
            <c:spPr>
              <a:solidFill>
                <a:srgbClr val="5AA9E6"/>
              </a:solidFill>
              <a:effectLst/>
            </c:spPr>
          </c:dPt>
          <c:dPt>
            <c:idx val="36"/>
            <c:invertIfNegative val="0"/>
            <c:bubble3D val="0"/>
            <c:spPr>
              <a:solidFill>
                <a:srgbClr val="FF5A5F"/>
              </a:solidFill>
              <a:effectLst/>
            </c:spPr>
          </c:dPt>
          <c:dPt>
            <c:idx val="37"/>
            <c:invertIfNegative val="0"/>
            <c:bubble3D val="0"/>
            <c:spPr>
              <a:solidFill>
                <a:srgbClr val="FF5A5F"/>
              </a:solidFill>
              <a:effectLst/>
            </c:spPr>
          </c:dPt>
          <c:dPt>
            <c:idx val="38"/>
            <c:invertIfNegative val="0"/>
            <c:bubble3D val="0"/>
            <c:spPr>
              <a:solidFill>
                <a:srgbClr val="FF5A5F"/>
              </a:solidFill>
              <a:effectLst/>
            </c:spPr>
          </c:dPt>
          <c:dPt>
            <c:idx val="39"/>
            <c:invertIfNegative val="0"/>
            <c:bubble3D val="0"/>
            <c:spPr>
              <a:solidFill>
                <a:srgbClr val="FF5A5F"/>
              </a:solidFill>
              <a:effectLst/>
            </c:spPr>
          </c:dPt>
          <c:dPt>
            <c:idx val="40"/>
            <c:invertIfNegative val="0"/>
            <c:bubble3D val="0"/>
            <c:spPr>
              <a:solidFill>
                <a:srgbClr val="FF5A5F"/>
              </a:solidFill>
              <a:effectLst/>
            </c:spPr>
          </c:dPt>
          <c:dPt>
            <c:idx val="41"/>
            <c:invertIfNegative val="0"/>
            <c:bubble3D val="0"/>
            <c:spPr>
              <a:solidFill>
                <a:srgbClr val="5AA9E6"/>
              </a:solidFill>
              <a:effectLst/>
            </c:spPr>
          </c:dPt>
          <c:dPt>
            <c:idx val="42"/>
            <c:invertIfNegative val="0"/>
            <c:bubble3D val="0"/>
            <c:spPr>
              <a:solidFill>
                <a:srgbClr val="FF5A5F"/>
              </a:solidFill>
              <a:effectLst/>
            </c:spPr>
          </c:dPt>
          <c:dPt>
            <c:idx val="43"/>
            <c:invertIfNegative val="0"/>
            <c:bubble3D val="0"/>
            <c:spPr>
              <a:solidFill>
                <a:srgbClr val="5AA9E6"/>
              </a:solidFill>
              <a:effectLst/>
            </c:spPr>
          </c:dPt>
          <c:dPt>
            <c:idx val="44"/>
            <c:invertIfNegative val="0"/>
            <c:bubble3D val="0"/>
            <c:spPr>
              <a:solidFill>
                <a:srgbClr val="5AA9E6"/>
              </a:solidFill>
              <a:effectLst/>
            </c:spPr>
          </c:dPt>
          <c:dPt>
            <c:idx val="45"/>
            <c:invertIfNegative val="0"/>
            <c:bubble3D val="0"/>
            <c:spPr>
              <a:solidFill>
                <a:srgbClr val="5AA9E6"/>
              </a:solidFill>
              <a:effectLst/>
            </c:spPr>
          </c:dPt>
          <c:dPt>
            <c:idx val="46"/>
            <c:invertIfNegative val="0"/>
            <c:bubble3D val="0"/>
            <c:spPr>
              <a:solidFill>
                <a:srgbClr val="5AA9E6"/>
              </a:solidFill>
              <a:effectLst/>
            </c:spPr>
          </c:dPt>
          <c:dPt>
            <c:idx val="47"/>
            <c:invertIfNegative val="0"/>
            <c:bubble3D val="0"/>
            <c:spPr>
              <a:solidFill>
                <a:srgbClr val="FF5A5F"/>
              </a:solidFill>
              <a:effectLst/>
            </c:spPr>
          </c:dPt>
          <c:dPt>
            <c:idx val="48"/>
            <c:invertIfNegative val="0"/>
            <c:bubble3D val="0"/>
            <c:spPr>
              <a:solidFill>
                <a:srgbClr val="FF5A5F"/>
              </a:solidFill>
              <a:effectLst/>
            </c:spPr>
          </c:dPt>
          <c:dPt>
            <c:idx val="49"/>
            <c:invertIfNegative val="0"/>
            <c:bubble3D val="0"/>
            <c:spPr>
              <a:solidFill>
                <a:srgbClr val="5AA9E6"/>
              </a:solidFill>
              <a:effectLst/>
            </c:spPr>
          </c:dPt>
          <c:dPt>
            <c:idx val="50"/>
            <c:invertIfNegative val="0"/>
            <c:bubble3D val="0"/>
            <c:spPr>
              <a:solidFill>
                <a:srgbClr val="FF5A5F"/>
              </a:solidFill>
              <a:effectLst/>
            </c:spPr>
          </c:dPt>
          <c:dPt>
            <c:idx val="51"/>
            <c:invertIfNegative val="0"/>
            <c:bubble3D val="0"/>
            <c:spPr>
              <a:solidFill>
                <a:srgbClr val="FF5A5F"/>
              </a:solidFill>
              <a:effectLst/>
            </c:spPr>
          </c:dPt>
          <c:dPt>
            <c:idx val="52"/>
            <c:invertIfNegative val="0"/>
            <c:bubble3D val="0"/>
            <c:spPr>
              <a:solidFill>
                <a:srgbClr val="5AA9E6"/>
              </a:solidFill>
              <a:effectLst/>
            </c:spPr>
          </c:dPt>
          <c:dPt>
            <c:idx val="53"/>
            <c:invertIfNegative val="0"/>
            <c:bubble3D val="0"/>
            <c:spPr>
              <a:solidFill>
                <a:srgbClr val="5AA9E6"/>
              </a:solidFill>
              <a:effectLst/>
            </c:spPr>
          </c:dPt>
          <c:dPt>
            <c:idx val="54"/>
            <c:invertIfNegative val="0"/>
            <c:bubble3D val="0"/>
            <c:spPr>
              <a:solidFill>
                <a:srgbClr val="5AA9E6"/>
              </a:solidFill>
              <a:effectLst/>
            </c:spPr>
          </c:dPt>
          <c:dPt>
            <c:idx val="55"/>
            <c:invertIfNegative val="0"/>
            <c:bubble3D val="0"/>
            <c:spPr>
              <a:solidFill>
                <a:srgbClr val="5AA9E6"/>
              </a:solidFill>
              <a:effectLst/>
            </c:spPr>
          </c:dPt>
          <c:dPt>
            <c:idx val="56"/>
            <c:invertIfNegative val="0"/>
            <c:bubble3D val="0"/>
            <c:spPr>
              <a:solidFill>
                <a:srgbClr val="5AA9E6"/>
              </a:solidFill>
              <a:effectLst/>
            </c:spPr>
          </c:dPt>
          <c:dPt>
            <c:idx val="57"/>
            <c:invertIfNegative val="0"/>
            <c:bubble3D val="0"/>
            <c:spPr>
              <a:solidFill>
                <a:srgbClr val="5AA9E6"/>
              </a:solidFill>
              <a:effectLst/>
            </c:spPr>
          </c:dPt>
          <c:dPt>
            <c:idx val="58"/>
            <c:invertIfNegative val="0"/>
            <c:bubble3D val="0"/>
            <c:spPr>
              <a:solidFill>
                <a:srgbClr val="FF5A5F"/>
              </a:solidFill>
              <a:effectLst/>
            </c:spPr>
          </c:dPt>
          <c:dPt>
            <c:idx val="59"/>
            <c:invertIfNegative val="0"/>
            <c:bubble3D val="0"/>
            <c:spPr>
              <a:solidFill>
                <a:srgbClr val="5AA9E6"/>
              </a:solidFill>
              <a:effectLst/>
            </c:spPr>
          </c:dPt>
          <c:dPt>
            <c:idx val="60"/>
            <c:invertIfNegative val="0"/>
            <c:bubble3D val="0"/>
            <c:spPr>
              <a:solidFill>
                <a:srgbClr val="FF5A5F"/>
              </a:solidFill>
              <a:effectLst/>
            </c:spPr>
          </c:dPt>
          <c:dPt>
            <c:idx val="61"/>
            <c:invertIfNegative val="0"/>
            <c:bubble3D val="0"/>
            <c:spPr>
              <a:solidFill>
                <a:srgbClr val="5AA9E6"/>
              </a:solidFill>
              <a:effectLst/>
            </c:spPr>
          </c:dPt>
          <c:dPt>
            <c:idx val="62"/>
            <c:invertIfNegative val="0"/>
            <c:bubble3D val="0"/>
            <c:spPr>
              <a:solidFill>
                <a:srgbClr val="5AA9E6"/>
              </a:solidFill>
              <a:effectLst/>
            </c:spPr>
          </c:dPt>
          <c:dPt>
            <c:idx val="63"/>
            <c:invertIfNegative val="0"/>
            <c:bubble3D val="0"/>
            <c:spPr>
              <a:solidFill>
                <a:srgbClr val="FF5A5F"/>
              </a:solidFill>
              <a:effectLst/>
            </c:spPr>
          </c:dPt>
          <c:dPt>
            <c:idx val="64"/>
            <c:invertIfNegative val="0"/>
            <c:bubble3D val="0"/>
            <c:spPr>
              <a:solidFill>
                <a:srgbClr val="FF5A5F"/>
              </a:solidFill>
              <a:effectLst/>
            </c:spPr>
          </c:dPt>
          <c:dPt>
            <c:idx val="65"/>
            <c:invertIfNegative val="0"/>
            <c:bubble3D val="0"/>
            <c:spPr>
              <a:solidFill>
                <a:srgbClr val="FF5A5F"/>
              </a:solidFill>
              <a:effectLst/>
            </c:spPr>
          </c:dPt>
          <c:dPt>
            <c:idx val="66"/>
            <c:invertIfNegative val="0"/>
            <c:bubble3D val="0"/>
            <c:spPr>
              <a:solidFill>
                <a:srgbClr val="FF5A5F"/>
              </a:solidFill>
              <a:effectLst/>
            </c:spPr>
          </c:dPt>
          <c:dPt>
            <c:idx val="67"/>
            <c:invertIfNegative val="0"/>
            <c:bubble3D val="0"/>
            <c:spPr>
              <a:solidFill>
                <a:srgbClr val="FF5A5F"/>
              </a:solidFill>
              <a:effectLst/>
            </c:spPr>
          </c:dPt>
          <c:dPt>
            <c:idx val="68"/>
            <c:invertIfNegative val="0"/>
            <c:bubble3D val="0"/>
            <c:spPr>
              <a:solidFill>
                <a:srgbClr val="5AA9E6"/>
              </a:solidFill>
              <a:effectLst/>
            </c:spPr>
          </c:dPt>
          <c:dPt>
            <c:idx val="69"/>
            <c:invertIfNegative val="0"/>
            <c:bubble3D val="0"/>
            <c:spPr>
              <a:solidFill>
                <a:srgbClr val="FF5A5F"/>
              </a:solidFill>
              <a:effectLst/>
            </c:spPr>
          </c:dPt>
          <c:dPt>
            <c:idx val="70"/>
            <c:invertIfNegative val="0"/>
            <c:bubble3D val="0"/>
            <c:spPr>
              <a:solidFill>
                <a:srgbClr val="FF5A5F"/>
              </a:solidFill>
              <a:effectLst/>
            </c:spPr>
          </c:dPt>
          <c:dPt>
            <c:idx val="71"/>
            <c:invertIfNegative val="0"/>
            <c:bubble3D val="0"/>
            <c:spPr>
              <a:solidFill>
                <a:srgbClr val="5AA9E6"/>
              </a:solidFill>
              <a:effectLst/>
            </c:spPr>
          </c:dPt>
          <c:dPt>
            <c:idx val="72"/>
            <c:invertIfNegative val="0"/>
            <c:bubble3D val="0"/>
            <c:spPr>
              <a:solidFill>
                <a:srgbClr val="FF5A5F"/>
              </a:solidFill>
              <a:effectLst/>
            </c:spPr>
          </c:dPt>
          <c:dPt>
            <c:idx val="73"/>
            <c:invertIfNegative val="0"/>
            <c:bubble3D val="0"/>
            <c:spPr>
              <a:solidFill>
                <a:srgbClr val="FF5A5F"/>
              </a:solidFill>
              <a:effectLst/>
            </c:spPr>
          </c:dPt>
          <c:dPt>
            <c:idx val="74"/>
            <c:invertIfNegative val="0"/>
            <c:bubble3D val="0"/>
            <c:spPr>
              <a:solidFill>
                <a:srgbClr val="5AA9E6"/>
              </a:solidFill>
              <a:effectLst/>
            </c:spPr>
          </c:dPt>
          <c:dPt>
            <c:idx val="75"/>
            <c:invertIfNegative val="0"/>
            <c:bubble3D val="0"/>
            <c:spPr>
              <a:solidFill>
                <a:srgbClr val="FF5A5F"/>
              </a:solidFill>
              <a:effectLst/>
            </c:spPr>
          </c:dPt>
          <c:dPt>
            <c:idx val="76"/>
            <c:invertIfNegative val="0"/>
            <c:bubble3D val="0"/>
            <c:spPr>
              <a:solidFill>
                <a:srgbClr val="5AA9E6"/>
              </a:solidFill>
              <a:effectLst/>
            </c:spPr>
          </c:dPt>
          <c:dPt>
            <c:idx val="77"/>
            <c:invertIfNegative val="0"/>
            <c:bubble3D val="0"/>
            <c:spPr>
              <a:solidFill>
                <a:srgbClr val="5AA9E6"/>
              </a:solidFill>
              <a:effectLst/>
            </c:spPr>
          </c:dPt>
          <c:dPt>
            <c:idx val="78"/>
            <c:invertIfNegative val="0"/>
            <c:bubble3D val="0"/>
            <c:spPr>
              <a:solidFill>
                <a:srgbClr val="5AA9E6"/>
              </a:solidFill>
              <a:effectLst/>
            </c:spPr>
          </c:dPt>
          <c:dPt>
            <c:idx val="79"/>
            <c:invertIfNegative val="0"/>
            <c:bubble3D val="0"/>
            <c:spPr>
              <a:solidFill>
                <a:srgbClr val="5AA9E6"/>
              </a:solidFill>
              <a:effectLst/>
            </c:spPr>
          </c:dPt>
          <c:dPt>
            <c:idx val="80"/>
            <c:invertIfNegative val="0"/>
            <c:bubble3D val="0"/>
            <c:spPr>
              <a:solidFill>
                <a:srgbClr val="5AA9E6"/>
              </a:solidFill>
              <a:effectLst/>
            </c:spPr>
          </c:dPt>
          <c:dPt>
            <c:idx val="81"/>
            <c:invertIfNegative val="0"/>
            <c:bubble3D val="0"/>
            <c:spPr>
              <a:solidFill>
                <a:srgbClr val="5AA9E6"/>
              </a:solidFill>
              <a:effectLst/>
            </c:spPr>
          </c:dPt>
          <c:dPt>
            <c:idx val="82"/>
            <c:invertIfNegative val="0"/>
            <c:bubble3D val="0"/>
            <c:spPr>
              <a:solidFill>
                <a:srgbClr val="FF5A5F"/>
              </a:solidFill>
              <a:effectLst/>
            </c:spPr>
          </c:dPt>
          <c:dPt>
            <c:idx val="83"/>
            <c:invertIfNegative val="0"/>
            <c:bubble3D val="0"/>
            <c:spPr>
              <a:solidFill>
                <a:srgbClr val="5AA9E6"/>
              </a:solidFill>
              <a:effectLst/>
            </c:spPr>
          </c:dPt>
          <c:dPt>
            <c:idx val="84"/>
            <c:invertIfNegative val="0"/>
            <c:bubble3D val="0"/>
            <c:spPr>
              <a:solidFill>
                <a:srgbClr val="FF5A5F"/>
              </a:solidFill>
              <a:effectLst/>
            </c:spPr>
          </c:dPt>
          <c:dPt>
            <c:idx val="85"/>
            <c:invertIfNegative val="0"/>
            <c:bubble3D val="0"/>
            <c:spPr>
              <a:solidFill>
                <a:srgbClr val="5AA9E6"/>
              </a:solidFill>
              <a:effectLst/>
            </c:spPr>
          </c:dPt>
          <c:dPt>
            <c:idx val="86"/>
            <c:invertIfNegative val="0"/>
            <c:bubble3D val="0"/>
            <c:spPr>
              <a:solidFill>
                <a:srgbClr val="5AA9E6"/>
              </a:solidFill>
              <a:effectLst/>
            </c:spPr>
          </c:dPt>
          <c:dPt>
            <c:idx val="87"/>
            <c:invertIfNegative val="0"/>
            <c:bubble3D val="0"/>
            <c:spPr>
              <a:solidFill>
                <a:srgbClr val="FF5A5F"/>
              </a:solidFill>
              <a:effectLst/>
            </c:spPr>
          </c:dPt>
          <c:dPt>
            <c:idx val="88"/>
            <c:invertIfNegative val="0"/>
            <c:bubble3D val="0"/>
            <c:spPr>
              <a:solidFill>
                <a:srgbClr val="FF5A5F"/>
              </a:solidFill>
              <a:effectLst/>
            </c:spPr>
          </c:dPt>
          <c:dPt>
            <c:idx val="89"/>
            <c:invertIfNegative val="0"/>
            <c:bubble3D val="0"/>
            <c:spPr>
              <a:solidFill>
                <a:srgbClr val="5AA9E6"/>
              </a:solidFill>
              <a:effectLst/>
            </c:spPr>
          </c:dPt>
          <c:dPt>
            <c:idx val="90"/>
            <c:invertIfNegative val="0"/>
            <c:bubble3D val="0"/>
            <c:spPr>
              <a:solidFill>
                <a:srgbClr val="5AA9E6"/>
              </a:solidFill>
              <a:effectLst/>
            </c:spPr>
          </c:dPt>
          <c:dPt>
            <c:idx val="91"/>
            <c:invertIfNegative val="0"/>
            <c:bubble3D val="0"/>
            <c:spPr>
              <a:solidFill>
                <a:srgbClr val="5AA9E6"/>
              </a:solidFill>
              <a:effectLst/>
            </c:spPr>
          </c:dPt>
          <c:dPt>
            <c:idx val="92"/>
            <c:invertIfNegative val="0"/>
            <c:bubble3D val="0"/>
            <c:spPr>
              <a:solidFill>
                <a:srgbClr val="FF5A5F"/>
              </a:solidFill>
              <a:effectLst/>
            </c:spPr>
          </c:dPt>
          <c:dPt>
            <c:idx val="93"/>
            <c:invertIfNegative val="0"/>
            <c:bubble3D val="0"/>
            <c:spPr>
              <a:solidFill>
                <a:srgbClr val="5AA9E6"/>
              </a:solidFill>
              <a:effectLst/>
            </c:spPr>
          </c:dPt>
          <c:dPt>
            <c:idx val="94"/>
            <c:invertIfNegative val="0"/>
            <c:bubble3D val="0"/>
            <c:spPr>
              <a:solidFill>
                <a:srgbClr val="5AA9E6"/>
              </a:solidFill>
              <a:effectLst/>
            </c:spPr>
          </c:dPt>
          <c:dPt>
            <c:idx val="95"/>
            <c:invertIfNegative val="0"/>
            <c:bubble3D val="0"/>
            <c:spPr>
              <a:solidFill>
                <a:srgbClr val="5AA9E6"/>
              </a:solidFill>
              <a:effectLst/>
            </c:spPr>
          </c:dPt>
          <c:dPt>
            <c:idx val="96"/>
            <c:invertIfNegative val="0"/>
            <c:bubble3D val="0"/>
            <c:spPr>
              <a:solidFill>
                <a:srgbClr val="FF5A5F"/>
              </a:solidFill>
              <a:effectLst/>
            </c:spPr>
          </c:dPt>
          <c:dPt>
            <c:idx val="97"/>
            <c:invertIfNegative val="0"/>
            <c:bubble3D val="0"/>
            <c:spPr>
              <a:solidFill>
                <a:srgbClr val="5AA9E6"/>
              </a:solidFill>
              <a:effectLst/>
            </c:spPr>
          </c:dPt>
          <c:dPt>
            <c:idx val="98"/>
            <c:invertIfNegative val="0"/>
            <c:bubble3D val="0"/>
            <c:spPr>
              <a:solidFill>
                <a:srgbClr val="FF5A5F"/>
              </a:solidFill>
              <a:effectLst/>
            </c:spPr>
          </c:dPt>
          <c:dPt>
            <c:idx val="99"/>
            <c:invertIfNegative val="0"/>
            <c:bubble3D val="0"/>
            <c:spPr>
              <a:solidFill>
                <a:srgbClr val="5AA9E6"/>
              </a:solidFill>
              <a:effectLst/>
            </c:spPr>
          </c:dPt>
          <c:dPt>
            <c:idx val="100"/>
            <c:invertIfNegative val="0"/>
            <c:bubble3D val="0"/>
            <c:spPr>
              <a:solidFill>
                <a:srgbClr val="FF5A5F"/>
              </a:solidFill>
              <a:effectLst/>
            </c:spPr>
          </c:dPt>
          <c:dPt>
            <c:idx val="101"/>
            <c:invertIfNegative val="0"/>
            <c:bubble3D val="0"/>
            <c:spPr>
              <a:solidFill>
                <a:srgbClr val="FF5A5F"/>
              </a:solidFill>
              <a:effectLst/>
            </c:spPr>
          </c:dPt>
          <c:dPt>
            <c:idx val="102"/>
            <c:invertIfNegative val="0"/>
            <c:bubble3D val="0"/>
            <c:spPr>
              <a:solidFill>
                <a:srgbClr val="5AA9E6"/>
              </a:solidFill>
              <a:effectLst/>
            </c:spPr>
          </c:dPt>
          <c:dPt>
            <c:idx val="103"/>
            <c:invertIfNegative val="0"/>
            <c:bubble3D val="0"/>
            <c:spPr>
              <a:solidFill>
                <a:srgbClr val="FF5A5F"/>
              </a:solidFill>
              <a:effectLst/>
            </c:spPr>
          </c:dPt>
          <c:dPt>
            <c:idx val="104"/>
            <c:invertIfNegative val="0"/>
            <c:bubble3D val="0"/>
            <c:spPr>
              <a:solidFill>
                <a:srgbClr val="FF5A5F"/>
              </a:solidFill>
              <a:effectLst/>
            </c:spPr>
          </c:dPt>
          <c:dPt>
            <c:idx val="105"/>
            <c:invertIfNegative val="0"/>
            <c:bubble3D val="0"/>
            <c:spPr>
              <a:solidFill>
                <a:srgbClr val="FF5A5F"/>
              </a:solidFill>
              <a:effectLst/>
            </c:spPr>
          </c:dPt>
          <c:dPt>
            <c:idx val="106"/>
            <c:invertIfNegative val="0"/>
            <c:bubble3D val="0"/>
            <c:spPr>
              <a:solidFill>
                <a:srgbClr val="FF5A5F"/>
              </a:solidFill>
              <a:effectLst/>
            </c:spPr>
          </c:dPt>
          <c:dPt>
            <c:idx val="107"/>
            <c:invertIfNegative val="0"/>
            <c:bubble3D val="0"/>
            <c:spPr>
              <a:solidFill>
                <a:srgbClr val="FF5A5F"/>
              </a:solidFill>
              <a:effectLst/>
            </c:spPr>
          </c:dPt>
          <c:dPt>
            <c:idx val="108"/>
            <c:invertIfNegative val="0"/>
            <c:bubble3D val="0"/>
            <c:spPr>
              <a:solidFill>
                <a:srgbClr val="FF5A5F"/>
              </a:solidFill>
              <a:effectLst/>
            </c:spPr>
          </c:dPt>
          <c:dPt>
            <c:idx val="109"/>
            <c:invertIfNegative val="0"/>
            <c:bubble3D val="0"/>
            <c:spPr>
              <a:solidFill>
                <a:srgbClr val="5AA9E6"/>
              </a:solidFill>
              <a:effectLst/>
            </c:spPr>
          </c:dPt>
          <c:dPt>
            <c:idx val="110"/>
            <c:invertIfNegative val="0"/>
            <c:bubble3D val="0"/>
            <c:spPr>
              <a:solidFill>
                <a:srgbClr val="FF5A5F"/>
              </a:solidFill>
              <a:effectLst/>
            </c:spPr>
          </c:dPt>
          <c:dPt>
            <c:idx val="111"/>
            <c:invertIfNegative val="0"/>
            <c:bubble3D val="0"/>
            <c:spPr>
              <a:solidFill>
                <a:srgbClr val="5AA9E6"/>
              </a:solidFill>
              <a:effectLst/>
            </c:spPr>
          </c:dPt>
          <c:dPt>
            <c:idx val="112"/>
            <c:invertIfNegative val="0"/>
            <c:bubble3D val="0"/>
            <c:spPr>
              <a:solidFill>
                <a:srgbClr val="5AA9E6"/>
              </a:solidFill>
              <a:effectLst/>
            </c:spPr>
          </c:dPt>
          <c:dPt>
            <c:idx val="113"/>
            <c:invertIfNegative val="0"/>
            <c:bubble3D val="0"/>
            <c:spPr>
              <a:solidFill>
                <a:srgbClr val="5AA9E6"/>
              </a:solidFill>
              <a:effectLst/>
            </c:spPr>
          </c:dPt>
          <c:dPt>
            <c:idx val="114"/>
            <c:invertIfNegative val="0"/>
            <c:bubble3D val="0"/>
            <c:spPr>
              <a:solidFill>
                <a:srgbClr val="FF5A5F"/>
              </a:solidFill>
              <a:effectLst/>
            </c:spPr>
          </c:dPt>
          <c:dPt>
            <c:idx val="115"/>
            <c:invertIfNegative val="0"/>
            <c:bubble3D val="0"/>
            <c:spPr>
              <a:solidFill>
                <a:srgbClr val="FF5A5F"/>
              </a:solidFill>
              <a:effectLst/>
            </c:spPr>
          </c:dPt>
          <c:dPt>
            <c:idx val="116"/>
            <c:invertIfNegative val="0"/>
            <c:bubble3D val="0"/>
            <c:spPr>
              <a:solidFill>
                <a:srgbClr val="5AA9E6"/>
              </a:solidFill>
              <a:effectLst/>
            </c:spPr>
          </c:dPt>
          <c:dPt>
            <c:idx val="117"/>
            <c:invertIfNegative val="0"/>
            <c:bubble3D val="0"/>
            <c:spPr>
              <a:solidFill>
                <a:srgbClr val="5AA9E6"/>
              </a:solidFill>
              <a:effectLst/>
            </c:spPr>
          </c:dPt>
          <c:dPt>
            <c:idx val="118"/>
            <c:invertIfNegative val="0"/>
            <c:bubble3D val="0"/>
            <c:spPr>
              <a:solidFill>
                <a:srgbClr val="FF5A5F"/>
              </a:solidFill>
              <a:effectLst/>
            </c:spPr>
          </c:dPt>
          <c:dPt>
            <c:idx val="119"/>
            <c:invertIfNegative val="0"/>
            <c:bubble3D val="0"/>
            <c:spPr>
              <a:solidFill>
                <a:srgbClr val="FF5A5F"/>
              </a:solidFill>
              <a:effectLst/>
            </c:spPr>
          </c:dPt>
          <c:dPt>
            <c:idx val="120"/>
            <c:invertIfNegative val="0"/>
            <c:bubble3D val="0"/>
            <c:spPr>
              <a:solidFill>
                <a:srgbClr val="5AA9E6"/>
              </a:solidFill>
              <a:effectLst/>
            </c:spPr>
          </c:dPt>
          <c:dPt>
            <c:idx val="121"/>
            <c:invertIfNegative val="0"/>
            <c:bubble3D val="0"/>
            <c:spPr>
              <a:solidFill>
                <a:srgbClr val="5AA9E6"/>
              </a:solidFill>
              <a:effectLst/>
            </c:spPr>
          </c:dPt>
          <c:dPt>
            <c:idx val="122"/>
            <c:invertIfNegative val="0"/>
            <c:bubble3D val="0"/>
            <c:spPr>
              <a:solidFill>
                <a:srgbClr val="FF5A5F"/>
              </a:solidFill>
              <a:effectLst/>
            </c:spPr>
          </c:dPt>
          <c:dPt>
            <c:idx val="123"/>
            <c:invertIfNegative val="0"/>
            <c:bubble3D val="0"/>
            <c:spPr>
              <a:solidFill>
                <a:srgbClr val="FF5A5F"/>
              </a:solidFill>
              <a:effectLst/>
            </c:spPr>
          </c:dPt>
          <c:dPt>
            <c:idx val="124"/>
            <c:invertIfNegative val="0"/>
            <c:bubble3D val="0"/>
            <c:spPr>
              <a:solidFill>
                <a:srgbClr val="5AA9E6"/>
              </a:solidFill>
              <a:effectLst/>
            </c:spPr>
          </c:dPt>
          <c:dPt>
            <c:idx val="125"/>
            <c:invertIfNegative val="0"/>
            <c:bubble3D val="0"/>
            <c:spPr>
              <a:solidFill>
                <a:srgbClr val="5AA9E6"/>
              </a:solidFill>
              <a:effectLst/>
            </c:spPr>
          </c:dPt>
          <c:dPt>
            <c:idx val="126"/>
            <c:invertIfNegative val="0"/>
            <c:bubble3D val="0"/>
            <c:spPr>
              <a:solidFill>
                <a:srgbClr val="5AA9E6"/>
              </a:solidFill>
              <a:effectLst/>
            </c:spPr>
          </c:dPt>
          <c:dPt>
            <c:idx val="127"/>
            <c:invertIfNegative val="0"/>
            <c:bubble3D val="0"/>
            <c:spPr>
              <a:solidFill>
                <a:srgbClr val="5AA9E6"/>
              </a:solidFill>
              <a:effectLst/>
            </c:spPr>
          </c:dPt>
          <c:dPt>
            <c:idx val="128"/>
            <c:invertIfNegative val="0"/>
            <c:bubble3D val="0"/>
            <c:spPr>
              <a:solidFill>
                <a:srgbClr val="5AA9E6"/>
              </a:solidFill>
              <a:effectLst/>
            </c:spPr>
          </c:dPt>
          <c:dPt>
            <c:idx val="129"/>
            <c:invertIfNegative val="0"/>
            <c:bubble3D val="0"/>
            <c:spPr>
              <a:solidFill>
                <a:srgbClr val="FF5A5F"/>
              </a:solidFill>
              <a:effectLst/>
            </c:spPr>
          </c:dPt>
          <c:dPt>
            <c:idx val="130"/>
            <c:invertIfNegative val="0"/>
            <c:bubble3D val="0"/>
            <c:spPr>
              <a:solidFill>
                <a:srgbClr val="FF5A5F"/>
              </a:solidFill>
              <a:effectLst/>
            </c:spPr>
          </c:dPt>
          <c:dPt>
            <c:idx val="131"/>
            <c:invertIfNegative val="0"/>
            <c:bubble3D val="0"/>
            <c:spPr>
              <a:solidFill>
                <a:srgbClr val="FF5A5F"/>
              </a:solidFill>
              <a:effectLst/>
            </c:spPr>
          </c:dPt>
          <c:dPt>
            <c:idx val="132"/>
            <c:invertIfNegative val="0"/>
            <c:bubble3D val="0"/>
            <c:spPr>
              <a:solidFill>
                <a:srgbClr val="5AA9E6"/>
              </a:solidFill>
              <a:effectLst/>
            </c:spPr>
          </c:dPt>
          <c:dPt>
            <c:idx val="133"/>
            <c:invertIfNegative val="0"/>
            <c:bubble3D val="0"/>
            <c:spPr>
              <a:solidFill>
                <a:srgbClr val="5AA9E6"/>
              </a:solidFill>
              <a:effectLst/>
            </c:spPr>
          </c:dPt>
          <c:dPt>
            <c:idx val="134"/>
            <c:invertIfNegative val="0"/>
            <c:bubble3D val="0"/>
            <c:spPr>
              <a:solidFill>
                <a:srgbClr val="FF5A5F"/>
              </a:solidFill>
              <a:effectLst/>
            </c:spPr>
          </c:dPt>
          <c:dPt>
            <c:idx val="135"/>
            <c:invertIfNegative val="0"/>
            <c:bubble3D val="0"/>
            <c:spPr>
              <a:solidFill>
                <a:srgbClr val="FF5A5F"/>
              </a:solidFill>
              <a:effectLst/>
            </c:spPr>
          </c:dPt>
          <c:dPt>
            <c:idx val="136"/>
            <c:invertIfNegative val="0"/>
            <c:bubble3D val="0"/>
            <c:spPr>
              <a:solidFill>
                <a:srgbClr val="5AA9E6"/>
              </a:solidFill>
              <a:effectLst/>
            </c:spPr>
          </c:dPt>
          <c:dPt>
            <c:idx val="137"/>
            <c:invertIfNegative val="0"/>
            <c:bubble3D val="0"/>
            <c:spPr>
              <a:solidFill>
                <a:srgbClr val="FF5A5F"/>
              </a:solidFill>
              <a:effectLst/>
            </c:spPr>
          </c:dPt>
          <c:dPt>
            <c:idx val="138"/>
            <c:invertIfNegative val="0"/>
            <c:bubble3D val="0"/>
            <c:spPr>
              <a:solidFill>
                <a:srgbClr val="FF5A5F"/>
              </a:solidFill>
              <a:effectLst/>
            </c:spPr>
          </c:dPt>
          <c:dPt>
            <c:idx val="139"/>
            <c:invertIfNegative val="0"/>
            <c:bubble3D val="0"/>
            <c:spPr>
              <a:solidFill>
                <a:srgbClr val="FF5A5F"/>
              </a:solidFill>
              <a:effectLst/>
            </c:spPr>
          </c:dPt>
          <c:dPt>
            <c:idx val="140"/>
            <c:invertIfNegative val="0"/>
            <c:bubble3D val="0"/>
            <c:spPr>
              <a:solidFill>
                <a:srgbClr val="FF5A5F"/>
              </a:solidFill>
              <a:effectLst/>
            </c:spPr>
          </c:dPt>
          <c:dPt>
            <c:idx val="141"/>
            <c:invertIfNegative val="0"/>
            <c:bubble3D val="0"/>
            <c:spPr>
              <a:solidFill>
                <a:srgbClr val="5AA9E6"/>
              </a:solidFill>
              <a:effectLst/>
            </c:spPr>
          </c:dPt>
          <c:dPt>
            <c:idx val="142"/>
            <c:invertIfNegative val="0"/>
            <c:bubble3D val="0"/>
            <c:spPr>
              <a:solidFill>
                <a:srgbClr val="FF5A5F"/>
              </a:solidFill>
              <a:effectLst/>
            </c:spPr>
          </c:dPt>
          <c:dPt>
            <c:idx val="143"/>
            <c:invertIfNegative val="0"/>
            <c:bubble3D val="0"/>
            <c:spPr>
              <a:solidFill>
                <a:srgbClr val="5AA9E6"/>
              </a:solidFill>
              <a:effectLst/>
            </c:spPr>
          </c:dPt>
          <c:dPt>
            <c:idx val="144"/>
            <c:invertIfNegative val="0"/>
            <c:bubble3D val="0"/>
            <c:spPr>
              <a:solidFill>
                <a:srgbClr val="FF5A5F"/>
              </a:solidFill>
              <a:effectLst/>
            </c:spPr>
          </c:dPt>
          <c:dPt>
            <c:idx val="145"/>
            <c:invertIfNegative val="0"/>
            <c:bubble3D val="0"/>
            <c:spPr>
              <a:solidFill>
                <a:srgbClr val="5AA9E6"/>
              </a:solidFill>
              <a:effectLst/>
            </c:spPr>
          </c:dPt>
          <c:dPt>
            <c:idx val="146"/>
            <c:invertIfNegative val="0"/>
            <c:bubble3D val="0"/>
            <c:spPr>
              <a:solidFill>
                <a:srgbClr val="FF5A5F"/>
              </a:solidFill>
              <a:effectLst/>
            </c:spPr>
          </c:dPt>
          <c:dPt>
            <c:idx val="147"/>
            <c:invertIfNegative val="0"/>
            <c:bubble3D val="0"/>
            <c:spPr>
              <a:solidFill>
                <a:srgbClr val="5AA9E6"/>
              </a:solidFill>
              <a:effectLst/>
            </c:spPr>
          </c:dPt>
          <c:dPt>
            <c:idx val="148"/>
            <c:invertIfNegative val="0"/>
            <c:bubble3D val="0"/>
            <c:spPr>
              <a:solidFill>
                <a:srgbClr val="FF5A5F"/>
              </a:solidFill>
              <a:effectLst/>
            </c:spPr>
          </c:dPt>
          <c:dPt>
            <c:idx val="149"/>
            <c:invertIfNegative val="0"/>
            <c:bubble3D val="0"/>
            <c:spPr>
              <a:solidFill>
                <a:srgbClr val="5AA9E6"/>
              </a:solidFill>
              <a:effectLst/>
            </c:spPr>
          </c:dPt>
          <c:dPt>
            <c:idx val="150"/>
            <c:invertIfNegative val="0"/>
            <c:bubble3D val="0"/>
            <c:spPr>
              <a:solidFill>
                <a:srgbClr val="FF5A5F"/>
              </a:solidFill>
              <a:effectLst/>
            </c:spPr>
          </c:dPt>
          <c:dPt>
            <c:idx val="151"/>
            <c:invertIfNegative val="0"/>
            <c:bubble3D val="0"/>
            <c:spPr>
              <a:solidFill>
                <a:srgbClr val="5AA9E6"/>
              </a:solidFill>
              <a:effectLst/>
            </c:spPr>
          </c:dPt>
          <c:dPt>
            <c:idx val="152"/>
            <c:invertIfNegative val="0"/>
            <c:bubble3D val="0"/>
            <c:spPr>
              <a:solidFill>
                <a:srgbClr val="FF5A5F"/>
              </a:solidFill>
              <a:effectLst/>
            </c:spPr>
          </c:dPt>
          <c:dPt>
            <c:idx val="153"/>
            <c:invertIfNegative val="0"/>
            <c:bubble3D val="0"/>
            <c:spPr>
              <a:solidFill>
                <a:srgbClr val="5AA9E6"/>
              </a:solidFill>
              <a:effectLst/>
            </c:spPr>
          </c:dPt>
          <c:dPt>
            <c:idx val="154"/>
            <c:invertIfNegative val="0"/>
            <c:bubble3D val="0"/>
            <c:spPr>
              <a:solidFill>
                <a:srgbClr val="FF5A5F"/>
              </a:solidFill>
              <a:effectLst/>
            </c:spPr>
          </c:dPt>
          <c:dPt>
            <c:idx val="155"/>
            <c:invertIfNegative val="0"/>
            <c:bubble3D val="0"/>
            <c:spPr>
              <a:solidFill>
                <a:srgbClr val="FF5A5F"/>
              </a:solidFill>
              <a:effectLst/>
            </c:spPr>
          </c:dPt>
          <c:dPt>
            <c:idx val="156"/>
            <c:invertIfNegative val="0"/>
            <c:bubble3D val="0"/>
            <c:spPr>
              <a:solidFill>
                <a:srgbClr val="FF5A5F"/>
              </a:solidFill>
              <a:effectLst/>
            </c:spPr>
          </c:dPt>
          <c:dPt>
            <c:idx val="157"/>
            <c:invertIfNegative val="0"/>
            <c:bubble3D val="0"/>
            <c:spPr>
              <a:solidFill>
                <a:srgbClr val="5AA9E6"/>
              </a:solidFill>
              <a:effectLst/>
            </c:spPr>
          </c:dPt>
          <c:dPt>
            <c:idx val="158"/>
            <c:invertIfNegative val="0"/>
            <c:bubble3D val="0"/>
            <c:spPr>
              <a:solidFill>
                <a:srgbClr val="FF5A5F"/>
              </a:solidFill>
              <a:effectLst/>
            </c:spPr>
          </c:dPt>
          <c:dPt>
            <c:idx val="159"/>
            <c:invertIfNegative val="0"/>
            <c:bubble3D val="0"/>
            <c:spPr>
              <a:solidFill>
                <a:srgbClr val="FF5A5F"/>
              </a:solidFill>
              <a:effectLst/>
            </c:spPr>
          </c:dPt>
          <c:dPt>
            <c:idx val="160"/>
            <c:invertIfNegative val="0"/>
            <c:bubble3D val="0"/>
            <c:spPr>
              <a:solidFill>
                <a:srgbClr val="FF5A5F"/>
              </a:solidFill>
              <a:effectLst/>
            </c:spPr>
          </c:dPt>
          <c:dPt>
            <c:idx val="161"/>
            <c:invertIfNegative val="0"/>
            <c:bubble3D val="0"/>
            <c:spPr>
              <a:solidFill>
                <a:srgbClr val="5AA9E6"/>
              </a:solidFill>
              <a:effectLst/>
            </c:spPr>
          </c:dPt>
          <c:dPt>
            <c:idx val="162"/>
            <c:invertIfNegative val="0"/>
            <c:bubble3D val="0"/>
            <c:spPr>
              <a:solidFill>
                <a:srgbClr val="5AA9E6"/>
              </a:solidFill>
              <a:effectLst/>
            </c:spPr>
          </c:dPt>
          <c:dPt>
            <c:idx val="163"/>
            <c:invertIfNegative val="0"/>
            <c:bubble3D val="0"/>
            <c:spPr>
              <a:solidFill>
                <a:srgbClr val="FF5A5F"/>
              </a:solidFill>
              <a:effectLst/>
            </c:spPr>
          </c:dPt>
          <c:dPt>
            <c:idx val="164"/>
            <c:invertIfNegative val="0"/>
            <c:bubble3D val="0"/>
            <c:spPr>
              <a:solidFill>
                <a:srgbClr val="5AA9E6"/>
              </a:solidFill>
              <a:effectLst/>
            </c:spPr>
          </c:dPt>
          <c:dPt>
            <c:idx val="165"/>
            <c:invertIfNegative val="0"/>
            <c:bubble3D val="0"/>
            <c:spPr>
              <a:solidFill>
                <a:srgbClr val="FF5A5F"/>
              </a:solidFill>
              <a:effectLst/>
            </c:spPr>
          </c:dPt>
          <c:dPt>
            <c:idx val="166"/>
            <c:invertIfNegative val="0"/>
            <c:bubble3D val="0"/>
            <c:spPr>
              <a:solidFill>
                <a:srgbClr val="5AA9E6"/>
              </a:solidFill>
              <a:effectLst/>
            </c:spPr>
          </c:dPt>
          <c:dPt>
            <c:idx val="167"/>
            <c:invertIfNegative val="0"/>
            <c:bubble3D val="0"/>
            <c:spPr>
              <a:solidFill>
                <a:srgbClr val="FF5A5F"/>
              </a:solidFill>
              <a:effectLst/>
            </c:spPr>
          </c:dPt>
          <c:dPt>
            <c:idx val="168"/>
            <c:invertIfNegative val="0"/>
            <c:bubble3D val="0"/>
            <c:spPr>
              <a:solidFill>
                <a:srgbClr val="5AA9E6"/>
              </a:solidFill>
              <a:effectLst/>
            </c:spPr>
          </c:dPt>
          <c:dPt>
            <c:idx val="169"/>
            <c:invertIfNegative val="0"/>
            <c:bubble3D val="0"/>
            <c:spPr>
              <a:solidFill>
                <a:srgbClr val="FF5A5F"/>
              </a:solidFill>
              <a:effectLst/>
            </c:spPr>
          </c:dPt>
          <c:dPt>
            <c:idx val="170"/>
            <c:invertIfNegative val="0"/>
            <c:bubble3D val="0"/>
            <c:spPr>
              <a:solidFill>
                <a:srgbClr val="FF5A5F"/>
              </a:solidFill>
              <a:effectLst/>
            </c:spPr>
          </c:dPt>
          <c:dPt>
            <c:idx val="171"/>
            <c:invertIfNegative val="0"/>
            <c:bubble3D val="0"/>
            <c:spPr>
              <a:solidFill>
                <a:srgbClr val="5AA9E6"/>
              </a:solidFill>
              <a:effectLst/>
            </c:spPr>
          </c:dPt>
          <c:dPt>
            <c:idx val="172"/>
            <c:invertIfNegative val="0"/>
            <c:bubble3D val="0"/>
            <c:spPr>
              <a:solidFill>
                <a:srgbClr val="FF5A5F"/>
              </a:solidFill>
              <a:effectLst/>
            </c:spPr>
          </c:dPt>
          <c:dPt>
            <c:idx val="173"/>
            <c:invertIfNegative val="0"/>
            <c:bubble3D val="0"/>
            <c:spPr>
              <a:solidFill>
                <a:srgbClr val="FF5A5F"/>
              </a:solidFill>
              <a:effectLst/>
            </c:spPr>
          </c:dPt>
          <c:dPt>
            <c:idx val="174"/>
            <c:invertIfNegative val="0"/>
            <c:bubble3D val="0"/>
            <c:spPr>
              <a:solidFill>
                <a:srgbClr val="FF5A5F"/>
              </a:solidFill>
              <a:effectLst/>
            </c:spPr>
          </c:dPt>
          <c:dPt>
            <c:idx val="175"/>
            <c:invertIfNegative val="0"/>
            <c:bubble3D val="0"/>
            <c:spPr>
              <a:solidFill>
                <a:srgbClr val="5AA9E6"/>
              </a:solidFill>
              <a:effectLst/>
            </c:spPr>
          </c:dPt>
          <c:dPt>
            <c:idx val="176"/>
            <c:invertIfNegative val="0"/>
            <c:bubble3D val="0"/>
            <c:spPr>
              <a:solidFill>
                <a:srgbClr val="FF5A5F"/>
              </a:solidFill>
              <a:effectLst/>
            </c:spPr>
          </c:dPt>
          <c:dPt>
            <c:idx val="177"/>
            <c:invertIfNegative val="0"/>
            <c:bubble3D val="0"/>
            <c:spPr>
              <a:solidFill>
                <a:srgbClr val="FF5A5F"/>
              </a:solidFill>
              <a:effectLst/>
            </c:spPr>
          </c:dPt>
          <c:dPt>
            <c:idx val="178"/>
            <c:invertIfNegative val="0"/>
            <c:bubble3D val="0"/>
            <c:spPr>
              <a:solidFill>
                <a:srgbClr val="FF5A5F"/>
              </a:solidFill>
              <a:effectLst/>
            </c:spPr>
          </c:dPt>
          <c:dPt>
            <c:idx val="179"/>
            <c:invertIfNegative val="0"/>
            <c:bubble3D val="0"/>
            <c:spPr>
              <a:solidFill>
                <a:srgbClr val="FF5A5F"/>
              </a:solidFill>
              <a:effectLst/>
            </c:spPr>
          </c:dPt>
          <c:dPt>
            <c:idx val="180"/>
            <c:invertIfNegative val="0"/>
            <c:bubble3D val="0"/>
            <c:spPr>
              <a:solidFill>
                <a:srgbClr val="5AA9E6"/>
              </a:solidFill>
              <a:effectLst/>
            </c:spPr>
          </c:dPt>
          <c:dPt>
            <c:idx val="181"/>
            <c:invertIfNegative val="0"/>
            <c:bubble3D val="0"/>
            <c:spPr>
              <a:solidFill>
                <a:srgbClr val="FF5A5F"/>
              </a:solidFill>
              <a:effectLst/>
            </c:spPr>
          </c:dPt>
          <c:dPt>
            <c:idx val="182"/>
            <c:invertIfNegative val="0"/>
            <c:bubble3D val="0"/>
            <c:spPr>
              <a:solidFill>
                <a:srgbClr val="5AA9E6"/>
              </a:solidFill>
              <a:effectLst/>
            </c:spPr>
          </c:dPt>
          <c:dPt>
            <c:idx val="183"/>
            <c:invertIfNegative val="0"/>
            <c:bubble3D val="0"/>
            <c:spPr>
              <a:solidFill>
                <a:srgbClr val="FF5A5F"/>
              </a:solidFill>
              <a:effectLst/>
            </c:spPr>
          </c:dPt>
          <c:dPt>
            <c:idx val="184"/>
            <c:invertIfNegative val="0"/>
            <c:bubble3D val="0"/>
            <c:spPr>
              <a:solidFill>
                <a:srgbClr val="FF5A5F"/>
              </a:solidFill>
              <a:effectLst/>
            </c:spPr>
          </c:dPt>
          <c:dPt>
            <c:idx val="185"/>
            <c:invertIfNegative val="0"/>
            <c:bubble3D val="0"/>
            <c:spPr>
              <a:solidFill>
                <a:srgbClr val="FF5A5F"/>
              </a:solidFill>
              <a:effectLst/>
            </c:spPr>
          </c:dPt>
          <c:dPt>
            <c:idx val="186"/>
            <c:invertIfNegative val="0"/>
            <c:bubble3D val="0"/>
            <c:spPr>
              <a:solidFill>
                <a:srgbClr val="FF5A5F"/>
              </a:solidFill>
              <a:effectLst/>
            </c:spPr>
          </c:dPt>
          <c:dPt>
            <c:idx val="187"/>
            <c:invertIfNegative val="0"/>
            <c:bubble3D val="0"/>
            <c:spPr>
              <a:solidFill>
                <a:srgbClr val="FF5A5F"/>
              </a:solidFill>
              <a:effectLst/>
            </c:spPr>
          </c:dPt>
          <c:dPt>
            <c:idx val="188"/>
            <c:invertIfNegative val="0"/>
            <c:bubble3D val="0"/>
            <c:spPr>
              <a:solidFill>
                <a:srgbClr val="5AA9E6"/>
              </a:solidFill>
              <a:effectLst/>
            </c:spPr>
          </c:dPt>
          <c:dPt>
            <c:idx val="189"/>
            <c:invertIfNegative val="0"/>
            <c:bubble3D val="0"/>
            <c:spPr>
              <a:solidFill>
                <a:srgbClr val="FF5A5F"/>
              </a:solidFill>
              <a:effectLst/>
            </c:spPr>
          </c:dPt>
          <c:dPt>
            <c:idx val="190"/>
            <c:invertIfNegative val="0"/>
            <c:bubble3D val="0"/>
            <c:spPr>
              <a:solidFill>
                <a:srgbClr val="5AA9E6"/>
              </a:solidFill>
              <a:effectLst/>
            </c:spPr>
          </c:dPt>
          <c:dPt>
            <c:idx val="191"/>
            <c:invertIfNegative val="0"/>
            <c:bubble3D val="0"/>
            <c:spPr>
              <a:solidFill>
                <a:srgbClr val="FF5A5F"/>
              </a:solidFill>
              <a:effectLst/>
            </c:spPr>
          </c:dPt>
          <c:dPt>
            <c:idx val="192"/>
            <c:invertIfNegative val="0"/>
            <c:bubble3D val="0"/>
            <c:spPr>
              <a:solidFill>
                <a:srgbClr val="FF5A5F"/>
              </a:solidFill>
              <a:effectLst/>
            </c:spPr>
          </c:dPt>
          <c:dPt>
            <c:idx val="193"/>
            <c:invertIfNegative val="0"/>
            <c:bubble3D val="0"/>
            <c:spPr>
              <a:solidFill>
                <a:srgbClr val="5AA9E6"/>
              </a:solidFill>
              <a:effectLst/>
            </c:spPr>
          </c:dPt>
          <c:dPt>
            <c:idx val="194"/>
            <c:invertIfNegative val="0"/>
            <c:bubble3D val="0"/>
            <c:spPr>
              <a:solidFill>
                <a:srgbClr val="5AA9E6"/>
              </a:solidFill>
              <a:effectLst/>
            </c:spPr>
          </c:dPt>
          <c:dPt>
            <c:idx val="195"/>
            <c:invertIfNegative val="0"/>
            <c:bubble3D val="0"/>
            <c:spPr>
              <a:solidFill>
                <a:srgbClr val="FF5A5F"/>
              </a:solidFill>
              <a:effectLst/>
            </c:spPr>
          </c:dPt>
          <c:dPt>
            <c:idx val="196"/>
            <c:invertIfNegative val="0"/>
            <c:bubble3D val="0"/>
            <c:spPr>
              <a:solidFill>
                <a:srgbClr val="5AA9E6"/>
              </a:solidFill>
              <a:effectLst/>
            </c:spPr>
          </c:dPt>
          <c:dPt>
            <c:idx val="197"/>
            <c:invertIfNegative val="0"/>
            <c:bubble3D val="0"/>
            <c:spPr>
              <a:solidFill>
                <a:srgbClr val="5AA9E6"/>
              </a:solidFill>
              <a:effectLst/>
            </c:spPr>
          </c:dPt>
          <c:dPt>
            <c:idx val="198"/>
            <c:invertIfNegative val="0"/>
            <c:bubble3D val="0"/>
            <c:spPr>
              <a:solidFill>
                <a:srgbClr val="FF5A5F"/>
              </a:solidFill>
              <a:effectLst/>
            </c:spPr>
          </c:dPt>
          <c:dPt>
            <c:idx val="199"/>
            <c:invertIfNegative val="0"/>
            <c:bubble3D val="0"/>
            <c:spPr>
              <a:solidFill>
                <a:srgbClr val="5AA9E6"/>
              </a:solidFill>
              <a:effectLst/>
            </c:spPr>
          </c:dPt>
          <c:dPt>
            <c:idx val="200"/>
            <c:invertIfNegative val="0"/>
            <c:bubble3D val="0"/>
            <c:spPr>
              <a:solidFill>
                <a:srgbClr val="5AA9E6"/>
              </a:solidFill>
              <a:effectLst/>
            </c:spPr>
          </c:dPt>
          <c:dPt>
            <c:idx val="201"/>
            <c:invertIfNegative val="0"/>
            <c:bubble3D val="0"/>
            <c:spPr>
              <a:solidFill>
                <a:srgbClr val="FF5A5F"/>
              </a:solidFill>
              <a:effectLst/>
            </c:spPr>
          </c:dPt>
          <c:dPt>
            <c:idx val="202"/>
            <c:invertIfNegative val="0"/>
            <c:bubble3D val="0"/>
            <c:spPr>
              <a:solidFill>
                <a:srgbClr val="5AA9E6"/>
              </a:solidFill>
              <a:effectLst/>
            </c:spPr>
          </c:dPt>
          <c:dPt>
            <c:idx val="203"/>
            <c:invertIfNegative val="0"/>
            <c:bubble3D val="0"/>
            <c:spPr>
              <a:solidFill>
                <a:srgbClr val="5AA9E6"/>
              </a:solidFill>
              <a:effectLst/>
            </c:spPr>
          </c:dPt>
          <c:dPt>
            <c:idx val="204"/>
            <c:invertIfNegative val="0"/>
            <c:bubble3D val="0"/>
            <c:spPr>
              <a:solidFill>
                <a:srgbClr val="5AA9E6"/>
              </a:solidFill>
              <a:effectLst/>
            </c:spPr>
          </c:dPt>
          <c:dPt>
            <c:idx val="205"/>
            <c:invertIfNegative val="0"/>
            <c:bubble3D val="0"/>
            <c:spPr>
              <a:solidFill>
                <a:srgbClr val="FF5A5F"/>
              </a:solidFill>
              <a:effectLst/>
            </c:spPr>
          </c:dPt>
          <c:dPt>
            <c:idx val="206"/>
            <c:invertIfNegative val="0"/>
            <c:bubble3D val="0"/>
            <c:spPr>
              <a:solidFill>
                <a:srgbClr val="FF5A5F"/>
              </a:solidFill>
              <a:effectLst/>
            </c:spPr>
          </c:dPt>
          <c:dPt>
            <c:idx val="207"/>
            <c:invertIfNegative val="0"/>
            <c:bubble3D val="0"/>
            <c:spPr>
              <a:solidFill>
                <a:srgbClr val="FF5A5F"/>
              </a:solidFill>
              <a:effectLst/>
            </c:spPr>
          </c:dPt>
          <c:dPt>
            <c:idx val="208"/>
            <c:invertIfNegative val="0"/>
            <c:bubble3D val="0"/>
            <c:spPr>
              <a:solidFill>
                <a:srgbClr val="5AA9E6"/>
              </a:solidFill>
              <a:effectLst/>
            </c:spPr>
          </c:dPt>
          <c:dPt>
            <c:idx val="209"/>
            <c:invertIfNegative val="0"/>
            <c:bubble3D val="0"/>
            <c:spPr>
              <a:solidFill>
                <a:srgbClr val="5AA9E6"/>
              </a:solidFill>
              <a:effectLst/>
            </c:spPr>
          </c:dPt>
          <c:dPt>
            <c:idx val="210"/>
            <c:invertIfNegative val="0"/>
            <c:bubble3D val="0"/>
            <c:spPr>
              <a:solidFill>
                <a:srgbClr val="FF5A5F"/>
              </a:solidFill>
              <a:effectLst/>
            </c:spPr>
          </c:dPt>
          <c:dPt>
            <c:idx val="211"/>
            <c:invertIfNegative val="0"/>
            <c:bubble3D val="0"/>
            <c:spPr>
              <a:solidFill>
                <a:srgbClr val="5AA9E6"/>
              </a:solidFill>
              <a:effectLst/>
            </c:spPr>
          </c:dPt>
          <c:dPt>
            <c:idx val="212"/>
            <c:invertIfNegative val="0"/>
            <c:bubble3D val="0"/>
            <c:spPr>
              <a:solidFill>
                <a:srgbClr val="FF5A5F"/>
              </a:solidFill>
              <a:effectLst/>
            </c:spPr>
          </c:dPt>
          <c:dPt>
            <c:idx val="213"/>
            <c:invertIfNegative val="0"/>
            <c:bubble3D val="0"/>
            <c:spPr>
              <a:solidFill>
                <a:srgbClr val="FF5A5F"/>
              </a:solidFill>
              <a:effectLst/>
            </c:spPr>
          </c:dPt>
          <c:dPt>
            <c:idx val="214"/>
            <c:invertIfNegative val="0"/>
            <c:bubble3D val="0"/>
            <c:spPr>
              <a:solidFill>
                <a:srgbClr val="FF5A5F"/>
              </a:solidFill>
              <a:effectLst/>
            </c:spPr>
          </c:dPt>
          <c:dPt>
            <c:idx val="215"/>
            <c:invertIfNegative val="0"/>
            <c:bubble3D val="0"/>
            <c:spPr>
              <a:solidFill>
                <a:srgbClr val="FF5A5F"/>
              </a:solidFill>
              <a:effectLst/>
            </c:spPr>
          </c:dPt>
          <c:dPt>
            <c:idx val="216"/>
            <c:invertIfNegative val="0"/>
            <c:bubble3D val="0"/>
            <c:spPr>
              <a:solidFill>
                <a:srgbClr val="5AA9E6"/>
              </a:solidFill>
              <a:effectLst/>
            </c:spPr>
          </c:dPt>
          <c:dPt>
            <c:idx val="217"/>
            <c:invertIfNegative val="0"/>
            <c:bubble3D val="0"/>
            <c:spPr>
              <a:solidFill>
                <a:srgbClr val="FF5A5F"/>
              </a:solidFill>
              <a:effectLst/>
            </c:spPr>
          </c:dPt>
          <c:dPt>
            <c:idx val="218"/>
            <c:invertIfNegative val="0"/>
            <c:bubble3D val="0"/>
            <c:spPr>
              <a:solidFill>
                <a:srgbClr val="5AA9E6"/>
              </a:solidFill>
              <a:effectLst/>
            </c:spPr>
          </c:dPt>
          <c:dPt>
            <c:idx val="219"/>
            <c:invertIfNegative val="0"/>
            <c:bubble3D val="0"/>
            <c:spPr>
              <a:solidFill>
                <a:srgbClr val="5AA9E6"/>
              </a:solidFill>
              <a:effectLst/>
            </c:spPr>
          </c:dPt>
          <c:dPt>
            <c:idx val="220"/>
            <c:invertIfNegative val="0"/>
            <c:bubble3D val="0"/>
            <c:spPr>
              <a:solidFill>
                <a:srgbClr val="FF5A5F"/>
              </a:solidFill>
              <a:effectLst/>
            </c:spPr>
          </c:dPt>
          <c:dPt>
            <c:idx val="221"/>
            <c:invertIfNegative val="0"/>
            <c:bubble3D val="0"/>
            <c:spPr>
              <a:solidFill>
                <a:srgbClr val="5AA9E6"/>
              </a:solidFill>
              <a:effectLst/>
            </c:spPr>
          </c:dPt>
          <c:dPt>
            <c:idx val="222"/>
            <c:invertIfNegative val="0"/>
            <c:bubble3D val="0"/>
            <c:spPr>
              <a:solidFill>
                <a:srgbClr val="5AA9E6"/>
              </a:solidFill>
              <a:effectLst/>
            </c:spPr>
          </c:dPt>
          <c:dPt>
            <c:idx val="223"/>
            <c:invertIfNegative val="0"/>
            <c:bubble3D val="0"/>
            <c:spPr>
              <a:solidFill>
                <a:srgbClr val="5AA9E6"/>
              </a:solidFill>
              <a:effectLst/>
            </c:spPr>
          </c:dPt>
          <c:dPt>
            <c:idx val="224"/>
            <c:invertIfNegative val="0"/>
            <c:bubble3D val="0"/>
            <c:spPr>
              <a:solidFill>
                <a:srgbClr val="FF5A5F"/>
              </a:solidFill>
              <a:effectLst/>
            </c:spPr>
          </c:dPt>
          <c:dPt>
            <c:idx val="225"/>
            <c:invertIfNegative val="0"/>
            <c:bubble3D val="0"/>
            <c:spPr>
              <a:solidFill>
                <a:srgbClr val="5AA9E6"/>
              </a:solidFill>
              <a:effectLst/>
            </c:spPr>
          </c:dPt>
          <c:dPt>
            <c:idx val="226"/>
            <c:invertIfNegative val="0"/>
            <c:bubble3D val="0"/>
            <c:spPr>
              <a:solidFill>
                <a:srgbClr val="5AA9E6"/>
              </a:solidFill>
              <a:effectLst/>
            </c:spPr>
          </c:dPt>
          <c:dPt>
            <c:idx val="227"/>
            <c:invertIfNegative val="0"/>
            <c:bubble3D val="0"/>
            <c:spPr>
              <a:solidFill>
                <a:srgbClr val="5AA9E6"/>
              </a:solidFill>
              <a:effectLst/>
            </c:spPr>
          </c:dPt>
          <c:dPt>
            <c:idx val="228"/>
            <c:invertIfNegative val="0"/>
            <c:bubble3D val="0"/>
            <c:spPr>
              <a:solidFill>
                <a:srgbClr val="5AA9E6"/>
              </a:solidFill>
              <a:effectLst/>
            </c:spPr>
          </c:dPt>
          <c:dPt>
            <c:idx val="229"/>
            <c:invertIfNegative val="0"/>
            <c:bubble3D val="0"/>
            <c:spPr>
              <a:solidFill>
                <a:srgbClr val="5AA9E6"/>
              </a:solidFill>
              <a:effectLst/>
            </c:spPr>
          </c:dPt>
          <c:dPt>
            <c:idx val="230"/>
            <c:invertIfNegative val="0"/>
            <c:bubble3D val="0"/>
            <c:spPr>
              <a:solidFill>
                <a:srgbClr val="FF5A5F"/>
              </a:solidFill>
              <a:effectLst/>
            </c:spPr>
          </c:dPt>
          <c:dPt>
            <c:idx val="231"/>
            <c:invertIfNegative val="0"/>
            <c:bubble3D val="0"/>
            <c:spPr>
              <a:solidFill>
                <a:srgbClr val="FF5A5F"/>
              </a:solidFill>
              <a:effectLst/>
            </c:spPr>
          </c:dPt>
          <c:dPt>
            <c:idx val="232"/>
            <c:invertIfNegative val="0"/>
            <c:bubble3D val="0"/>
            <c:spPr>
              <a:solidFill>
                <a:srgbClr val="5AA9E6"/>
              </a:solidFill>
              <a:effectLst/>
            </c:spPr>
          </c:dPt>
          <c:dPt>
            <c:idx val="233"/>
            <c:invertIfNegative val="0"/>
            <c:bubble3D val="0"/>
            <c:spPr>
              <a:solidFill>
                <a:srgbClr val="5AA9E6"/>
              </a:solidFill>
              <a:effectLst/>
            </c:spPr>
          </c:dPt>
          <c:dPt>
            <c:idx val="234"/>
            <c:invertIfNegative val="0"/>
            <c:bubble3D val="0"/>
            <c:spPr>
              <a:solidFill>
                <a:srgbClr val="FF5A5F"/>
              </a:solidFill>
              <a:effectLst/>
            </c:spPr>
          </c:dPt>
          <c:dPt>
            <c:idx val="235"/>
            <c:invertIfNegative val="0"/>
            <c:bubble3D val="0"/>
            <c:spPr>
              <a:solidFill>
                <a:srgbClr val="5AA9E6"/>
              </a:solidFill>
              <a:effectLst/>
            </c:spPr>
          </c:dPt>
          <c:dPt>
            <c:idx val="236"/>
            <c:invertIfNegative val="0"/>
            <c:bubble3D val="0"/>
            <c:spPr>
              <a:solidFill>
                <a:srgbClr val="5AA9E6"/>
              </a:solidFill>
              <a:effectLst/>
            </c:spPr>
          </c:dPt>
          <c:dPt>
            <c:idx val="237"/>
            <c:invertIfNegative val="0"/>
            <c:bubble3D val="0"/>
            <c:spPr>
              <a:solidFill>
                <a:srgbClr val="FF5A5F"/>
              </a:solidFill>
              <a:effectLst/>
            </c:spPr>
          </c:dPt>
          <c:dPt>
            <c:idx val="238"/>
            <c:invertIfNegative val="0"/>
            <c:bubble3D val="0"/>
            <c:spPr>
              <a:solidFill>
                <a:srgbClr val="5AA9E6"/>
              </a:solidFill>
              <a:effectLst/>
            </c:spPr>
          </c:dPt>
          <c:dPt>
            <c:idx val="239"/>
            <c:invertIfNegative val="0"/>
            <c:bubble3D val="0"/>
            <c:spPr>
              <a:solidFill>
                <a:srgbClr val="5AA9E6"/>
              </a:solidFill>
              <a:effectLst/>
            </c:spPr>
          </c:dPt>
          <c:dPt>
            <c:idx val="240"/>
            <c:invertIfNegative val="0"/>
            <c:bubble3D val="0"/>
            <c:spPr>
              <a:solidFill>
                <a:srgbClr val="5AA9E6"/>
              </a:solidFill>
              <a:effectLst/>
            </c:spPr>
          </c:dPt>
          <c:dPt>
            <c:idx val="241"/>
            <c:invertIfNegative val="0"/>
            <c:bubble3D val="0"/>
            <c:spPr>
              <a:solidFill>
                <a:srgbClr val="FF5A5F"/>
              </a:solidFill>
              <a:effectLst/>
            </c:spPr>
          </c:dPt>
          <c:dPt>
            <c:idx val="242"/>
            <c:invertIfNegative val="0"/>
            <c:bubble3D val="0"/>
            <c:spPr>
              <a:solidFill>
                <a:srgbClr val="5AA9E6"/>
              </a:solidFill>
              <a:effectLst/>
            </c:spPr>
          </c:dPt>
          <c:dPt>
            <c:idx val="243"/>
            <c:invertIfNegative val="0"/>
            <c:bubble3D val="0"/>
            <c:spPr>
              <a:solidFill>
                <a:srgbClr val="FF5A5F"/>
              </a:solidFill>
              <a:effectLst/>
            </c:spPr>
          </c:dPt>
          <c:dPt>
            <c:idx val="244"/>
            <c:invertIfNegative val="0"/>
            <c:bubble3D val="0"/>
            <c:spPr>
              <a:solidFill>
                <a:srgbClr val="5AA9E6"/>
              </a:solidFill>
              <a:effectLst/>
            </c:spPr>
          </c:dPt>
          <c:dPt>
            <c:idx val="245"/>
            <c:invertIfNegative val="0"/>
            <c:bubble3D val="0"/>
            <c:spPr>
              <a:solidFill>
                <a:srgbClr val="FF5A5F"/>
              </a:solidFill>
              <a:effectLst/>
            </c:spPr>
          </c:dPt>
          <c:dPt>
            <c:idx val="246"/>
            <c:invertIfNegative val="0"/>
            <c:bubble3D val="0"/>
            <c:spPr>
              <a:solidFill>
                <a:srgbClr val="5AA9E6"/>
              </a:solidFill>
              <a:effectLst/>
            </c:spPr>
          </c:dPt>
          <c:dPt>
            <c:idx val="247"/>
            <c:invertIfNegative val="0"/>
            <c:bubble3D val="0"/>
            <c:spPr>
              <a:solidFill>
                <a:srgbClr val="5AA9E6"/>
              </a:solidFill>
              <a:effectLst/>
            </c:spPr>
          </c:dPt>
          <c:dPt>
            <c:idx val="248"/>
            <c:invertIfNegative val="0"/>
            <c:bubble3D val="0"/>
            <c:spPr>
              <a:solidFill>
                <a:srgbClr val="5AA9E6"/>
              </a:solidFill>
              <a:effectLst/>
            </c:spPr>
          </c:dPt>
          <c:dPt>
            <c:idx val="249"/>
            <c:invertIfNegative val="0"/>
            <c:bubble3D val="0"/>
            <c:spPr>
              <a:solidFill>
                <a:srgbClr val="FF5A5F"/>
              </a:solidFill>
              <a:effectLst/>
            </c:spPr>
          </c:dPt>
          <c:dPt>
            <c:idx val="250"/>
            <c:invertIfNegative val="0"/>
            <c:bubble3D val="0"/>
            <c:spPr>
              <a:solidFill>
                <a:srgbClr val="FF5A5F"/>
              </a:solidFill>
              <a:effectLst/>
            </c:spPr>
          </c:dPt>
          <c:dPt>
            <c:idx val="251"/>
            <c:invertIfNegative val="0"/>
            <c:bubble3D val="0"/>
            <c:spPr>
              <a:solidFill>
                <a:srgbClr val="5AA9E6"/>
              </a:solidFill>
              <a:effectLst/>
            </c:spPr>
          </c:dPt>
          <c:dPt>
            <c:idx val="252"/>
            <c:invertIfNegative val="0"/>
            <c:bubble3D val="0"/>
            <c:spPr>
              <a:solidFill>
                <a:srgbClr val="FF5A5F"/>
              </a:solidFill>
              <a:effectLst/>
            </c:spPr>
          </c:dPt>
          <c:dPt>
            <c:idx val="253"/>
            <c:invertIfNegative val="0"/>
            <c:bubble3D val="0"/>
            <c:spPr>
              <a:solidFill>
                <a:srgbClr val="5AA9E6"/>
              </a:solidFill>
              <a:effectLst/>
            </c:spPr>
          </c:dPt>
          <c:dPt>
            <c:idx val="254"/>
            <c:invertIfNegative val="0"/>
            <c:bubble3D val="0"/>
            <c:spPr>
              <a:solidFill>
                <a:srgbClr val="FF5A5F"/>
              </a:solidFill>
              <a:effectLst/>
            </c:spPr>
          </c:dPt>
          <c:dPt>
            <c:idx val="255"/>
            <c:invertIfNegative val="0"/>
            <c:bubble3D val="0"/>
            <c:spPr>
              <a:solidFill>
                <a:srgbClr val="5AA9E6"/>
              </a:solidFill>
              <a:effectLst/>
            </c:spPr>
          </c:dPt>
          <c:dPt>
            <c:idx val="256"/>
            <c:invertIfNegative val="0"/>
            <c:bubble3D val="0"/>
            <c:spPr>
              <a:solidFill>
                <a:srgbClr val="5AA9E6"/>
              </a:solidFill>
              <a:effectLst/>
            </c:spPr>
          </c:dPt>
          <c:dPt>
            <c:idx val="257"/>
            <c:invertIfNegative val="0"/>
            <c:bubble3D val="0"/>
            <c:spPr>
              <a:solidFill>
                <a:srgbClr val="5AA9E6"/>
              </a:solidFill>
              <a:effectLst/>
            </c:spPr>
          </c:dPt>
          <c:dPt>
            <c:idx val="258"/>
            <c:invertIfNegative val="0"/>
            <c:bubble3D val="0"/>
            <c:spPr>
              <a:solidFill>
                <a:srgbClr val="FF5A5F"/>
              </a:solidFill>
              <a:effectLst/>
            </c:spPr>
          </c:dPt>
          <c:dPt>
            <c:idx val="259"/>
            <c:invertIfNegative val="0"/>
            <c:bubble3D val="0"/>
            <c:spPr>
              <a:solidFill>
                <a:srgbClr val="5AA9E6"/>
              </a:solidFill>
              <a:effectLst/>
            </c:spPr>
          </c:dPt>
          <c:dPt>
            <c:idx val="260"/>
            <c:invertIfNegative val="0"/>
            <c:bubble3D val="0"/>
            <c:spPr>
              <a:solidFill>
                <a:srgbClr val="FF5A5F"/>
              </a:solidFill>
              <a:effectLst/>
            </c:spPr>
          </c:dPt>
          <c:dPt>
            <c:idx val="261"/>
            <c:invertIfNegative val="0"/>
            <c:bubble3D val="0"/>
            <c:spPr>
              <a:solidFill>
                <a:srgbClr val="FF5A5F"/>
              </a:solidFill>
              <a:effectLst/>
            </c:spPr>
          </c:dPt>
          <c:dPt>
            <c:idx val="262"/>
            <c:invertIfNegative val="0"/>
            <c:bubble3D val="0"/>
            <c:spPr>
              <a:solidFill>
                <a:srgbClr val="FF5A5F"/>
              </a:solidFill>
              <a:effectLst/>
            </c:spPr>
          </c:dPt>
          <c:dPt>
            <c:idx val="263"/>
            <c:invertIfNegative val="0"/>
            <c:bubble3D val="0"/>
            <c:spPr>
              <a:solidFill>
                <a:srgbClr val="5AA9E6"/>
              </a:solidFill>
              <a:effectLst/>
            </c:spPr>
          </c:dPt>
          <c:dPt>
            <c:idx val="264"/>
            <c:invertIfNegative val="0"/>
            <c:bubble3D val="0"/>
            <c:spPr>
              <a:solidFill>
                <a:srgbClr val="5AA9E6"/>
              </a:solidFill>
              <a:effectLst/>
            </c:spPr>
          </c:dPt>
          <c:dPt>
            <c:idx val="265"/>
            <c:invertIfNegative val="0"/>
            <c:bubble3D val="0"/>
            <c:spPr>
              <a:solidFill>
                <a:srgbClr val="5AA9E6"/>
              </a:solidFill>
              <a:effectLst/>
            </c:spPr>
          </c:dPt>
          <c:dPt>
            <c:idx val="266"/>
            <c:invertIfNegative val="0"/>
            <c:bubble3D val="0"/>
            <c:spPr>
              <a:solidFill>
                <a:srgbClr val="FF5A5F"/>
              </a:solidFill>
              <a:effectLst/>
            </c:spPr>
          </c:dPt>
          <c:dPt>
            <c:idx val="267"/>
            <c:invertIfNegative val="0"/>
            <c:bubble3D val="0"/>
            <c:spPr>
              <a:solidFill>
                <a:srgbClr val="5AA9E6"/>
              </a:solidFill>
              <a:effectLst/>
            </c:spPr>
          </c:dPt>
          <c:dPt>
            <c:idx val="268"/>
            <c:invertIfNegative val="0"/>
            <c:bubble3D val="0"/>
            <c:spPr>
              <a:solidFill>
                <a:srgbClr val="5AA9E6"/>
              </a:solidFill>
              <a:effectLst/>
            </c:spPr>
          </c:dPt>
          <c:dPt>
            <c:idx val="269"/>
            <c:invertIfNegative val="0"/>
            <c:bubble3D val="0"/>
            <c:spPr>
              <a:solidFill>
                <a:srgbClr val="5AA9E6"/>
              </a:solidFill>
              <a:effectLst/>
            </c:spPr>
          </c:dPt>
          <c:dPt>
            <c:idx val="270"/>
            <c:invertIfNegative val="0"/>
            <c:bubble3D val="0"/>
            <c:spPr>
              <a:solidFill>
                <a:srgbClr val="5AA9E6"/>
              </a:solidFill>
              <a:effectLst/>
            </c:spPr>
          </c:dPt>
          <c:dPt>
            <c:idx val="271"/>
            <c:invertIfNegative val="0"/>
            <c:bubble3D val="0"/>
            <c:spPr>
              <a:solidFill>
                <a:srgbClr val="FF5A5F"/>
              </a:solidFill>
              <a:effectLst/>
            </c:spPr>
          </c:dPt>
          <c:dPt>
            <c:idx val="272"/>
            <c:invertIfNegative val="0"/>
            <c:bubble3D val="0"/>
            <c:spPr>
              <a:solidFill>
                <a:srgbClr val="5AA9E6"/>
              </a:solidFill>
              <a:effectLst/>
            </c:spPr>
          </c:dPt>
          <c:dPt>
            <c:idx val="273"/>
            <c:invertIfNegative val="0"/>
            <c:bubble3D val="0"/>
            <c:spPr>
              <a:solidFill>
                <a:srgbClr val="5AA9E6"/>
              </a:solidFill>
              <a:effectLst/>
            </c:spPr>
          </c:dPt>
          <c:dPt>
            <c:idx val="274"/>
            <c:invertIfNegative val="0"/>
            <c:bubble3D val="0"/>
            <c:spPr>
              <a:solidFill>
                <a:srgbClr val="5AA9E6"/>
              </a:solidFill>
              <a:effectLst/>
            </c:spPr>
          </c:dPt>
          <c:dPt>
            <c:idx val="275"/>
            <c:invertIfNegative val="0"/>
            <c:bubble3D val="0"/>
            <c:spPr>
              <a:solidFill>
                <a:srgbClr val="5AA9E6"/>
              </a:solidFill>
              <a:effectLst/>
            </c:spPr>
          </c:dPt>
          <c:dPt>
            <c:idx val="276"/>
            <c:invertIfNegative val="0"/>
            <c:bubble3D val="0"/>
            <c:spPr>
              <a:solidFill>
                <a:srgbClr val="5AA9E6"/>
              </a:solidFill>
              <a:effectLst/>
            </c:spPr>
          </c:dPt>
          <c:dPt>
            <c:idx val="277"/>
            <c:invertIfNegative val="0"/>
            <c:bubble3D val="0"/>
            <c:spPr>
              <a:solidFill>
                <a:srgbClr val="5AA9E6"/>
              </a:solidFill>
              <a:effectLst/>
            </c:spPr>
          </c:dPt>
          <c:dPt>
            <c:idx val="278"/>
            <c:invertIfNegative val="0"/>
            <c:bubble3D val="0"/>
            <c:spPr>
              <a:solidFill>
                <a:srgbClr val="FF5A5F"/>
              </a:solidFill>
              <a:effectLst/>
            </c:spPr>
          </c:dPt>
          <c:dPt>
            <c:idx val="279"/>
            <c:invertIfNegative val="0"/>
            <c:bubble3D val="0"/>
            <c:spPr>
              <a:solidFill>
                <a:srgbClr val="FF5A5F"/>
              </a:solidFill>
              <a:effectLst/>
            </c:spPr>
          </c:dPt>
          <c:dPt>
            <c:idx val="280"/>
            <c:invertIfNegative val="0"/>
            <c:bubble3D val="0"/>
            <c:spPr>
              <a:solidFill>
                <a:srgbClr val="5AA9E6"/>
              </a:solidFill>
              <a:effectLst/>
            </c:spPr>
          </c:dPt>
          <c:dPt>
            <c:idx val="281"/>
            <c:invertIfNegative val="0"/>
            <c:bubble3D val="0"/>
            <c:spPr>
              <a:solidFill>
                <a:srgbClr val="5AA9E6"/>
              </a:solidFill>
              <a:effectLst/>
            </c:spPr>
          </c:dPt>
          <c:dPt>
            <c:idx val="282"/>
            <c:invertIfNegative val="0"/>
            <c:bubble3D val="0"/>
            <c:spPr>
              <a:solidFill>
                <a:srgbClr val="FF5A5F"/>
              </a:solidFill>
              <a:effectLst/>
            </c:spPr>
          </c:dPt>
          <c:dPt>
            <c:idx val="283"/>
            <c:invertIfNegative val="0"/>
            <c:bubble3D val="0"/>
            <c:spPr>
              <a:solidFill>
                <a:srgbClr val="FF5A5F"/>
              </a:solidFill>
              <a:effectLst/>
            </c:spPr>
          </c:dPt>
          <c:dPt>
            <c:idx val="284"/>
            <c:invertIfNegative val="0"/>
            <c:bubble3D val="0"/>
            <c:spPr>
              <a:solidFill>
                <a:srgbClr val="5AA9E6"/>
              </a:solidFill>
              <a:effectLst/>
            </c:spPr>
          </c:dPt>
          <c:dPt>
            <c:idx val="285"/>
            <c:invertIfNegative val="0"/>
            <c:bubble3D val="0"/>
            <c:spPr>
              <a:solidFill>
                <a:srgbClr val="5AA9E6"/>
              </a:solidFill>
              <a:effectLst/>
            </c:spPr>
          </c:dPt>
          <c:dPt>
            <c:idx val="286"/>
            <c:invertIfNegative val="0"/>
            <c:bubble3D val="0"/>
            <c:spPr>
              <a:solidFill>
                <a:srgbClr val="FF5A5F"/>
              </a:solidFill>
              <a:effectLst/>
            </c:spPr>
          </c:dPt>
          <c:dPt>
            <c:idx val="287"/>
            <c:invertIfNegative val="0"/>
            <c:bubble3D val="0"/>
            <c:spPr>
              <a:solidFill>
                <a:srgbClr val="5AA9E6"/>
              </a:solidFill>
              <a:effectLst/>
            </c:spPr>
          </c:dPt>
          <c:dPt>
            <c:idx val="288"/>
            <c:invertIfNegative val="0"/>
            <c:bubble3D val="0"/>
            <c:spPr>
              <a:solidFill>
                <a:srgbClr val="5AA9E6"/>
              </a:solidFill>
              <a:effectLst/>
            </c:spPr>
          </c:dPt>
          <c:dPt>
            <c:idx val="289"/>
            <c:invertIfNegative val="0"/>
            <c:bubble3D val="0"/>
            <c:spPr>
              <a:solidFill>
                <a:srgbClr val="5AA9E6"/>
              </a:solidFill>
              <a:effectLst/>
            </c:spPr>
          </c:dPt>
          <c:dPt>
            <c:idx val="290"/>
            <c:invertIfNegative val="0"/>
            <c:bubble3D val="0"/>
            <c:spPr>
              <a:solidFill>
                <a:srgbClr val="5AA9E6"/>
              </a:solidFill>
              <a:effectLst/>
            </c:spPr>
          </c:dPt>
          <c:dPt>
            <c:idx val="291"/>
            <c:invertIfNegative val="0"/>
            <c:bubble3D val="0"/>
            <c:spPr>
              <a:solidFill>
                <a:srgbClr val="FF5A5F"/>
              </a:solidFill>
              <a:effectLst/>
            </c:spPr>
          </c:dPt>
          <c:dPt>
            <c:idx val="292"/>
            <c:invertIfNegative val="0"/>
            <c:bubble3D val="0"/>
            <c:spPr>
              <a:solidFill>
                <a:srgbClr val="5AA9E6"/>
              </a:solidFill>
              <a:effectLst/>
            </c:spPr>
          </c:dPt>
          <c:dPt>
            <c:idx val="293"/>
            <c:invertIfNegative val="0"/>
            <c:bubble3D val="0"/>
            <c:spPr>
              <a:solidFill>
                <a:srgbClr val="5AA9E6"/>
              </a:solidFill>
              <a:effectLst/>
            </c:spPr>
          </c:dPt>
          <c:dPt>
            <c:idx val="294"/>
            <c:invertIfNegative val="0"/>
            <c:bubble3D val="0"/>
            <c:spPr>
              <a:solidFill>
                <a:srgbClr val="5AA9E6"/>
              </a:solidFill>
              <a:effectLst/>
            </c:spPr>
          </c:dPt>
          <c:dPt>
            <c:idx val="295"/>
            <c:invertIfNegative val="0"/>
            <c:bubble3D val="0"/>
            <c:spPr>
              <a:solidFill>
                <a:srgbClr val="FF5A5F"/>
              </a:solidFill>
              <a:effectLst/>
            </c:spPr>
          </c:dPt>
          <c:dPt>
            <c:idx val="296"/>
            <c:invertIfNegative val="0"/>
            <c:bubble3D val="0"/>
            <c:spPr>
              <a:solidFill>
                <a:srgbClr val="FF5A5F"/>
              </a:solidFill>
              <a:effectLst/>
            </c:spPr>
          </c:dPt>
          <c:dPt>
            <c:idx val="297"/>
            <c:invertIfNegative val="0"/>
            <c:bubble3D val="0"/>
            <c:spPr>
              <a:solidFill>
                <a:srgbClr val="FF5A5F"/>
              </a:solidFill>
              <a:effectLst/>
            </c:spPr>
          </c:dPt>
          <c:dPt>
            <c:idx val="298"/>
            <c:invertIfNegative val="0"/>
            <c:bubble3D val="0"/>
            <c:spPr>
              <a:solidFill>
                <a:srgbClr val="FF5A5F"/>
              </a:solidFill>
              <a:effectLst/>
            </c:spPr>
          </c:dPt>
          <c:dPt>
            <c:idx val="299"/>
            <c:invertIfNegative val="0"/>
            <c:bubble3D val="0"/>
            <c:spPr>
              <a:solidFill>
                <a:srgbClr val="5AA9E6"/>
              </a:solidFill>
              <a:effectLst/>
            </c:spPr>
          </c:dPt>
          <c:dPt>
            <c:idx val="300"/>
            <c:invertIfNegative val="0"/>
            <c:bubble3D val="0"/>
            <c:spPr>
              <a:solidFill>
                <a:srgbClr val="FF5A5F"/>
              </a:solidFill>
              <a:effectLst/>
            </c:spPr>
          </c:dPt>
          <c:dPt>
            <c:idx val="301"/>
            <c:invertIfNegative val="0"/>
            <c:bubble3D val="0"/>
            <c:spPr>
              <a:solidFill>
                <a:srgbClr val="5AA9E6"/>
              </a:solidFill>
              <a:effectLst/>
            </c:spPr>
          </c:dPt>
          <c:dPt>
            <c:idx val="302"/>
            <c:invertIfNegative val="0"/>
            <c:bubble3D val="0"/>
            <c:spPr>
              <a:solidFill>
                <a:srgbClr val="FF5A5F"/>
              </a:solidFill>
              <a:effectLst/>
            </c:spPr>
          </c:dPt>
          <c:dPt>
            <c:idx val="303"/>
            <c:invertIfNegative val="0"/>
            <c:bubble3D val="0"/>
            <c:spPr>
              <a:solidFill>
                <a:srgbClr val="5AA9E6"/>
              </a:solidFill>
              <a:effectLst/>
            </c:spPr>
          </c:dPt>
          <c:dPt>
            <c:idx val="304"/>
            <c:invertIfNegative val="0"/>
            <c:bubble3D val="0"/>
            <c:spPr>
              <a:solidFill>
                <a:srgbClr val="5AA9E6"/>
              </a:solidFill>
              <a:effectLst/>
            </c:spPr>
          </c:dPt>
          <c:dPt>
            <c:idx val="305"/>
            <c:invertIfNegative val="0"/>
            <c:bubble3D val="0"/>
            <c:spPr>
              <a:solidFill>
                <a:srgbClr val="5AA9E6"/>
              </a:solidFill>
              <a:effectLst/>
            </c:spPr>
          </c:dPt>
          <c:dPt>
            <c:idx val="306"/>
            <c:invertIfNegative val="0"/>
            <c:bubble3D val="0"/>
            <c:spPr>
              <a:solidFill>
                <a:srgbClr val="FF5A5F"/>
              </a:solidFill>
              <a:effectLst/>
            </c:spPr>
          </c:dPt>
          <c:dPt>
            <c:idx val="307"/>
            <c:invertIfNegative val="0"/>
            <c:bubble3D val="0"/>
            <c:spPr>
              <a:solidFill>
                <a:srgbClr val="5AA9E6"/>
              </a:solidFill>
              <a:effectLst/>
            </c:spPr>
          </c:dPt>
          <c:dPt>
            <c:idx val="308"/>
            <c:invertIfNegative val="0"/>
            <c:bubble3D val="0"/>
            <c:spPr>
              <a:solidFill>
                <a:srgbClr val="FF5A5F"/>
              </a:solidFill>
              <a:effectLst/>
            </c:spPr>
          </c:dPt>
          <c:dPt>
            <c:idx val="309"/>
            <c:invertIfNegative val="0"/>
            <c:bubble3D val="0"/>
            <c:spPr>
              <a:solidFill>
                <a:srgbClr val="5AA9E6"/>
              </a:solidFill>
              <a:effectLst/>
            </c:spPr>
          </c:dPt>
          <c:dPt>
            <c:idx val="310"/>
            <c:invertIfNegative val="0"/>
            <c:bubble3D val="0"/>
            <c:spPr>
              <a:solidFill>
                <a:srgbClr val="FF5A5F"/>
              </a:solidFill>
              <a:effectLst/>
            </c:spPr>
          </c:dPt>
          <c:dPt>
            <c:idx val="311"/>
            <c:invertIfNegative val="0"/>
            <c:bubble3D val="0"/>
            <c:spPr>
              <a:solidFill>
                <a:srgbClr val="5AA9E6"/>
              </a:solidFill>
              <a:effectLst/>
            </c:spPr>
          </c:dPt>
          <c:dPt>
            <c:idx val="312"/>
            <c:invertIfNegative val="0"/>
            <c:bubble3D val="0"/>
            <c:spPr>
              <a:solidFill>
                <a:srgbClr val="FF5A5F"/>
              </a:solidFill>
              <a:effectLst/>
            </c:spPr>
          </c:dPt>
          <c:dPt>
            <c:idx val="313"/>
            <c:invertIfNegative val="0"/>
            <c:bubble3D val="0"/>
            <c:spPr>
              <a:solidFill>
                <a:srgbClr val="5AA9E6"/>
              </a:solidFill>
              <a:effectLst/>
            </c:spPr>
          </c:dPt>
          <c:dPt>
            <c:idx val="314"/>
            <c:invertIfNegative val="0"/>
            <c:bubble3D val="0"/>
            <c:spPr>
              <a:solidFill>
                <a:srgbClr val="5AA9E6"/>
              </a:solidFill>
              <a:effectLst/>
            </c:spPr>
          </c:dPt>
          <c:dPt>
            <c:idx val="315"/>
            <c:invertIfNegative val="0"/>
            <c:bubble3D val="0"/>
            <c:spPr>
              <a:solidFill>
                <a:srgbClr val="5AA9E6"/>
              </a:solidFill>
              <a:effectLst/>
            </c:spPr>
          </c:dPt>
          <c:dPt>
            <c:idx val="316"/>
            <c:invertIfNegative val="0"/>
            <c:bubble3D val="0"/>
            <c:spPr>
              <a:solidFill>
                <a:srgbClr val="5AA9E6"/>
              </a:solidFill>
              <a:effectLst/>
            </c:spPr>
          </c:dPt>
          <c:dPt>
            <c:idx val="317"/>
            <c:invertIfNegative val="0"/>
            <c:bubble3D val="0"/>
            <c:spPr>
              <a:solidFill>
                <a:srgbClr val="FF5A5F"/>
              </a:solidFill>
              <a:effectLst/>
            </c:spPr>
          </c:dPt>
          <c:dPt>
            <c:idx val="318"/>
            <c:invertIfNegative val="0"/>
            <c:bubble3D val="0"/>
            <c:spPr>
              <a:solidFill>
                <a:srgbClr val="5AA9E6"/>
              </a:solidFill>
              <a:effectLst/>
            </c:spPr>
          </c:dPt>
          <c:dPt>
            <c:idx val="319"/>
            <c:invertIfNegative val="0"/>
            <c:bubble3D val="0"/>
            <c:spPr>
              <a:solidFill>
                <a:srgbClr val="FF5A5F"/>
              </a:solidFill>
              <a:effectLst/>
            </c:spPr>
          </c:dPt>
          <c:dPt>
            <c:idx val="320"/>
            <c:invertIfNegative val="0"/>
            <c:bubble3D val="0"/>
            <c:spPr>
              <a:solidFill>
                <a:srgbClr val="5AA9E6"/>
              </a:solidFill>
              <a:effectLst/>
            </c:spPr>
          </c:dPt>
          <c:dPt>
            <c:idx val="321"/>
            <c:invertIfNegative val="0"/>
            <c:bubble3D val="0"/>
            <c:spPr>
              <a:solidFill>
                <a:srgbClr val="FF5A5F"/>
              </a:solidFill>
              <a:effectLst/>
            </c:spPr>
          </c:dPt>
          <c:dPt>
            <c:idx val="322"/>
            <c:invertIfNegative val="0"/>
            <c:bubble3D val="0"/>
            <c:spPr>
              <a:solidFill>
                <a:srgbClr val="5AA9E6"/>
              </a:solidFill>
              <a:effectLst/>
            </c:spPr>
          </c:dPt>
          <c:dPt>
            <c:idx val="323"/>
            <c:invertIfNegative val="0"/>
            <c:bubble3D val="0"/>
            <c:spPr>
              <a:solidFill>
                <a:srgbClr val="5AA9E6"/>
              </a:solidFill>
              <a:effectLst/>
            </c:spPr>
          </c:dPt>
          <c:dPt>
            <c:idx val="324"/>
            <c:invertIfNegative val="0"/>
            <c:bubble3D val="0"/>
            <c:spPr>
              <a:solidFill>
                <a:srgbClr val="FF5A5F"/>
              </a:solidFill>
              <a:effectLst/>
            </c:spPr>
          </c:dPt>
          <c:dPt>
            <c:idx val="325"/>
            <c:invertIfNegative val="0"/>
            <c:bubble3D val="0"/>
            <c:spPr>
              <a:solidFill>
                <a:srgbClr val="5AA9E6"/>
              </a:solidFill>
              <a:effectLst/>
            </c:spPr>
          </c:dPt>
          <c:dPt>
            <c:idx val="326"/>
            <c:invertIfNegative val="0"/>
            <c:bubble3D val="0"/>
            <c:spPr>
              <a:solidFill>
                <a:srgbClr val="FF5A5F"/>
              </a:solidFill>
              <a:effectLst/>
            </c:spPr>
          </c:dPt>
          <c:dPt>
            <c:idx val="327"/>
            <c:invertIfNegative val="0"/>
            <c:bubble3D val="0"/>
            <c:spPr>
              <a:solidFill>
                <a:srgbClr val="FF5A5F"/>
              </a:solidFill>
              <a:effectLst/>
            </c:spPr>
          </c:dPt>
          <c:dPt>
            <c:idx val="328"/>
            <c:invertIfNegative val="0"/>
            <c:bubble3D val="0"/>
            <c:spPr>
              <a:solidFill>
                <a:srgbClr val="5AA9E6"/>
              </a:solidFill>
              <a:effectLst/>
            </c:spPr>
          </c:dPt>
          <c:dPt>
            <c:idx val="329"/>
            <c:invertIfNegative val="0"/>
            <c:bubble3D val="0"/>
            <c:spPr>
              <a:solidFill>
                <a:srgbClr val="5AA9E6"/>
              </a:solidFill>
              <a:effectLst/>
            </c:spPr>
          </c:dPt>
          <c:dPt>
            <c:idx val="330"/>
            <c:invertIfNegative val="0"/>
            <c:bubble3D val="0"/>
            <c:spPr>
              <a:solidFill>
                <a:srgbClr val="FF5A5F"/>
              </a:solidFill>
              <a:effectLst/>
            </c:spPr>
          </c:dPt>
          <c:dPt>
            <c:idx val="331"/>
            <c:invertIfNegative val="0"/>
            <c:bubble3D val="0"/>
            <c:spPr>
              <a:solidFill>
                <a:srgbClr val="FF5A5F"/>
              </a:solidFill>
              <a:effectLst/>
            </c:spPr>
          </c:dPt>
          <c:dPt>
            <c:idx val="332"/>
            <c:invertIfNegative val="0"/>
            <c:bubble3D val="0"/>
            <c:spPr>
              <a:solidFill>
                <a:srgbClr val="FF5A5F"/>
              </a:solidFill>
              <a:effectLst/>
            </c:spPr>
          </c:dPt>
          <c:dPt>
            <c:idx val="333"/>
            <c:invertIfNegative val="0"/>
            <c:bubble3D val="0"/>
            <c:spPr>
              <a:solidFill>
                <a:srgbClr val="5AA9E6"/>
              </a:solidFill>
              <a:effectLst/>
            </c:spPr>
          </c:dPt>
          <c:dPt>
            <c:idx val="334"/>
            <c:invertIfNegative val="0"/>
            <c:bubble3D val="0"/>
            <c:spPr>
              <a:solidFill>
                <a:srgbClr val="FF5A5F"/>
              </a:solidFill>
              <a:effectLst/>
            </c:spPr>
          </c:dPt>
          <c:dPt>
            <c:idx val="335"/>
            <c:invertIfNegative val="0"/>
            <c:bubble3D val="0"/>
            <c:spPr>
              <a:solidFill>
                <a:srgbClr val="FF5A5F"/>
              </a:solidFill>
              <a:effectLst/>
            </c:spPr>
          </c:dPt>
          <c:dPt>
            <c:idx val="336"/>
            <c:invertIfNegative val="0"/>
            <c:bubble3D val="0"/>
            <c:spPr>
              <a:solidFill>
                <a:srgbClr val="5AA9E6"/>
              </a:solidFill>
              <a:effectLst/>
            </c:spPr>
          </c:dPt>
          <c:dPt>
            <c:idx val="337"/>
            <c:invertIfNegative val="0"/>
            <c:bubble3D val="0"/>
            <c:spPr>
              <a:solidFill>
                <a:srgbClr val="5AA9E6"/>
              </a:solidFill>
              <a:effectLst/>
            </c:spPr>
          </c:dPt>
          <c:dPt>
            <c:idx val="338"/>
            <c:invertIfNegative val="0"/>
            <c:bubble3D val="0"/>
            <c:spPr>
              <a:solidFill>
                <a:srgbClr val="5AA9E6"/>
              </a:solidFill>
              <a:effectLst/>
            </c:spPr>
          </c:dPt>
          <c:dPt>
            <c:idx val="339"/>
            <c:invertIfNegative val="0"/>
            <c:bubble3D val="0"/>
            <c:spPr>
              <a:solidFill>
                <a:srgbClr val="FF5A5F"/>
              </a:solidFill>
              <a:effectLst/>
            </c:spPr>
          </c:dPt>
          <c:dPt>
            <c:idx val="340"/>
            <c:invertIfNegative val="0"/>
            <c:bubble3D val="0"/>
            <c:spPr>
              <a:solidFill>
                <a:srgbClr val="FF5A5F"/>
              </a:solidFill>
              <a:effectLst/>
            </c:spPr>
          </c:dPt>
          <c:dPt>
            <c:idx val="341"/>
            <c:invertIfNegative val="0"/>
            <c:bubble3D val="0"/>
            <c:spPr>
              <a:solidFill>
                <a:srgbClr val="5AA9E6"/>
              </a:solidFill>
              <a:effectLst/>
            </c:spPr>
          </c:dPt>
          <c:dPt>
            <c:idx val="342"/>
            <c:invertIfNegative val="0"/>
            <c:bubble3D val="0"/>
            <c:spPr>
              <a:solidFill>
                <a:srgbClr val="FF5A5F"/>
              </a:solidFill>
              <a:effectLst/>
            </c:spPr>
          </c:dPt>
          <c:dPt>
            <c:idx val="343"/>
            <c:invertIfNegative val="0"/>
            <c:bubble3D val="0"/>
            <c:spPr>
              <a:solidFill>
                <a:srgbClr val="5AA9E6"/>
              </a:solidFill>
              <a:effectLst/>
            </c:spPr>
          </c:dPt>
          <c:dPt>
            <c:idx val="344"/>
            <c:invertIfNegative val="0"/>
            <c:bubble3D val="0"/>
            <c:spPr>
              <a:solidFill>
                <a:srgbClr val="5AA9E6"/>
              </a:solidFill>
              <a:effectLst/>
            </c:spPr>
          </c:dPt>
          <c:dPt>
            <c:idx val="345"/>
            <c:invertIfNegative val="0"/>
            <c:bubble3D val="0"/>
            <c:spPr>
              <a:solidFill>
                <a:srgbClr val="FF5A5F"/>
              </a:solidFill>
              <a:effectLst/>
            </c:spPr>
          </c:dPt>
          <c:dPt>
            <c:idx val="346"/>
            <c:invertIfNegative val="0"/>
            <c:bubble3D val="0"/>
            <c:spPr>
              <a:solidFill>
                <a:srgbClr val="5AA9E6"/>
              </a:solidFill>
              <a:effectLst/>
            </c:spPr>
          </c:dPt>
          <c:dPt>
            <c:idx val="347"/>
            <c:invertIfNegative val="0"/>
            <c:bubble3D val="0"/>
            <c:spPr>
              <a:solidFill>
                <a:srgbClr val="FF5A5F"/>
              </a:solidFill>
              <a:effectLst/>
            </c:spPr>
          </c:dPt>
          <c:dPt>
            <c:idx val="348"/>
            <c:invertIfNegative val="0"/>
            <c:bubble3D val="0"/>
            <c:spPr>
              <a:solidFill>
                <a:srgbClr val="FF5A5F"/>
              </a:solidFill>
              <a:effectLst/>
            </c:spPr>
          </c:dPt>
          <c:dPt>
            <c:idx val="349"/>
            <c:invertIfNegative val="0"/>
            <c:bubble3D val="0"/>
            <c:spPr>
              <a:solidFill>
                <a:srgbClr val="5AA9E6"/>
              </a:solidFill>
              <a:effectLst/>
            </c:spPr>
          </c:dPt>
          <c:dPt>
            <c:idx val="350"/>
            <c:invertIfNegative val="0"/>
            <c:bubble3D val="0"/>
            <c:spPr>
              <a:solidFill>
                <a:srgbClr val="5AA9E6"/>
              </a:solidFill>
              <a:effectLst/>
            </c:spPr>
          </c:dPt>
          <c:dPt>
            <c:idx val="351"/>
            <c:invertIfNegative val="0"/>
            <c:bubble3D val="0"/>
            <c:spPr>
              <a:solidFill>
                <a:srgbClr val="FF5A5F"/>
              </a:solidFill>
              <a:effectLst/>
            </c:spPr>
          </c:dPt>
          <c:dPt>
            <c:idx val="352"/>
            <c:invertIfNegative val="0"/>
            <c:bubble3D val="0"/>
            <c:spPr>
              <a:solidFill>
                <a:srgbClr val="FF5A5F"/>
              </a:solidFill>
              <a:effectLst/>
            </c:spPr>
          </c:dPt>
          <c:dPt>
            <c:idx val="353"/>
            <c:invertIfNegative val="0"/>
            <c:bubble3D val="0"/>
            <c:spPr>
              <a:solidFill>
                <a:srgbClr val="5AA9E6"/>
              </a:solidFill>
              <a:effectLst/>
            </c:spPr>
          </c:dPt>
          <c:dPt>
            <c:idx val="354"/>
            <c:invertIfNegative val="0"/>
            <c:bubble3D val="0"/>
            <c:spPr>
              <a:solidFill>
                <a:srgbClr val="FF5A5F"/>
              </a:solidFill>
              <a:effectLst/>
            </c:spPr>
          </c:dPt>
          <c:dPt>
            <c:idx val="355"/>
            <c:invertIfNegative val="0"/>
            <c:bubble3D val="0"/>
            <c:spPr>
              <a:solidFill>
                <a:srgbClr val="5AA9E6"/>
              </a:solidFill>
              <a:effectLst/>
            </c:spPr>
          </c:dPt>
          <c:dPt>
            <c:idx val="356"/>
            <c:invertIfNegative val="0"/>
            <c:bubble3D val="0"/>
            <c:spPr>
              <a:solidFill>
                <a:srgbClr val="FF5A5F"/>
              </a:solidFill>
              <a:effectLst/>
            </c:spPr>
          </c:dPt>
          <c:dPt>
            <c:idx val="357"/>
            <c:invertIfNegative val="0"/>
            <c:bubble3D val="0"/>
            <c:spPr>
              <a:solidFill>
                <a:srgbClr val="FF5A5F"/>
              </a:solidFill>
              <a:effectLst/>
            </c:spPr>
          </c:dPt>
          <c:dPt>
            <c:idx val="358"/>
            <c:invertIfNegative val="0"/>
            <c:bubble3D val="0"/>
            <c:spPr>
              <a:solidFill>
                <a:srgbClr val="5AA9E6"/>
              </a:solidFill>
              <a:effectLst/>
            </c:spPr>
          </c:dPt>
          <c:dPt>
            <c:idx val="359"/>
            <c:invertIfNegative val="0"/>
            <c:bubble3D val="0"/>
            <c:spPr>
              <a:solidFill>
                <a:srgbClr val="FF5A5F"/>
              </a:solidFill>
              <a:effectLst/>
            </c:spPr>
          </c:dPt>
          <c:dPt>
            <c:idx val="360"/>
            <c:invertIfNegative val="0"/>
            <c:bubble3D val="0"/>
            <c:spPr>
              <a:solidFill>
                <a:srgbClr val="5AA9E6"/>
              </a:solidFill>
              <a:effectLst/>
            </c:spPr>
          </c:dPt>
          <c:dPt>
            <c:idx val="361"/>
            <c:invertIfNegative val="0"/>
            <c:bubble3D val="0"/>
            <c:spPr>
              <a:solidFill>
                <a:srgbClr val="5AA9E6"/>
              </a:solidFill>
              <a:effectLst/>
            </c:spPr>
          </c:dPt>
          <c:dPt>
            <c:idx val="362"/>
            <c:invertIfNegative val="0"/>
            <c:bubble3D val="0"/>
            <c:spPr>
              <a:solidFill>
                <a:srgbClr val="FF5A5F"/>
              </a:solidFill>
              <a:effectLst/>
            </c:spPr>
          </c:dPt>
          <c:dPt>
            <c:idx val="363"/>
            <c:invertIfNegative val="0"/>
            <c:bubble3D val="0"/>
            <c:spPr>
              <a:solidFill>
                <a:srgbClr val="5AA9E6"/>
              </a:solidFill>
              <a:effectLst/>
            </c:spPr>
          </c:dPt>
          <c:dPt>
            <c:idx val="364"/>
            <c:invertIfNegative val="0"/>
            <c:bubble3D val="0"/>
            <c:spPr>
              <a:solidFill>
                <a:srgbClr val="FF5A5F"/>
              </a:solidFill>
              <a:effectLst/>
            </c:spPr>
          </c:dPt>
          <c:dPt>
            <c:idx val="365"/>
            <c:invertIfNegative val="0"/>
            <c:bubble3D val="0"/>
            <c:spPr>
              <a:solidFill>
                <a:srgbClr val="5AA9E6"/>
              </a:solidFill>
              <a:effectLst/>
            </c:spPr>
          </c:dPt>
          <c:dPt>
            <c:idx val="366"/>
            <c:invertIfNegative val="0"/>
            <c:bubble3D val="0"/>
            <c:spPr>
              <a:solidFill>
                <a:srgbClr val="FF5A5F"/>
              </a:solidFill>
              <a:effectLst/>
            </c:spPr>
          </c:dPt>
          <c:dPt>
            <c:idx val="367"/>
            <c:invertIfNegative val="0"/>
            <c:bubble3D val="0"/>
            <c:spPr>
              <a:solidFill>
                <a:srgbClr val="5AA9E6"/>
              </a:solidFill>
              <a:effectLst/>
            </c:spPr>
          </c:dPt>
          <c:dPt>
            <c:idx val="368"/>
            <c:invertIfNegative val="0"/>
            <c:bubble3D val="0"/>
            <c:spPr>
              <a:solidFill>
                <a:srgbClr val="FF5A5F"/>
              </a:solidFill>
              <a:effectLst/>
            </c:spPr>
          </c:dPt>
          <c:dPt>
            <c:idx val="369"/>
            <c:invertIfNegative val="0"/>
            <c:bubble3D val="0"/>
            <c:spPr>
              <a:solidFill>
                <a:srgbClr val="5AA9E6"/>
              </a:solidFill>
              <a:effectLst/>
            </c:spPr>
          </c:dPt>
          <c:dPt>
            <c:idx val="370"/>
            <c:invertIfNegative val="0"/>
            <c:bubble3D val="0"/>
            <c:spPr>
              <a:solidFill>
                <a:srgbClr val="FF5A5F"/>
              </a:solidFill>
              <a:effectLst/>
            </c:spPr>
          </c:dPt>
          <c:dPt>
            <c:idx val="371"/>
            <c:invertIfNegative val="0"/>
            <c:bubble3D val="0"/>
            <c:spPr>
              <a:solidFill>
                <a:srgbClr val="5AA9E6"/>
              </a:solidFill>
              <a:effectLst/>
            </c:spPr>
          </c:dPt>
          <c:dPt>
            <c:idx val="372"/>
            <c:invertIfNegative val="0"/>
            <c:bubble3D val="0"/>
            <c:spPr>
              <a:solidFill>
                <a:srgbClr val="FF5A5F"/>
              </a:solidFill>
              <a:effectLst/>
            </c:spPr>
          </c:dPt>
          <c:dPt>
            <c:idx val="373"/>
            <c:invertIfNegative val="0"/>
            <c:bubble3D val="0"/>
            <c:spPr>
              <a:solidFill>
                <a:srgbClr val="FF5A5F"/>
              </a:solidFill>
              <a:effectLst/>
            </c:spPr>
          </c:dPt>
          <c:dPt>
            <c:idx val="374"/>
            <c:invertIfNegative val="0"/>
            <c:bubble3D val="0"/>
            <c:spPr>
              <a:solidFill>
                <a:srgbClr val="5AA9E6"/>
              </a:solidFill>
              <a:effectLst/>
            </c:spPr>
          </c:dPt>
          <c:dPt>
            <c:idx val="375"/>
            <c:invertIfNegative val="0"/>
            <c:bubble3D val="0"/>
            <c:spPr>
              <a:solidFill>
                <a:srgbClr val="5AA9E6"/>
              </a:solidFill>
              <a:effectLst/>
            </c:spPr>
          </c:dPt>
          <c:dPt>
            <c:idx val="376"/>
            <c:invertIfNegative val="0"/>
            <c:bubble3D val="0"/>
            <c:spPr>
              <a:solidFill>
                <a:srgbClr val="5AA9E6"/>
              </a:solidFill>
              <a:effectLst/>
            </c:spPr>
          </c:dPt>
          <c:dPt>
            <c:idx val="377"/>
            <c:invertIfNegative val="0"/>
            <c:bubble3D val="0"/>
            <c:spPr>
              <a:solidFill>
                <a:srgbClr val="FF5A5F"/>
              </a:solidFill>
              <a:effectLst/>
            </c:spPr>
          </c:dPt>
          <c:dPt>
            <c:idx val="378"/>
            <c:invertIfNegative val="0"/>
            <c:bubble3D val="0"/>
            <c:spPr>
              <a:solidFill>
                <a:srgbClr val="FF5A5F"/>
              </a:solidFill>
              <a:effectLst/>
            </c:spPr>
          </c:dPt>
          <c:dPt>
            <c:idx val="379"/>
            <c:invertIfNegative val="0"/>
            <c:bubble3D val="0"/>
            <c:spPr>
              <a:solidFill>
                <a:srgbClr val="5AA9E6"/>
              </a:solidFill>
              <a:effectLst/>
            </c:spPr>
          </c:dPt>
          <c:dPt>
            <c:idx val="380"/>
            <c:invertIfNegative val="0"/>
            <c:bubble3D val="0"/>
            <c:spPr>
              <a:solidFill>
                <a:srgbClr val="FF5A5F"/>
              </a:solidFill>
              <a:effectLst/>
            </c:spPr>
          </c:dPt>
          <c:dPt>
            <c:idx val="381"/>
            <c:invertIfNegative val="0"/>
            <c:bubble3D val="0"/>
            <c:spPr>
              <a:solidFill>
                <a:srgbClr val="FF5A5F"/>
              </a:solidFill>
              <a:effectLst/>
            </c:spPr>
          </c:dPt>
          <c:dPt>
            <c:idx val="382"/>
            <c:invertIfNegative val="0"/>
            <c:bubble3D val="0"/>
            <c:spPr>
              <a:solidFill>
                <a:srgbClr val="FF5A5F"/>
              </a:solidFill>
              <a:effectLst/>
            </c:spPr>
          </c:dPt>
          <c:dPt>
            <c:idx val="383"/>
            <c:invertIfNegative val="0"/>
            <c:bubble3D val="0"/>
            <c:spPr>
              <a:solidFill>
                <a:srgbClr val="FF5A5F"/>
              </a:solidFill>
              <a:effectLst/>
            </c:spPr>
          </c:dPt>
          <c:dPt>
            <c:idx val="384"/>
            <c:invertIfNegative val="0"/>
            <c:bubble3D val="0"/>
            <c:spPr>
              <a:solidFill>
                <a:srgbClr val="5AA9E6"/>
              </a:solidFill>
              <a:effectLst/>
            </c:spPr>
          </c:dPt>
          <c:dPt>
            <c:idx val="385"/>
            <c:invertIfNegative val="0"/>
            <c:bubble3D val="0"/>
            <c:spPr>
              <a:solidFill>
                <a:srgbClr val="FF5A5F"/>
              </a:solidFill>
              <a:effectLst/>
            </c:spPr>
          </c:dPt>
          <c:dPt>
            <c:idx val="386"/>
            <c:invertIfNegative val="0"/>
            <c:bubble3D val="0"/>
            <c:spPr>
              <a:solidFill>
                <a:srgbClr val="FF5A5F"/>
              </a:solidFill>
              <a:effectLst/>
            </c:spPr>
          </c:dPt>
          <c:dPt>
            <c:idx val="387"/>
            <c:invertIfNegative val="0"/>
            <c:bubble3D val="0"/>
            <c:spPr>
              <a:solidFill>
                <a:srgbClr val="5AA9E6"/>
              </a:solidFill>
              <a:effectLst/>
            </c:spPr>
          </c:dPt>
          <c:dPt>
            <c:idx val="388"/>
            <c:invertIfNegative val="0"/>
            <c:bubble3D val="0"/>
            <c:spPr>
              <a:solidFill>
                <a:srgbClr val="FF5A5F"/>
              </a:solidFill>
              <a:effectLst/>
            </c:spPr>
          </c:dPt>
          <c:dPt>
            <c:idx val="389"/>
            <c:invertIfNegative val="0"/>
            <c:bubble3D val="0"/>
            <c:spPr>
              <a:solidFill>
                <a:srgbClr val="5AA9E6"/>
              </a:solidFill>
              <a:effectLst/>
            </c:spPr>
          </c:dPt>
          <c:dPt>
            <c:idx val="390"/>
            <c:invertIfNegative val="0"/>
            <c:bubble3D val="0"/>
            <c:spPr>
              <a:solidFill>
                <a:srgbClr val="5AA9E6"/>
              </a:solidFill>
              <a:effectLst/>
            </c:spPr>
          </c:dPt>
          <c:dPt>
            <c:idx val="391"/>
            <c:invertIfNegative val="0"/>
            <c:bubble3D val="0"/>
            <c:spPr>
              <a:solidFill>
                <a:srgbClr val="5AA9E6"/>
              </a:solidFill>
              <a:effectLst/>
            </c:spPr>
          </c:dPt>
          <c:dPt>
            <c:idx val="392"/>
            <c:invertIfNegative val="0"/>
            <c:bubble3D val="0"/>
            <c:spPr>
              <a:solidFill>
                <a:srgbClr val="FF5A5F"/>
              </a:solidFill>
              <a:effectLst/>
            </c:spPr>
          </c:dPt>
          <c:dPt>
            <c:idx val="393"/>
            <c:invertIfNegative val="0"/>
            <c:bubble3D val="0"/>
            <c:spPr>
              <a:solidFill>
                <a:srgbClr val="FF5A5F"/>
              </a:solidFill>
              <a:effectLst/>
            </c:spPr>
          </c:dPt>
          <c:dPt>
            <c:idx val="394"/>
            <c:invertIfNegative val="0"/>
            <c:bubble3D val="0"/>
            <c:spPr>
              <a:solidFill>
                <a:srgbClr val="5AA9E6"/>
              </a:solidFill>
              <a:effectLst/>
            </c:spPr>
          </c:dPt>
          <c:dPt>
            <c:idx val="395"/>
            <c:invertIfNegative val="0"/>
            <c:bubble3D val="0"/>
            <c:spPr>
              <a:solidFill>
                <a:srgbClr val="5AA9E6"/>
              </a:solidFill>
              <a:effectLst/>
            </c:spPr>
          </c:dPt>
          <c:dPt>
            <c:idx val="396"/>
            <c:invertIfNegative val="0"/>
            <c:bubble3D val="0"/>
            <c:spPr>
              <a:solidFill>
                <a:srgbClr val="FF5A5F"/>
              </a:solidFill>
              <a:effectLst/>
            </c:spPr>
          </c:dPt>
          <c:dPt>
            <c:idx val="397"/>
            <c:invertIfNegative val="0"/>
            <c:bubble3D val="0"/>
            <c:spPr>
              <a:solidFill>
                <a:srgbClr val="5AA9E6"/>
              </a:solidFill>
              <a:effectLst/>
            </c:spPr>
          </c:dPt>
          <c:dPt>
            <c:idx val="398"/>
            <c:invertIfNegative val="0"/>
            <c:bubble3D val="0"/>
            <c:spPr>
              <a:solidFill>
                <a:srgbClr val="5AA9E6"/>
              </a:solidFill>
              <a:effectLst/>
            </c:spPr>
          </c:dPt>
          <c:dPt>
            <c:idx val="399"/>
            <c:invertIfNegative val="0"/>
            <c:bubble3D val="0"/>
            <c:spPr>
              <a:solidFill>
                <a:srgbClr val="5AA9E6"/>
              </a:solidFill>
              <a:effectLst/>
            </c:spPr>
          </c:dPt>
          <c:dPt>
            <c:idx val="400"/>
            <c:invertIfNegative val="0"/>
            <c:bubble3D val="0"/>
            <c:spPr>
              <a:solidFill>
                <a:srgbClr val="5AA9E6"/>
              </a:solidFill>
              <a:effectLst/>
            </c:spPr>
          </c:dPt>
          <c:dPt>
            <c:idx val="401"/>
            <c:invertIfNegative val="0"/>
            <c:bubble3D val="0"/>
            <c:spPr>
              <a:solidFill>
                <a:srgbClr val="FF5A5F"/>
              </a:solidFill>
              <a:effectLst/>
            </c:spPr>
          </c:dPt>
          <c:dPt>
            <c:idx val="402"/>
            <c:invertIfNegative val="0"/>
            <c:bubble3D val="0"/>
            <c:spPr>
              <a:solidFill>
                <a:srgbClr val="FF5A5F"/>
              </a:solidFill>
              <a:effectLst/>
            </c:spPr>
          </c:dPt>
          <c:dPt>
            <c:idx val="403"/>
            <c:invertIfNegative val="0"/>
            <c:bubble3D val="0"/>
            <c:spPr>
              <a:solidFill>
                <a:srgbClr val="5AA9E6"/>
              </a:solidFill>
              <a:effectLst/>
            </c:spPr>
          </c:dPt>
          <c:dPt>
            <c:idx val="404"/>
            <c:invertIfNegative val="0"/>
            <c:bubble3D val="0"/>
            <c:spPr>
              <a:solidFill>
                <a:srgbClr val="FF5A5F"/>
              </a:solidFill>
              <a:effectLst/>
            </c:spPr>
          </c:dPt>
          <c:dPt>
            <c:idx val="405"/>
            <c:invertIfNegative val="0"/>
            <c:bubble3D val="0"/>
            <c:spPr>
              <a:solidFill>
                <a:srgbClr val="FF5A5F"/>
              </a:solidFill>
              <a:effectLst/>
            </c:spPr>
          </c:dPt>
          <c:dPt>
            <c:idx val="406"/>
            <c:invertIfNegative val="0"/>
            <c:bubble3D val="0"/>
            <c:spPr>
              <a:solidFill>
                <a:srgbClr val="5AA9E6"/>
              </a:solidFill>
              <a:effectLst/>
            </c:spPr>
          </c:dPt>
          <c:dPt>
            <c:idx val="407"/>
            <c:invertIfNegative val="0"/>
            <c:bubble3D val="0"/>
            <c:spPr>
              <a:solidFill>
                <a:srgbClr val="FF5A5F"/>
              </a:solidFill>
              <a:effectLst/>
            </c:spPr>
          </c:dPt>
          <c:dPt>
            <c:idx val="408"/>
            <c:invertIfNegative val="0"/>
            <c:bubble3D val="0"/>
            <c:spPr>
              <a:solidFill>
                <a:srgbClr val="FF5A5F"/>
              </a:solidFill>
              <a:effectLst/>
            </c:spPr>
          </c:dPt>
          <c:dPt>
            <c:idx val="409"/>
            <c:invertIfNegative val="0"/>
            <c:bubble3D val="0"/>
            <c:spPr>
              <a:solidFill>
                <a:srgbClr val="FF5A5F"/>
              </a:solidFill>
              <a:effectLst/>
            </c:spPr>
          </c:dPt>
          <c:dPt>
            <c:idx val="410"/>
            <c:invertIfNegative val="0"/>
            <c:bubble3D val="0"/>
            <c:spPr>
              <a:solidFill>
                <a:srgbClr val="FF5A5F"/>
              </a:solidFill>
              <a:effectLst/>
            </c:spPr>
          </c:dPt>
          <c:dPt>
            <c:idx val="411"/>
            <c:invertIfNegative val="0"/>
            <c:bubble3D val="0"/>
            <c:spPr>
              <a:solidFill>
                <a:srgbClr val="FF5A5F"/>
              </a:solidFill>
              <a:effectLst/>
            </c:spPr>
          </c:dPt>
          <c:dPt>
            <c:idx val="412"/>
            <c:invertIfNegative val="0"/>
            <c:bubble3D val="0"/>
            <c:spPr>
              <a:solidFill>
                <a:srgbClr val="FF5A5F"/>
              </a:solidFill>
              <a:effectLst/>
            </c:spPr>
          </c:dPt>
          <c:dPt>
            <c:idx val="413"/>
            <c:invertIfNegative val="0"/>
            <c:bubble3D val="0"/>
            <c:spPr>
              <a:solidFill>
                <a:srgbClr val="5AA9E6"/>
              </a:solidFill>
              <a:effectLst/>
            </c:spPr>
          </c:dPt>
          <c:dPt>
            <c:idx val="414"/>
            <c:invertIfNegative val="0"/>
            <c:bubble3D val="0"/>
            <c:spPr>
              <a:solidFill>
                <a:srgbClr val="FF5A5F"/>
              </a:solidFill>
              <a:effectLst/>
            </c:spPr>
          </c:dPt>
          <c:dPt>
            <c:idx val="415"/>
            <c:invertIfNegative val="0"/>
            <c:bubble3D val="0"/>
            <c:spPr>
              <a:solidFill>
                <a:srgbClr val="FF5A5F"/>
              </a:solidFill>
              <a:effectLst/>
            </c:spPr>
          </c:dPt>
          <c:dPt>
            <c:idx val="416"/>
            <c:invertIfNegative val="0"/>
            <c:bubble3D val="0"/>
            <c:spPr>
              <a:solidFill>
                <a:srgbClr val="5AA9E6"/>
              </a:solidFill>
              <a:effectLst/>
            </c:spPr>
          </c:dPt>
          <c:dPt>
            <c:idx val="417"/>
            <c:invertIfNegative val="0"/>
            <c:bubble3D val="0"/>
            <c:spPr>
              <a:solidFill>
                <a:srgbClr val="FF5A5F"/>
              </a:solidFill>
              <a:effectLst/>
            </c:spPr>
          </c:dPt>
          <c:dPt>
            <c:idx val="418"/>
            <c:invertIfNegative val="0"/>
            <c:bubble3D val="0"/>
            <c:spPr>
              <a:solidFill>
                <a:srgbClr val="FF5A5F"/>
              </a:solidFill>
              <a:effectLst/>
            </c:spPr>
          </c:dPt>
          <c:dPt>
            <c:idx val="419"/>
            <c:invertIfNegative val="0"/>
            <c:bubble3D val="0"/>
            <c:spPr>
              <a:solidFill>
                <a:srgbClr val="FF5A5F"/>
              </a:solidFill>
              <a:effectLst/>
            </c:spPr>
          </c:dPt>
          <c:dPt>
            <c:idx val="420"/>
            <c:invertIfNegative val="0"/>
            <c:bubble3D val="0"/>
            <c:spPr>
              <a:solidFill>
                <a:srgbClr val="FF5A5F"/>
              </a:solidFill>
              <a:effectLst/>
            </c:spPr>
          </c:dPt>
          <c:dPt>
            <c:idx val="421"/>
            <c:invertIfNegative val="0"/>
            <c:bubble3D val="0"/>
            <c:spPr>
              <a:solidFill>
                <a:srgbClr val="FF5A5F"/>
              </a:solidFill>
              <a:effectLst/>
            </c:spPr>
          </c:dPt>
          <c:dPt>
            <c:idx val="422"/>
            <c:invertIfNegative val="0"/>
            <c:bubble3D val="0"/>
            <c:spPr>
              <a:solidFill>
                <a:srgbClr val="FF5A5F"/>
              </a:solidFill>
              <a:effectLst/>
            </c:spPr>
          </c:dPt>
          <c:dPt>
            <c:idx val="423"/>
            <c:invertIfNegative val="0"/>
            <c:bubble3D val="0"/>
            <c:spPr>
              <a:solidFill>
                <a:srgbClr val="FF5A5F"/>
              </a:solidFill>
              <a:effectLst/>
            </c:spPr>
          </c:dPt>
          <c:dPt>
            <c:idx val="424"/>
            <c:invertIfNegative val="0"/>
            <c:bubble3D val="0"/>
            <c:spPr>
              <a:solidFill>
                <a:srgbClr val="5AA9E6"/>
              </a:solidFill>
              <a:effectLst/>
            </c:spPr>
          </c:dPt>
          <c:dPt>
            <c:idx val="425"/>
            <c:invertIfNegative val="0"/>
            <c:bubble3D val="0"/>
            <c:spPr>
              <a:solidFill>
                <a:srgbClr val="5AA9E6"/>
              </a:solidFill>
              <a:effectLst/>
            </c:spPr>
          </c:dPt>
          <c:dPt>
            <c:idx val="426"/>
            <c:invertIfNegative val="0"/>
            <c:bubble3D val="0"/>
            <c:spPr>
              <a:solidFill>
                <a:srgbClr val="FF5A5F"/>
              </a:solidFill>
              <a:effectLst/>
            </c:spPr>
          </c:dPt>
          <c:dPt>
            <c:idx val="427"/>
            <c:invertIfNegative val="0"/>
            <c:bubble3D val="0"/>
            <c:spPr>
              <a:solidFill>
                <a:srgbClr val="5AA9E6"/>
              </a:solidFill>
              <a:effectLst/>
            </c:spPr>
          </c:dPt>
          <c:dPt>
            <c:idx val="428"/>
            <c:invertIfNegative val="0"/>
            <c:bubble3D val="0"/>
            <c:spPr>
              <a:solidFill>
                <a:srgbClr val="5AA9E6"/>
              </a:solidFill>
              <a:effectLst/>
            </c:spPr>
          </c:dPt>
          <c:dPt>
            <c:idx val="429"/>
            <c:invertIfNegative val="0"/>
            <c:bubble3D val="0"/>
            <c:spPr>
              <a:solidFill>
                <a:srgbClr val="5AA9E6"/>
              </a:solidFill>
              <a:effectLst/>
            </c:spPr>
          </c:dPt>
          <c:dPt>
            <c:idx val="430"/>
            <c:invertIfNegative val="0"/>
            <c:bubble3D val="0"/>
            <c:spPr>
              <a:solidFill>
                <a:srgbClr val="FF5A5F"/>
              </a:solidFill>
              <a:effectLst/>
            </c:spPr>
          </c:dPt>
          <c:dPt>
            <c:idx val="431"/>
            <c:invertIfNegative val="0"/>
            <c:bubble3D val="0"/>
            <c:spPr>
              <a:solidFill>
                <a:srgbClr val="FF5A5F"/>
              </a:solidFill>
              <a:effectLst/>
            </c:spPr>
          </c:dPt>
          <c:dPt>
            <c:idx val="432"/>
            <c:invertIfNegative val="0"/>
            <c:bubble3D val="0"/>
            <c:spPr>
              <a:solidFill>
                <a:srgbClr val="FF5A5F"/>
              </a:solidFill>
              <a:effectLst/>
            </c:spPr>
          </c:dPt>
          <c:dPt>
            <c:idx val="433"/>
            <c:invertIfNegative val="0"/>
            <c:bubble3D val="0"/>
            <c:spPr>
              <a:solidFill>
                <a:srgbClr val="5AA9E6"/>
              </a:solidFill>
              <a:effectLst/>
            </c:spPr>
          </c:dPt>
          <c:dPt>
            <c:idx val="434"/>
            <c:invertIfNegative val="0"/>
            <c:bubble3D val="0"/>
            <c:spPr>
              <a:solidFill>
                <a:srgbClr val="FF5A5F"/>
              </a:solidFill>
              <a:effectLst/>
            </c:spPr>
          </c:dPt>
          <c:dPt>
            <c:idx val="435"/>
            <c:invertIfNegative val="0"/>
            <c:bubble3D val="0"/>
            <c:spPr>
              <a:solidFill>
                <a:srgbClr val="FF5A5F"/>
              </a:solidFill>
              <a:effectLst/>
            </c:spPr>
          </c:dPt>
          <c:dPt>
            <c:idx val="436"/>
            <c:invertIfNegative val="0"/>
            <c:bubble3D val="0"/>
            <c:spPr>
              <a:solidFill>
                <a:srgbClr val="5AA9E6"/>
              </a:solidFill>
              <a:effectLst/>
            </c:spPr>
          </c:dPt>
          <c:dPt>
            <c:idx val="437"/>
            <c:invertIfNegative val="0"/>
            <c:bubble3D val="0"/>
            <c:spPr>
              <a:solidFill>
                <a:srgbClr val="FF5A5F"/>
              </a:solidFill>
              <a:effectLst/>
            </c:spPr>
          </c:dPt>
          <c:dPt>
            <c:idx val="438"/>
            <c:invertIfNegative val="0"/>
            <c:bubble3D val="0"/>
            <c:spPr>
              <a:solidFill>
                <a:srgbClr val="FF5A5F"/>
              </a:solidFill>
              <a:effectLst/>
            </c:spPr>
          </c:dPt>
          <c:dPt>
            <c:idx val="439"/>
            <c:invertIfNegative val="0"/>
            <c:bubble3D val="0"/>
            <c:spPr>
              <a:solidFill>
                <a:srgbClr val="FF5A5F"/>
              </a:solidFill>
              <a:effectLst/>
            </c:spPr>
          </c:dPt>
          <c:dPt>
            <c:idx val="440"/>
            <c:invertIfNegative val="0"/>
            <c:bubble3D val="0"/>
            <c:spPr>
              <a:solidFill>
                <a:srgbClr val="FF5A5F"/>
              </a:solidFill>
              <a:effectLst/>
            </c:spPr>
          </c:dPt>
          <c:dPt>
            <c:idx val="441"/>
            <c:invertIfNegative val="0"/>
            <c:bubble3D val="0"/>
            <c:spPr>
              <a:solidFill>
                <a:srgbClr val="5AA9E6"/>
              </a:solidFill>
              <a:effectLst/>
            </c:spPr>
          </c:dPt>
          <c:dPt>
            <c:idx val="442"/>
            <c:invertIfNegative val="0"/>
            <c:bubble3D val="0"/>
            <c:spPr>
              <a:solidFill>
                <a:srgbClr val="5AA9E6"/>
              </a:solidFill>
              <a:effectLst/>
            </c:spPr>
          </c:dPt>
          <c:dPt>
            <c:idx val="443"/>
            <c:invertIfNegative val="0"/>
            <c:bubble3D val="0"/>
            <c:spPr>
              <a:solidFill>
                <a:srgbClr val="5AA9E6"/>
              </a:solidFill>
              <a:effectLst/>
            </c:spPr>
          </c:dPt>
          <c:dPt>
            <c:idx val="444"/>
            <c:invertIfNegative val="0"/>
            <c:bubble3D val="0"/>
            <c:spPr>
              <a:solidFill>
                <a:srgbClr val="5AA9E6"/>
              </a:solidFill>
              <a:effectLst/>
            </c:spPr>
          </c:dPt>
          <c:dPt>
            <c:idx val="445"/>
            <c:invertIfNegative val="0"/>
            <c:bubble3D val="0"/>
            <c:spPr>
              <a:solidFill>
                <a:srgbClr val="FF5A5F"/>
              </a:solidFill>
              <a:effectLst/>
            </c:spPr>
          </c:dPt>
          <c:dPt>
            <c:idx val="446"/>
            <c:invertIfNegative val="0"/>
            <c:bubble3D val="0"/>
            <c:spPr>
              <a:solidFill>
                <a:srgbClr val="FF5A5F"/>
              </a:solidFill>
              <a:effectLst/>
            </c:spPr>
          </c:dPt>
          <c:dPt>
            <c:idx val="447"/>
            <c:invertIfNegative val="0"/>
            <c:bubble3D val="0"/>
            <c:spPr>
              <a:solidFill>
                <a:srgbClr val="5AA9E6"/>
              </a:solidFill>
              <a:effectLst/>
            </c:spPr>
          </c:dPt>
          <c:dPt>
            <c:idx val="448"/>
            <c:invertIfNegative val="0"/>
            <c:bubble3D val="0"/>
            <c:spPr>
              <a:solidFill>
                <a:srgbClr val="FF5A5F"/>
              </a:solidFill>
              <a:effectLst/>
            </c:spPr>
          </c:dPt>
          <c:dPt>
            <c:idx val="449"/>
            <c:invertIfNegative val="0"/>
            <c:bubble3D val="0"/>
            <c:spPr>
              <a:solidFill>
                <a:srgbClr val="5AA9E6"/>
              </a:solidFill>
              <a:effectLst/>
            </c:spPr>
          </c:dPt>
          <c:dPt>
            <c:idx val="450"/>
            <c:invertIfNegative val="0"/>
            <c:bubble3D val="0"/>
            <c:spPr>
              <a:solidFill>
                <a:srgbClr val="5AA9E6"/>
              </a:solidFill>
              <a:effectLst/>
            </c:spPr>
          </c:dPt>
          <c:dPt>
            <c:idx val="451"/>
            <c:invertIfNegative val="0"/>
            <c:bubble3D val="0"/>
            <c:spPr>
              <a:solidFill>
                <a:srgbClr val="5AA9E6"/>
              </a:solidFill>
              <a:effectLst/>
            </c:spPr>
          </c:dPt>
          <c:dPt>
            <c:idx val="452"/>
            <c:invertIfNegative val="0"/>
            <c:bubble3D val="0"/>
            <c:spPr>
              <a:solidFill>
                <a:srgbClr val="FF5A5F"/>
              </a:solidFill>
              <a:effectLst/>
            </c:spPr>
          </c:dPt>
          <c:dPt>
            <c:idx val="453"/>
            <c:invertIfNegative val="0"/>
            <c:bubble3D val="0"/>
            <c:spPr>
              <a:solidFill>
                <a:srgbClr val="FF5A5F"/>
              </a:solidFill>
              <a:effectLst/>
            </c:spPr>
          </c:dPt>
          <c:dPt>
            <c:idx val="454"/>
            <c:invertIfNegative val="0"/>
            <c:bubble3D val="0"/>
            <c:spPr>
              <a:solidFill>
                <a:srgbClr val="5AA9E6"/>
              </a:solidFill>
              <a:effectLst/>
            </c:spPr>
          </c:dPt>
          <c:dPt>
            <c:idx val="455"/>
            <c:invertIfNegative val="0"/>
            <c:bubble3D val="0"/>
            <c:spPr>
              <a:solidFill>
                <a:srgbClr val="5AA9E6"/>
              </a:solidFill>
              <a:effectLst/>
            </c:spPr>
          </c:dPt>
          <c:dPt>
            <c:idx val="456"/>
            <c:invertIfNegative val="0"/>
            <c:bubble3D val="0"/>
            <c:spPr>
              <a:solidFill>
                <a:srgbClr val="5AA9E6"/>
              </a:solidFill>
              <a:effectLst/>
            </c:spPr>
          </c:dPt>
          <c:dPt>
            <c:idx val="457"/>
            <c:invertIfNegative val="0"/>
            <c:bubble3D val="0"/>
            <c:spPr>
              <a:solidFill>
                <a:srgbClr val="FF5A5F"/>
              </a:solidFill>
              <a:effectLst/>
            </c:spPr>
          </c:dPt>
          <c:dPt>
            <c:idx val="458"/>
            <c:invertIfNegative val="0"/>
            <c:bubble3D val="0"/>
            <c:spPr>
              <a:solidFill>
                <a:srgbClr val="5AA9E6"/>
              </a:solidFill>
              <a:effectLst/>
            </c:spPr>
          </c:dPt>
          <c:dPt>
            <c:idx val="459"/>
            <c:invertIfNegative val="0"/>
            <c:bubble3D val="0"/>
            <c:spPr>
              <a:solidFill>
                <a:srgbClr val="5AA9E6"/>
              </a:solidFill>
              <a:effectLst/>
            </c:spPr>
          </c:dPt>
          <c:dPt>
            <c:idx val="460"/>
            <c:invertIfNegative val="0"/>
            <c:bubble3D val="0"/>
            <c:spPr>
              <a:solidFill>
                <a:srgbClr val="5AA9E6"/>
              </a:solidFill>
              <a:effectLst/>
            </c:spPr>
          </c:dPt>
          <c:dPt>
            <c:idx val="461"/>
            <c:invertIfNegative val="0"/>
            <c:bubble3D val="0"/>
            <c:spPr>
              <a:solidFill>
                <a:srgbClr val="5AA9E6"/>
              </a:solidFill>
              <a:effectLst/>
            </c:spPr>
          </c:dPt>
          <c:dPt>
            <c:idx val="462"/>
            <c:invertIfNegative val="0"/>
            <c:bubble3D val="0"/>
            <c:spPr>
              <a:solidFill>
                <a:srgbClr val="FF5A5F"/>
              </a:solidFill>
              <a:effectLst/>
            </c:spPr>
          </c:dPt>
          <c:dPt>
            <c:idx val="463"/>
            <c:invertIfNegative val="0"/>
            <c:bubble3D val="0"/>
            <c:spPr>
              <a:solidFill>
                <a:srgbClr val="FF5A5F"/>
              </a:solidFill>
              <a:effectLst/>
            </c:spPr>
          </c:dPt>
          <c:dPt>
            <c:idx val="464"/>
            <c:invertIfNegative val="0"/>
            <c:bubble3D val="0"/>
            <c:spPr>
              <a:solidFill>
                <a:srgbClr val="5AA9E6"/>
              </a:solidFill>
              <a:effectLst/>
            </c:spPr>
          </c:dPt>
          <c:dPt>
            <c:idx val="465"/>
            <c:invertIfNegative val="0"/>
            <c:bubble3D val="0"/>
            <c:spPr>
              <a:solidFill>
                <a:srgbClr val="FF5A5F"/>
              </a:solidFill>
              <a:effectLst/>
            </c:spPr>
          </c:dPt>
          <c:dPt>
            <c:idx val="466"/>
            <c:invertIfNegative val="0"/>
            <c:bubble3D val="0"/>
            <c:spPr>
              <a:solidFill>
                <a:srgbClr val="5AA9E6"/>
              </a:solidFill>
              <a:effectLst/>
            </c:spPr>
          </c:dPt>
          <c:dPt>
            <c:idx val="467"/>
            <c:invertIfNegative val="0"/>
            <c:bubble3D val="0"/>
            <c:spPr>
              <a:solidFill>
                <a:srgbClr val="FF5A5F"/>
              </a:solidFill>
              <a:effectLst/>
            </c:spPr>
          </c:dPt>
          <c:dPt>
            <c:idx val="468"/>
            <c:invertIfNegative val="0"/>
            <c:bubble3D val="0"/>
            <c:spPr>
              <a:solidFill>
                <a:srgbClr val="5AA9E6"/>
              </a:solidFill>
              <a:effectLst/>
            </c:spPr>
          </c:dPt>
          <c:dPt>
            <c:idx val="469"/>
            <c:invertIfNegative val="0"/>
            <c:bubble3D val="0"/>
            <c:spPr>
              <a:solidFill>
                <a:srgbClr val="FF5A5F"/>
              </a:solidFill>
              <a:effectLst/>
            </c:spPr>
          </c:dPt>
          <c:dPt>
            <c:idx val="470"/>
            <c:invertIfNegative val="0"/>
            <c:bubble3D val="0"/>
            <c:spPr>
              <a:solidFill>
                <a:srgbClr val="FF5A5F"/>
              </a:solidFill>
              <a:effectLst/>
            </c:spPr>
          </c:dPt>
          <c:dPt>
            <c:idx val="471"/>
            <c:invertIfNegative val="0"/>
            <c:bubble3D val="0"/>
            <c:spPr>
              <a:solidFill>
                <a:srgbClr val="FF5A5F"/>
              </a:solidFill>
              <a:effectLst/>
            </c:spPr>
          </c:dPt>
          <c:dPt>
            <c:idx val="472"/>
            <c:invertIfNegative val="0"/>
            <c:bubble3D val="0"/>
            <c:spPr>
              <a:solidFill>
                <a:srgbClr val="FF5A5F"/>
              </a:solidFill>
              <a:effectLst/>
            </c:spPr>
          </c:dPt>
          <c:dPt>
            <c:idx val="473"/>
            <c:invertIfNegative val="0"/>
            <c:bubble3D val="0"/>
            <c:spPr>
              <a:solidFill>
                <a:srgbClr val="5AA9E6"/>
              </a:solidFill>
              <a:effectLst/>
            </c:spPr>
          </c:dPt>
          <c:dPt>
            <c:idx val="474"/>
            <c:invertIfNegative val="0"/>
            <c:bubble3D val="0"/>
            <c:spPr>
              <a:solidFill>
                <a:srgbClr val="FF5A5F"/>
              </a:solidFill>
              <a:effectLst/>
            </c:spPr>
          </c:dPt>
          <c:dPt>
            <c:idx val="475"/>
            <c:invertIfNegative val="0"/>
            <c:bubble3D val="0"/>
            <c:spPr>
              <a:solidFill>
                <a:srgbClr val="FF5A5F"/>
              </a:solidFill>
              <a:effectLst/>
            </c:spPr>
          </c:dPt>
          <c:dPt>
            <c:idx val="476"/>
            <c:invertIfNegative val="0"/>
            <c:bubble3D val="0"/>
            <c:spPr>
              <a:solidFill>
                <a:srgbClr val="FF5A5F"/>
              </a:solidFill>
              <a:effectLst/>
            </c:spPr>
          </c:dPt>
          <c:dPt>
            <c:idx val="477"/>
            <c:invertIfNegative val="0"/>
            <c:bubble3D val="0"/>
            <c:spPr>
              <a:solidFill>
                <a:srgbClr val="FF5A5F"/>
              </a:solidFill>
              <a:effectLst/>
            </c:spPr>
          </c:dPt>
          <c:dPt>
            <c:idx val="478"/>
            <c:invertIfNegative val="0"/>
            <c:bubble3D val="0"/>
            <c:spPr>
              <a:solidFill>
                <a:srgbClr val="5AA9E6"/>
              </a:solidFill>
              <a:effectLst/>
            </c:spPr>
          </c:dPt>
          <c:dPt>
            <c:idx val="479"/>
            <c:invertIfNegative val="0"/>
            <c:bubble3D val="0"/>
            <c:spPr>
              <a:solidFill>
                <a:srgbClr val="5AA9E6"/>
              </a:solidFill>
              <a:effectLst/>
            </c:spPr>
          </c:dPt>
          <c:dPt>
            <c:idx val="480"/>
            <c:invertIfNegative val="0"/>
            <c:bubble3D val="0"/>
            <c:spPr>
              <a:solidFill>
                <a:srgbClr val="FF5A5F"/>
              </a:solidFill>
              <a:effectLst/>
            </c:spPr>
          </c:dPt>
          <c:dPt>
            <c:idx val="481"/>
            <c:invertIfNegative val="0"/>
            <c:bubble3D val="0"/>
            <c:spPr>
              <a:solidFill>
                <a:srgbClr val="FF5A5F"/>
              </a:solidFill>
              <a:effectLst/>
            </c:spPr>
          </c:dPt>
          <c:dPt>
            <c:idx val="482"/>
            <c:invertIfNegative val="0"/>
            <c:bubble3D val="0"/>
            <c:spPr>
              <a:solidFill>
                <a:srgbClr val="5AA9E6"/>
              </a:solidFill>
              <a:effectLst/>
            </c:spPr>
          </c:dPt>
          <c:dPt>
            <c:idx val="483"/>
            <c:invertIfNegative val="0"/>
            <c:bubble3D val="0"/>
            <c:spPr>
              <a:solidFill>
                <a:srgbClr val="5AA9E6"/>
              </a:solidFill>
              <a:effectLst/>
            </c:spPr>
          </c:dPt>
          <c:dPt>
            <c:idx val="484"/>
            <c:invertIfNegative val="0"/>
            <c:bubble3D val="0"/>
            <c:spPr>
              <a:solidFill>
                <a:srgbClr val="FF5A5F"/>
              </a:solidFill>
              <a:effectLst/>
            </c:spPr>
          </c:dPt>
          <c:dPt>
            <c:idx val="485"/>
            <c:invertIfNegative val="0"/>
            <c:bubble3D val="0"/>
            <c:spPr>
              <a:solidFill>
                <a:srgbClr val="5AA9E6"/>
              </a:solidFill>
              <a:effectLst/>
            </c:spPr>
          </c:dPt>
          <c:dPt>
            <c:idx val="486"/>
            <c:invertIfNegative val="0"/>
            <c:bubble3D val="0"/>
            <c:spPr>
              <a:solidFill>
                <a:srgbClr val="5AA9E6"/>
              </a:solidFill>
              <a:effectLst/>
            </c:spPr>
          </c:dPt>
          <c:dPt>
            <c:idx val="487"/>
            <c:invertIfNegative val="0"/>
            <c:bubble3D val="0"/>
            <c:spPr>
              <a:solidFill>
                <a:srgbClr val="5AA9E6"/>
              </a:solidFill>
              <a:effectLst/>
            </c:spPr>
          </c:dPt>
          <c:dPt>
            <c:idx val="488"/>
            <c:invertIfNegative val="0"/>
            <c:bubble3D val="0"/>
            <c:spPr>
              <a:solidFill>
                <a:srgbClr val="5AA9E6"/>
              </a:solidFill>
              <a:effectLst/>
            </c:spPr>
          </c:dPt>
          <c:dPt>
            <c:idx val="489"/>
            <c:invertIfNegative val="0"/>
            <c:bubble3D val="0"/>
            <c:spPr>
              <a:solidFill>
                <a:srgbClr val="FF5A5F"/>
              </a:solidFill>
              <a:effectLst/>
            </c:spPr>
          </c:dPt>
          <c:dPt>
            <c:idx val="490"/>
            <c:invertIfNegative val="0"/>
            <c:bubble3D val="0"/>
            <c:spPr>
              <a:solidFill>
                <a:srgbClr val="5AA9E6"/>
              </a:solidFill>
              <a:effectLst/>
            </c:spPr>
          </c:dPt>
          <c:dPt>
            <c:idx val="491"/>
            <c:invertIfNegative val="0"/>
            <c:bubble3D val="0"/>
            <c:spPr>
              <a:solidFill>
                <a:srgbClr val="5AA9E6"/>
              </a:solidFill>
              <a:effectLst/>
            </c:spPr>
          </c:dPt>
          <c:dPt>
            <c:idx val="492"/>
            <c:invertIfNegative val="0"/>
            <c:bubble3D val="0"/>
            <c:spPr>
              <a:solidFill>
                <a:srgbClr val="5AA9E6"/>
              </a:solidFill>
              <a:effectLst/>
            </c:spPr>
          </c:dPt>
          <c:dPt>
            <c:idx val="493"/>
            <c:invertIfNegative val="0"/>
            <c:bubble3D val="0"/>
            <c:spPr>
              <a:solidFill>
                <a:srgbClr val="FF5A5F"/>
              </a:solidFill>
              <a:effectLst/>
            </c:spPr>
          </c:dPt>
          <c:dPt>
            <c:idx val="494"/>
            <c:invertIfNegative val="0"/>
            <c:bubble3D val="0"/>
            <c:spPr>
              <a:solidFill>
                <a:srgbClr val="FF5A5F"/>
              </a:solidFill>
              <a:effectLst/>
            </c:spPr>
          </c:dPt>
          <c:dPt>
            <c:idx val="495"/>
            <c:invertIfNegative val="0"/>
            <c:bubble3D val="0"/>
            <c:spPr>
              <a:solidFill>
                <a:srgbClr val="5AA9E6"/>
              </a:solidFill>
              <a:effectLst/>
            </c:spPr>
          </c:dPt>
          <c:dPt>
            <c:idx val="496"/>
            <c:invertIfNegative val="0"/>
            <c:bubble3D val="0"/>
            <c:spPr>
              <a:solidFill>
                <a:srgbClr val="FF5A5F"/>
              </a:solidFill>
              <a:effectLst/>
            </c:spPr>
          </c:dPt>
          <c:dPt>
            <c:idx val="497"/>
            <c:invertIfNegative val="0"/>
            <c:bubble3D val="0"/>
            <c:spPr>
              <a:solidFill>
                <a:srgbClr val="5AA9E6"/>
              </a:solidFill>
              <a:effectLst/>
            </c:spPr>
          </c:dPt>
          <c:dPt>
            <c:idx val="498"/>
            <c:invertIfNegative val="0"/>
            <c:bubble3D val="0"/>
            <c:spPr>
              <a:solidFill>
                <a:srgbClr val="5AA9E6"/>
              </a:solidFill>
              <a:effectLst/>
            </c:spPr>
          </c:dPt>
          <c:dPt>
            <c:idx val="499"/>
            <c:invertIfNegative val="0"/>
            <c:bubble3D val="0"/>
            <c:spPr>
              <a:solidFill>
                <a:srgbClr val="FF5A5F"/>
              </a:solidFill>
              <a:effectLst/>
            </c:spPr>
          </c:dPt>
          <c:dPt>
            <c:idx val="500"/>
            <c:invertIfNegative val="0"/>
            <c:bubble3D val="0"/>
            <c:spPr>
              <a:solidFill>
                <a:srgbClr val="5AA9E6"/>
              </a:solidFill>
              <a:effectLst/>
            </c:spPr>
          </c:dPt>
          <c:dPt>
            <c:idx val="501"/>
            <c:invertIfNegative val="0"/>
            <c:bubble3D val="0"/>
            <c:spPr>
              <a:solidFill>
                <a:srgbClr val="FF5A5F"/>
              </a:solidFill>
              <a:effectLst/>
            </c:spPr>
          </c:dPt>
          <c:dPt>
            <c:idx val="502"/>
            <c:invertIfNegative val="0"/>
            <c:bubble3D val="0"/>
            <c:spPr>
              <a:solidFill>
                <a:srgbClr val="5AA9E6"/>
              </a:solidFill>
              <a:effectLst/>
            </c:spPr>
          </c:dPt>
          <c:dPt>
            <c:idx val="503"/>
            <c:invertIfNegative val="0"/>
            <c:bubble3D val="0"/>
            <c:spPr>
              <a:solidFill>
                <a:srgbClr val="FF5A5F"/>
              </a:solidFill>
              <a:effectLst/>
            </c:spPr>
          </c:dPt>
          <c:dPt>
            <c:idx val="504"/>
            <c:invertIfNegative val="0"/>
            <c:bubble3D val="0"/>
            <c:spPr>
              <a:solidFill>
                <a:srgbClr val="5AA9E6"/>
              </a:solidFill>
              <a:effectLst/>
            </c:spPr>
          </c:dPt>
          <c:dPt>
            <c:idx val="505"/>
            <c:invertIfNegative val="0"/>
            <c:bubble3D val="0"/>
            <c:spPr>
              <a:solidFill>
                <a:srgbClr val="5AA9E6"/>
              </a:solidFill>
              <a:effectLst/>
            </c:spPr>
          </c:dPt>
          <c:dPt>
            <c:idx val="506"/>
            <c:invertIfNegative val="0"/>
            <c:bubble3D val="0"/>
            <c:spPr>
              <a:solidFill>
                <a:srgbClr val="FF5A5F"/>
              </a:solidFill>
              <a:effectLst/>
            </c:spPr>
          </c:dPt>
          <c:dPt>
            <c:idx val="507"/>
            <c:invertIfNegative val="0"/>
            <c:bubble3D val="0"/>
            <c:spPr>
              <a:solidFill>
                <a:srgbClr val="FF5A5F"/>
              </a:solidFill>
              <a:effectLst/>
            </c:spPr>
          </c:dPt>
          <c:dPt>
            <c:idx val="508"/>
            <c:invertIfNegative val="0"/>
            <c:bubble3D val="0"/>
            <c:spPr>
              <a:solidFill>
                <a:srgbClr val="FF5A5F"/>
              </a:solidFill>
              <a:effectLst/>
            </c:spPr>
          </c:dPt>
          <c:dPt>
            <c:idx val="509"/>
            <c:invertIfNegative val="0"/>
            <c:bubble3D val="0"/>
            <c:spPr>
              <a:solidFill>
                <a:srgbClr val="5AA9E6"/>
              </a:solidFill>
              <a:effectLst/>
            </c:spPr>
          </c:dPt>
          <c:dPt>
            <c:idx val="510"/>
            <c:invertIfNegative val="0"/>
            <c:bubble3D val="0"/>
            <c:spPr>
              <a:solidFill>
                <a:srgbClr val="FF5A5F"/>
              </a:solidFill>
              <a:effectLst/>
            </c:spPr>
          </c:dPt>
          <c:dPt>
            <c:idx val="511"/>
            <c:invertIfNegative val="0"/>
            <c:bubble3D val="0"/>
            <c:spPr>
              <a:solidFill>
                <a:srgbClr val="5AA9E6"/>
              </a:solidFill>
              <a:effectLst/>
            </c:spPr>
          </c:dPt>
          <c:dPt>
            <c:idx val="512"/>
            <c:invertIfNegative val="0"/>
            <c:bubble3D val="0"/>
            <c:spPr>
              <a:solidFill>
                <a:srgbClr val="5AA9E6"/>
              </a:solidFill>
              <a:effectLst/>
            </c:spPr>
          </c:dPt>
          <c:dPt>
            <c:idx val="513"/>
            <c:invertIfNegative val="0"/>
            <c:bubble3D val="0"/>
            <c:spPr>
              <a:solidFill>
                <a:srgbClr val="5AA9E6"/>
              </a:solidFill>
              <a:effectLst/>
            </c:spPr>
          </c:dPt>
          <c:dPt>
            <c:idx val="514"/>
            <c:invertIfNegative val="0"/>
            <c:bubble3D val="0"/>
            <c:spPr>
              <a:solidFill>
                <a:srgbClr val="5AA9E6"/>
              </a:solidFill>
              <a:effectLst/>
            </c:spPr>
          </c:dPt>
          <c:dPt>
            <c:idx val="515"/>
            <c:invertIfNegative val="0"/>
            <c:bubble3D val="0"/>
            <c:spPr>
              <a:solidFill>
                <a:srgbClr val="5AA9E6"/>
              </a:solidFill>
              <a:effectLst/>
            </c:spPr>
          </c:dPt>
          <c:dPt>
            <c:idx val="516"/>
            <c:invertIfNegative val="0"/>
            <c:bubble3D val="0"/>
            <c:spPr>
              <a:solidFill>
                <a:srgbClr val="FF5A5F"/>
              </a:solidFill>
              <a:effectLst/>
            </c:spPr>
          </c:dPt>
          <c:dPt>
            <c:idx val="517"/>
            <c:invertIfNegative val="0"/>
            <c:bubble3D val="0"/>
            <c:spPr>
              <a:solidFill>
                <a:srgbClr val="5AA9E6"/>
              </a:solidFill>
              <a:effectLst/>
            </c:spPr>
          </c:dPt>
          <c:dPt>
            <c:idx val="518"/>
            <c:invertIfNegative val="0"/>
            <c:bubble3D val="0"/>
            <c:spPr>
              <a:solidFill>
                <a:srgbClr val="FF5A5F"/>
              </a:solidFill>
              <a:effectLst/>
            </c:spPr>
          </c:dPt>
          <c:dPt>
            <c:idx val="519"/>
            <c:invertIfNegative val="0"/>
            <c:bubble3D val="0"/>
            <c:spPr>
              <a:solidFill>
                <a:srgbClr val="5AA9E6"/>
              </a:solidFill>
              <a:effectLst/>
            </c:spPr>
          </c:dPt>
          <c:dPt>
            <c:idx val="520"/>
            <c:invertIfNegative val="0"/>
            <c:bubble3D val="0"/>
            <c:spPr>
              <a:solidFill>
                <a:srgbClr val="FF5A5F"/>
              </a:solidFill>
              <a:effectLst/>
            </c:spPr>
          </c:dPt>
          <c:dPt>
            <c:idx val="521"/>
            <c:invertIfNegative val="0"/>
            <c:bubble3D val="0"/>
            <c:spPr>
              <a:solidFill>
                <a:srgbClr val="5AA9E6"/>
              </a:solidFill>
              <a:effectLst/>
            </c:spPr>
          </c:dPt>
          <c:dPt>
            <c:idx val="522"/>
            <c:invertIfNegative val="0"/>
            <c:bubble3D val="0"/>
            <c:spPr>
              <a:solidFill>
                <a:srgbClr val="5AA9E6"/>
              </a:solidFill>
              <a:effectLst/>
            </c:spPr>
          </c:dPt>
          <c:dPt>
            <c:idx val="523"/>
            <c:invertIfNegative val="0"/>
            <c:bubble3D val="0"/>
            <c:spPr>
              <a:solidFill>
                <a:srgbClr val="FF5A5F"/>
              </a:solidFill>
              <a:effectLst/>
            </c:spPr>
          </c:dPt>
          <c:dPt>
            <c:idx val="524"/>
            <c:invertIfNegative val="0"/>
            <c:bubble3D val="0"/>
            <c:spPr>
              <a:solidFill>
                <a:srgbClr val="FF5A5F"/>
              </a:solidFill>
              <a:effectLst/>
            </c:spPr>
          </c:dPt>
          <c:dPt>
            <c:idx val="525"/>
            <c:invertIfNegative val="0"/>
            <c:bubble3D val="0"/>
            <c:spPr>
              <a:solidFill>
                <a:srgbClr val="FF5A5F"/>
              </a:solidFill>
              <a:effectLst/>
            </c:spPr>
          </c:dPt>
          <c:dPt>
            <c:idx val="526"/>
            <c:invertIfNegative val="0"/>
            <c:bubble3D val="0"/>
            <c:spPr>
              <a:solidFill>
                <a:srgbClr val="5AA9E6"/>
              </a:solidFill>
              <a:effectLst/>
            </c:spPr>
          </c:dPt>
          <c:dPt>
            <c:idx val="527"/>
            <c:invertIfNegative val="0"/>
            <c:bubble3D val="0"/>
            <c:spPr>
              <a:solidFill>
                <a:srgbClr val="5AA9E6"/>
              </a:solidFill>
              <a:effectLst/>
            </c:spPr>
          </c:dPt>
          <c:dPt>
            <c:idx val="528"/>
            <c:invertIfNegative val="0"/>
            <c:bubble3D val="0"/>
            <c:spPr>
              <a:solidFill>
                <a:srgbClr val="5AA9E6"/>
              </a:solidFill>
              <a:effectLst/>
            </c:spPr>
          </c:dPt>
          <c:dPt>
            <c:idx val="529"/>
            <c:invertIfNegative val="0"/>
            <c:bubble3D val="0"/>
            <c:spPr>
              <a:solidFill>
                <a:srgbClr val="FF5A5F"/>
              </a:solidFill>
              <a:effectLst/>
            </c:spPr>
          </c:dPt>
          <c:dPt>
            <c:idx val="530"/>
            <c:invertIfNegative val="0"/>
            <c:bubble3D val="0"/>
            <c:spPr>
              <a:solidFill>
                <a:srgbClr val="5AA9E6"/>
              </a:solidFill>
              <a:effectLst/>
            </c:spPr>
          </c:dPt>
          <c:dPt>
            <c:idx val="531"/>
            <c:invertIfNegative val="0"/>
            <c:bubble3D val="0"/>
            <c:spPr>
              <a:solidFill>
                <a:srgbClr val="FF5A5F"/>
              </a:solidFill>
              <a:effectLst/>
            </c:spPr>
          </c:dPt>
          <c:dPt>
            <c:idx val="532"/>
            <c:invertIfNegative val="0"/>
            <c:bubble3D val="0"/>
            <c:spPr>
              <a:solidFill>
                <a:srgbClr val="5AA9E6"/>
              </a:solidFill>
              <a:effectLst/>
            </c:spPr>
          </c:dPt>
          <c:dPt>
            <c:idx val="533"/>
            <c:invertIfNegative val="0"/>
            <c:bubble3D val="0"/>
            <c:spPr>
              <a:solidFill>
                <a:srgbClr val="5AA9E6"/>
              </a:solidFill>
              <a:effectLst/>
            </c:spPr>
          </c:dPt>
          <c:dPt>
            <c:idx val="534"/>
            <c:invertIfNegative val="0"/>
            <c:bubble3D val="0"/>
            <c:spPr>
              <a:solidFill>
                <a:srgbClr val="FF5A5F"/>
              </a:solidFill>
              <a:effectLst/>
            </c:spPr>
          </c:dPt>
          <c:dPt>
            <c:idx val="535"/>
            <c:invertIfNegative val="0"/>
            <c:bubble3D val="0"/>
            <c:spPr>
              <a:solidFill>
                <a:srgbClr val="FF5A5F"/>
              </a:solidFill>
              <a:effectLst/>
            </c:spPr>
          </c:dPt>
          <c:dPt>
            <c:idx val="536"/>
            <c:invertIfNegative val="0"/>
            <c:bubble3D val="0"/>
            <c:spPr>
              <a:solidFill>
                <a:srgbClr val="5AA9E6"/>
              </a:solidFill>
              <a:effectLst/>
            </c:spPr>
          </c:dPt>
          <c:dPt>
            <c:idx val="537"/>
            <c:invertIfNegative val="0"/>
            <c:bubble3D val="0"/>
            <c:spPr>
              <a:solidFill>
                <a:srgbClr val="5AA9E6"/>
              </a:solidFill>
              <a:effectLst/>
            </c:spPr>
          </c:dPt>
          <c:dPt>
            <c:idx val="538"/>
            <c:invertIfNegative val="0"/>
            <c:bubble3D val="0"/>
            <c:spPr>
              <a:solidFill>
                <a:srgbClr val="5AA9E6"/>
              </a:solidFill>
              <a:effectLst/>
            </c:spPr>
          </c:dPt>
          <c:dPt>
            <c:idx val="539"/>
            <c:invertIfNegative val="0"/>
            <c:bubble3D val="0"/>
            <c:spPr>
              <a:solidFill>
                <a:srgbClr val="5AA9E6"/>
              </a:solidFill>
              <a:effectLst/>
            </c:spPr>
          </c:dPt>
          <c:dPt>
            <c:idx val="540"/>
            <c:invertIfNegative val="0"/>
            <c:bubble3D val="0"/>
            <c:spPr>
              <a:solidFill>
                <a:srgbClr val="FF5A5F"/>
              </a:solidFill>
              <a:effectLst/>
            </c:spPr>
          </c:dPt>
          <c:dPt>
            <c:idx val="541"/>
            <c:invertIfNegative val="0"/>
            <c:bubble3D val="0"/>
            <c:spPr>
              <a:solidFill>
                <a:srgbClr val="5AA9E6"/>
              </a:solidFill>
              <a:effectLst/>
            </c:spPr>
          </c:dPt>
          <c:dPt>
            <c:idx val="542"/>
            <c:invertIfNegative val="0"/>
            <c:bubble3D val="0"/>
            <c:spPr>
              <a:solidFill>
                <a:srgbClr val="FF5A5F"/>
              </a:solidFill>
              <a:effectLst/>
            </c:spPr>
          </c:dPt>
          <c:dPt>
            <c:idx val="543"/>
            <c:invertIfNegative val="0"/>
            <c:bubble3D val="0"/>
            <c:spPr>
              <a:solidFill>
                <a:srgbClr val="FF5A5F"/>
              </a:solidFill>
              <a:effectLst/>
            </c:spPr>
          </c:dPt>
          <c:dPt>
            <c:idx val="544"/>
            <c:invertIfNegative val="0"/>
            <c:bubble3D val="0"/>
            <c:spPr>
              <a:solidFill>
                <a:srgbClr val="FF5A5F"/>
              </a:solidFill>
              <a:effectLst/>
            </c:spPr>
          </c:dPt>
          <c:dPt>
            <c:idx val="545"/>
            <c:invertIfNegative val="0"/>
            <c:bubble3D val="0"/>
            <c:spPr>
              <a:solidFill>
                <a:srgbClr val="5AA9E6"/>
              </a:solidFill>
              <a:effectLst/>
            </c:spPr>
          </c:dPt>
          <c:dPt>
            <c:idx val="546"/>
            <c:invertIfNegative val="0"/>
            <c:bubble3D val="0"/>
            <c:spPr>
              <a:solidFill>
                <a:srgbClr val="FF5A5F"/>
              </a:solidFill>
              <a:effectLst/>
            </c:spPr>
          </c:dPt>
          <c:dPt>
            <c:idx val="547"/>
            <c:invertIfNegative val="0"/>
            <c:bubble3D val="0"/>
            <c:spPr>
              <a:solidFill>
                <a:srgbClr val="FF5A5F"/>
              </a:solidFill>
              <a:effectLst/>
            </c:spPr>
          </c:dPt>
          <c:dPt>
            <c:idx val="548"/>
            <c:invertIfNegative val="0"/>
            <c:bubble3D val="0"/>
            <c:spPr>
              <a:solidFill>
                <a:srgbClr val="5AA9E6"/>
              </a:solidFill>
              <a:effectLst/>
            </c:spPr>
          </c:dPt>
          <c:dPt>
            <c:idx val="549"/>
            <c:invertIfNegative val="0"/>
            <c:bubble3D val="0"/>
            <c:spPr>
              <a:solidFill>
                <a:srgbClr val="FF5A5F"/>
              </a:solidFill>
              <a:effectLst/>
            </c:spPr>
          </c:dPt>
          <c:dPt>
            <c:idx val="550"/>
            <c:invertIfNegative val="0"/>
            <c:bubble3D val="0"/>
            <c:spPr>
              <a:solidFill>
                <a:srgbClr val="FF5A5F"/>
              </a:solidFill>
              <a:effectLst/>
            </c:spPr>
          </c:dPt>
          <c:dPt>
            <c:idx val="551"/>
            <c:invertIfNegative val="0"/>
            <c:bubble3D val="0"/>
            <c:spPr>
              <a:solidFill>
                <a:srgbClr val="FF5A5F"/>
              </a:solidFill>
              <a:effectLst/>
            </c:spPr>
          </c:dPt>
          <c:dPt>
            <c:idx val="552"/>
            <c:invertIfNegative val="0"/>
            <c:bubble3D val="0"/>
            <c:spPr>
              <a:solidFill>
                <a:srgbClr val="FF5A5F"/>
              </a:solidFill>
              <a:effectLst/>
            </c:spPr>
          </c:dPt>
          <c:dPt>
            <c:idx val="553"/>
            <c:invertIfNegative val="0"/>
            <c:bubble3D val="0"/>
            <c:spPr>
              <a:solidFill>
                <a:srgbClr val="5AA9E6"/>
              </a:solidFill>
              <a:effectLst/>
            </c:spPr>
          </c:dPt>
          <c:dPt>
            <c:idx val="554"/>
            <c:invertIfNegative val="0"/>
            <c:bubble3D val="0"/>
            <c:spPr>
              <a:solidFill>
                <a:srgbClr val="FF5A5F"/>
              </a:solidFill>
              <a:effectLst/>
            </c:spPr>
          </c:dPt>
          <c:dPt>
            <c:idx val="555"/>
            <c:invertIfNegative val="0"/>
            <c:bubble3D val="0"/>
            <c:spPr>
              <a:solidFill>
                <a:srgbClr val="5AA9E6"/>
              </a:solidFill>
              <a:effectLst/>
            </c:spPr>
          </c:dPt>
          <c:dPt>
            <c:idx val="556"/>
            <c:invertIfNegative val="0"/>
            <c:bubble3D val="0"/>
            <c:spPr>
              <a:solidFill>
                <a:srgbClr val="5AA9E6"/>
              </a:solidFill>
              <a:effectLst/>
            </c:spPr>
          </c:dPt>
          <c:dPt>
            <c:idx val="557"/>
            <c:invertIfNegative val="0"/>
            <c:bubble3D val="0"/>
            <c:spPr>
              <a:solidFill>
                <a:srgbClr val="FF5A5F"/>
              </a:solidFill>
              <a:effectLst/>
            </c:spPr>
          </c:dPt>
          <c:dPt>
            <c:idx val="558"/>
            <c:invertIfNegative val="0"/>
            <c:bubble3D val="0"/>
            <c:spPr>
              <a:solidFill>
                <a:srgbClr val="5AA9E6"/>
              </a:solidFill>
              <a:effectLst/>
            </c:spPr>
          </c:dPt>
          <c:dPt>
            <c:idx val="559"/>
            <c:invertIfNegative val="0"/>
            <c:bubble3D val="0"/>
            <c:spPr>
              <a:solidFill>
                <a:srgbClr val="FF5A5F"/>
              </a:solidFill>
              <a:effectLst/>
            </c:spPr>
          </c:dPt>
          <c:dPt>
            <c:idx val="560"/>
            <c:invertIfNegative val="0"/>
            <c:bubble3D val="0"/>
            <c:spPr>
              <a:solidFill>
                <a:srgbClr val="FF5A5F"/>
              </a:solidFill>
              <a:effectLst/>
            </c:spPr>
          </c:dPt>
          <c:dPt>
            <c:idx val="561"/>
            <c:invertIfNegative val="0"/>
            <c:bubble3D val="0"/>
            <c:spPr>
              <a:solidFill>
                <a:srgbClr val="FF5A5F"/>
              </a:solidFill>
              <a:effectLst/>
            </c:spPr>
          </c:dPt>
          <c:dPt>
            <c:idx val="562"/>
            <c:invertIfNegative val="0"/>
            <c:bubble3D val="0"/>
            <c:spPr>
              <a:solidFill>
                <a:srgbClr val="5AA9E6"/>
              </a:solidFill>
              <a:effectLst/>
            </c:spPr>
          </c:dPt>
          <c:dPt>
            <c:idx val="563"/>
            <c:invertIfNegative val="0"/>
            <c:bubble3D val="0"/>
            <c:spPr>
              <a:solidFill>
                <a:srgbClr val="FF5A5F"/>
              </a:solidFill>
              <a:effectLst/>
            </c:spPr>
          </c:dPt>
          <c:dPt>
            <c:idx val="564"/>
            <c:invertIfNegative val="0"/>
            <c:bubble3D val="0"/>
            <c:spPr>
              <a:solidFill>
                <a:srgbClr val="5AA9E6"/>
              </a:solidFill>
              <a:effectLst/>
            </c:spPr>
          </c:dPt>
          <c:dPt>
            <c:idx val="565"/>
            <c:invertIfNegative val="0"/>
            <c:bubble3D val="0"/>
            <c:spPr>
              <a:solidFill>
                <a:srgbClr val="FF5A5F"/>
              </a:solidFill>
              <a:effectLst/>
            </c:spPr>
          </c:dPt>
          <c:dPt>
            <c:idx val="566"/>
            <c:invertIfNegative val="0"/>
            <c:bubble3D val="0"/>
            <c:spPr>
              <a:solidFill>
                <a:srgbClr val="5AA9E6"/>
              </a:solidFill>
              <a:effectLst/>
            </c:spPr>
          </c:dPt>
          <c:dPt>
            <c:idx val="567"/>
            <c:invertIfNegative val="0"/>
            <c:bubble3D val="0"/>
            <c:spPr>
              <a:solidFill>
                <a:srgbClr val="FF5A5F"/>
              </a:solidFill>
              <a:effectLst/>
            </c:spPr>
          </c:dPt>
          <c:dPt>
            <c:idx val="568"/>
            <c:invertIfNegative val="0"/>
            <c:bubble3D val="0"/>
            <c:spPr>
              <a:solidFill>
                <a:srgbClr val="FF5A5F"/>
              </a:solidFill>
              <a:effectLst/>
            </c:spPr>
          </c:dPt>
          <c:dPt>
            <c:idx val="569"/>
            <c:invertIfNegative val="0"/>
            <c:bubble3D val="0"/>
            <c:spPr>
              <a:solidFill>
                <a:srgbClr val="FF5A5F"/>
              </a:solidFill>
              <a:effectLst/>
            </c:spPr>
          </c:dPt>
          <c:dPt>
            <c:idx val="570"/>
            <c:invertIfNegative val="0"/>
            <c:bubble3D val="0"/>
            <c:spPr>
              <a:solidFill>
                <a:srgbClr val="5AA9E6"/>
              </a:solidFill>
              <a:effectLst/>
            </c:spPr>
          </c:dPt>
          <c:dPt>
            <c:idx val="571"/>
            <c:invertIfNegative val="0"/>
            <c:bubble3D val="0"/>
            <c:spPr>
              <a:solidFill>
                <a:srgbClr val="FF5A5F"/>
              </a:solidFill>
              <a:effectLst/>
            </c:spPr>
          </c:dPt>
          <c:dPt>
            <c:idx val="572"/>
            <c:invertIfNegative val="0"/>
            <c:bubble3D val="0"/>
            <c:spPr>
              <a:solidFill>
                <a:srgbClr val="FF5A5F"/>
              </a:solidFill>
              <a:effectLst/>
            </c:spPr>
          </c:dPt>
          <c:dPt>
            <c:idx val="573"/>
            <c:invertIfNegative val="0"/>
            <c:bubble3D val="0"/>
            <c:spPr>
              <a:solidFill>
                <a:srgbClr val="FF5A5F"/>
              </a:solidFill>
              <a:effectLst/>
            </c:spPr>
          </c:dPt>
          <c:dPt>
            <c:idx val="574"/>
            <c:invertIfNegative val="0"/>
            <c:bubble3D val="0"/>
            <c:spPr>
              <a:solidFill>
                <a:srgbClr val="5AA9E6"/>
              </a:solidFill>
              <a:effectLst/>
            </c:spPr>
          </c:dPt>
          <c:dPt>
            <c:idx val="575"/>
            <c:invertIfNegative val="0"/>
            <c:bubble3D val="0"/>
            <c:spPr>
              <a:solidFill>
                <a:srgbClr val="FF5A5F"/>
              </a:solidFill>
              <a:effectLst/>
            </c:spPr>
          </c:dPt>
          <c:dPt>
            <c:idx val="576"/>
            <c:invertIfNegative val="0"/>
            <c:bubble3D val="0"/>
            <c:spPr>
              <a:solidFill>
                <a:srgbClr val="FF5A5F"/>
              </a:solidFill>
              <a:effectLst/>
            </c:spPr>
          </c:dPt>
          <c:dPt>
            <c:idx val="577"/>
            <c:invertIfNegative val="0"/>
            <c:bubble3D val="0"/>
            <c:spPr>
              <a:solidFill>
                <a:srgbClr val="FF5A5F"/>
              </a:solidFill>
              <a:effectLst/>
            </c:spPr>
          </c:dPt>
          <c:dPt>
            <c:idx val="578"/>
            <c:invertIfNegative val="0"/>
            <c:bubble3D val="0"/>
            <c:spPr>
              <a:solidFill>
                <a:srgbClr val="5AA9E6"/>
              </a:solidFill>
              <a:effectLst/>
            </c:spPr>
          </c:dPt>
          <c:dPt>
            <c:idx val="579"/>
            <c:invertIfNegative val="0"/>
            <c:bubble3D val="0"/>
            <c:spPr>
              <a:solidFill>
                <a:srgbClr val="FF5A5F"/>
              </a:solidFill>
              <a:effectLst/>
            </c:spPr>
          </c:dPt>
          <c:dPt>
            <c:idx val="580"/>
            <c:invertIfNegative val="0"/>
            <c:bubble3D val="0"/>
            <c:spPr>
              <a:solidFill>
                <a:srgbClr val="FF5A5F"/>
              </a:solidFill>
              <a:effectLst/>
            </c:spPr>
          </c:dPt>
          <c:dPt>
            <c:idx val="581"/>
            <c:invertIfNegative val="0"/>
            <c:bubble3D val="0"/>
            <c:spPr>
              <a:solidFill>
                <a:srgbClr val="FF5A5F"/>
              </a:solidFill>
              <a:effectLst/>
            </c:spPr>
          </c:dPt>
          <c:dPt>
            <c:idx val="582"/>
            <c:invertIfNegative val="0"/>
            <c:bubble3D val="0"/>
            <c:spPr>
              <a:solidFill>
                <a:srgbClr val="FF5A5F"/>
              </a:solidFill>
              <a:effectLst/>
            </c:spPr>
          </c:dPt>
          <c:dPt>
            <c:idx val="583"/>
            <c:invertIfNegative val="0"/>
            <c:bubble3D val="0"/>
            <c:spPr>
              <a:solidFill>
                <a:srgbClr val="FF5A5F"/>
              </a:solidFill>
              <a:effectLst/>
            </c:spPr>
          </c:dPt>
          <c:dPt>
            <c:idx val="584"/>
            <c:invertIfNegative val="0"/>
            <c:bubble3D val="0"/>
            <c:spPr>
              <a:solidFill>
                <a:srgbClr val="5AA9E6"/>
              </a:solidFill>
              <a:effectLst/>
            </c:spPr>
          </c:dPt>
          <c:dPt>
            <c:idx val="585"/>
            <c:invertIfNegative val="0"/>
            <c:bubble3D val="0"/>
            <c:spPr>
              <a:solidFill>
                <a:srgbClr val="FF5A5F"/>
              </a:solidFill>
              <a:effectLst/>
            </c:spPr>
          </c:dPt>
          <c:dPt>
            <c:idx val="586"/>
            <c:invertIfNegative val="0"/>
            <c:bubble3D val="0"/>
            <c:spPr>
              <a:solidFill>
                <a:srgbClr val="FF5A5F"/>
              </a:solidFill>
              <a:effectLst/>
            </c:spPr>
          </c:dPt>
          <c:dPt>
            <c:idx val="587"/>
            <c:invertIfNegative val="0"/>
            <c:bubble3D val="0"/>
            <c:spPr>
              <a:solidFill>
                <a:srgbClr val="5AA9E6"/>
              </a:solidFill>
              <a:effectLst/>
            </c:spPr>
          </c:dPt>
          <c:dPt>
            <c:idx val="588"/>
            <c:invertIfNegative val="0"/>
            <c:bubble3D val="0"/>
            <c:spPr>
              <a:solidFill>
                <a:srgbClr val="FF5A5F"/>
              </a:solidFill>
              <a:effectLst/>
            </c:spPr>
          </c:dPt>
          <c:dPt>
            <c:idx val="589"/>
            <c:invertIfNegative val="0"/>
            <c:bubble3D val="0"/>
            <c:spPr>
              <a:solidFill>
                <a:srgbClr val="FF5A5F"/>
              </a:solidFill>
              <a:effectLst/>
            </c:spPr>
          </c:dPt>
          <c:dPt>
            <c:idx val="590"/>
            <c:invertIfNegative val="0"/>
            <c:bubble3D val="0"/>
            <c:spPr>
              <a:solidFill>
                <a:srgbClr val="FF5A5F"/>
              </a:solidFill>
              <a:effectLst/>
            </c:spPr>
          </c:dPt>
          <c:dPt>
            <c:idx val="591"/>
            <c:invertIfNegative val="0"/>
            <c:bubble3D val="0"/>
            <c:spPr>
              <a:solidFill>
                <a:srgbClr val="5AA9E6"/>
              </a:solidFill>
              <a:effectLst/>
            </c:spPr>
          </c:dPt>
          <c:dPt>
            <c:idx val="592"/>
            <c:invertIfNegative val="0"/>
            <c:bubble3D val="0"/>
            <c:spPr>
              <a:solidFill>
                <a:srgbClr val="5AA9E6"/>
              </a:solidFill>
              <a:effectLst/>
            </c:spPr>
          </c:dPt>
          <c:dPt>
            <c:idx val="593"/>
            <c:invertIfNegative val="0"/>
            <c:bubble3D val="0"/>
            <c:spPr>
              <a:solidFill>
                <a:srgbClr val="FF5A5F"/>
              </a:solidFill>
              <a:effectLst/>
            </c:spPr>
          </c:dPt>
          <c:dPt>
            <c:idx val="594"/>
            <c:invertIfNegative val="0"/>
            <c:bubble3D val="0"/>
            <c:spPr>
              <a:solidFill>
                <a:srgbClr val="5AA9E6"/>
              </a:solidFill>
              <a:effectLst/>
            </c:spPr>
          </c:dPt>
          <c:dPt>
            <c:idx val="595"/>
            <c:invertIfNegative val="0"/>
            <c:bubble3D val="0"/>
            <c:spPr>
              <a:solidFill>
                <a:srgbClr val="FF5A5F"/>
              </a:solidFill>
              <a:effectLst/>
            </c:spPr>
          </c:dPt>
          <c:dPt>
            <c:idx val="596"/>
            <c:invertIfNegative val="0"/>
            <c:bubble3D val="0"/>
            <c:spPr>
              <a:solidFill>
                <a:srgbClr val="5AA9E6"/>
              </a:solidFill>
              <a:effectLst/>
            </c:spPr>
          </c:dPt>
          <c:dPt>
            <c:idx val="597"/>
            <c:invertIfNegative val="0"/>
            <c:bubble3D val="0"/>
            <c:spPr>
              <a:solidFill>
                <a:srgbClr val="FF5A5F"/>
              </a:solidFill>
              <a:effectLst/>
            </c:spPr>
          </c:dPt>
          <c:dPt>
            <c:idx val="598"/>
            <c:invertIfNegative val="0"/>
            <c:bubble3D val="0"/>
            <c:spPr>
              <a:solidFill>
                <a:srgbClr val="5AA9E6"/>
              </a:solidFill>
              <a:effectLst/>
            </c:spPr>
          </c:dPt>
          <c:dPt>
            <c:idx val="599"/>
            <c:invertIfNegative val="0"/>
            <c:bubble3D val="0"/>
            <c:spPr>
              <a:solidFill>
                <a:srgbClr val="5AA9E6"/>
              </a:solidFill>
              <a:effectLst/>
            </c:spPr>
          </c:dPt>
          <c:dPt>
            <c:idx val="600"/>
            <c:invertIfNegative val="0"/>
            <c:bubble3D val="0"/>
            <c:spPr>
              <a:solidFill>
                <a:srgbClr val="FF5A5F"/>
              </a:solidFill>
              <a:effectLst/>
            </c:spPr>
          </c:dPt>
          <c:dPt>
            <c:idx val="601"/>
            <c:invertIfNegative val="0"/>
            <c:bubble3D val="0"/>
            <c:spPr>
              <a:solidFill>
                <a:srgbClr val="FF5A5F"/>
              </a:solidFill>
              <a:effectLst/>
            </c:spPr>
          </c:dPt>
          <c:dPt>
            <c:idx val="602"/>
            <c:invertIfNegative val="0"/>
            <c:bubble3D val="0"/>
            <c:spPr>
              <a:solidFill>
                <a:srgbClr val="5AA9E6"/>
              </a:solidFill>
              <a:effectLst/>
            </c:spPr>
          </c:dPt>
          <c:dPt>
            <c:idx val="603"/>
            <c:invertIfNegative val="0"/>
            <c:bubble3D val="0"/>
            <c:spPr>
              <a:solidFill>
                <a:srgbClr val="5AA9E6"/>
              </a:solidFill>
              <a:effectLst/>
            </c:spPr>
          </c:dPt>
          <c:dPt>
            <c:idx val="604"/>
            <c:invertIfNegative val="0"/>
            <c:bubble3D val="0"/>
            <c:spPr>
              <a:solidFill>
                <a:srgbClr val="5AA9E6"/>
              </a:solidFill>
              <a:effectLst/>
            </c:spPr>
          </c:dPt>
          <c:dPt>
            <c:idx val="605"/>
            <c:invertIfNegative val="0"/>
            <c:bubble3D val="0"/>
            <c:spPr>
              <a:solidFill>
                <a:srgbClr val="5AA9E6"/>
              </a:solidFill>
              <a:effectLst/>
            </c:spPr>
          </c:dPt>
          <c:dPt>
            <c:idx val="606"/>
            <c:invertIfNegative val="0"/>
            <c:bubble3D val="0"/>
            <c:spPr>
              <a:solidFill>
                <a:srgbClr val="5AA9E6"/>
              </a:solidFill>
              <a:effectLst/>
            </c:spPr>
          </c:dPt>
          <c:dPt>
            <c:idx val="607"/>
            <c:invertIfNegative val="0"/>
            <c:bubble3D val="0"/>
            <c:spPr>
              <a:solidFill>
                <a:srgbClr val="5AA9E6"/>
              </a:solidFill>
              <a:effectLst/>
            </c:spPr>
          </c:dPt>
          <c:dPt>
            <c:idx val="608"/>
            <c:invertIfNegative val="0"/>
            <c:bubble3D val="0"/>
            <c:spPr>
              <a:solidFill>
                <a:srgbClr val="FF5A5F"/>
              </a:solidFill>
              <a:effectLst/>
            </c:spPr>
          </c:dPt>
          <c:dPt>
            <c:idx val="609"/>
            <c:invertIfNegative val="0"/>
            <c:bubble3D val="0"/>
            <c:spPr>
              <a:solidFill>
                <a:srgbClr val="5AA9E6"/>
              </a:solidFill>
              <a:effectLst/>
            </c:spPr>
          </c:dPt>
          <c:dPt>
            <c:idx val="610"/>
            <c:invertIfNegative val="0"/>
            <c:bubble3D val="0"/>
            <c:spPr>
              <a:solidFill>
                <a:srgbClr val="FF5A5F"/>
              </a:solidFill>
              <a:effectLst/>
            </c:spPr>
          </c:dPt>
          <c:dPt>
            <c:idx val="611"/>
            <c:invertIfNegative val="0"/>
            <c:bubble3D val="0"/>
            <c:spPr>
              <a:solidFill>
                <a:srgbClr val="5AA9E6"/>
              </a:solidFill>
              <a:effectLst/>
            </c:spPr>
          </c:dPt>
          <c:dPt>
            <c:idx val="612"/>
            <c:invertIfNegative val="0"/>
            <c:bubble3D val="0"/>
            <c:spPr>
              <a:solidFill>
                <a:srgbClr val="FF5A5F"/>
              </a:solidFill>
              <a:effectLst/>
            </c:spPr>
          </c:dPt>
          <c:dPt>
            <c:idx val="613"/>
            <c:invertIfNegative val="0"/>
            <c:bubble3D val="0"/>
            <c:spPr>
              <a:solidFill>
                <a:srgbClr val="FF5A5F"/>
              </a:solidFill>
              <a:effectLst/>
            </c:spPr>
          </c:dPt>
          <c:dPt>
            <c:idx val="614"/>
            <c:invertIfNegative val="0"/>
            <c:bubble3D val="0"/>
            <c:spPr>
              <a:solidFill>
                <a:srgbClr val="FF5A5F"/>
              </a:solidFill>
              <a:effectLst/>
            </c:spPr>
          </c:dPt>
          <c:dPt>
            <c:idx val="615"/>
            <c:invertIfNegative val="0"/>
            <c:bubble3D val="0"/>
            <c:spPr>
              <a:solidFill>
                <a:srgbClr val="FF5A5F"/>
              </a:solidFill>
              <a:effectLst/>
            </c:spPr>
          </c:dPt>
          <c:dPt>
            <c:idx val="616"/>
            <c:invertIfNegative val="0"/>
            <c:bubble3D val="0"/>
            <c:spPr>
              <a:solidFill>
                <a:srgbClr val="5AA9E6"/>
              </a:solidFill>
              <a:effectLst/>
            </c:spPr>
          </c:dPt>
          <c:dPt>
            <c:idx val="617"/>
            <c:invertIfNegative val="0"/>
            <c:bubble3D val="0"/>
            <c:spPr>
              <a:solidFill>
                <a:srgbClr val="FF5A5F"/>
              </a:solidFill>
              <a:effectLst/>
            </c:spPr>
          </c:dPt>
          <c:dPt>
            <c:idx val="618"/>
            <c:invertIfNegative val="0"/>
            <c:bubble3D val="0"/>
            <c:spPr>
              <a:solidFill>
                <a:srgbClr val="FF5A5F"/>
              </a:solidFill>
              <a:effectLst/>
            </c:spPr>
          </c:dPt>
          <c:dPt>
            <c:idx val="619"/>
            <c:invertIfNegative val="0"/>
            <c:bubble3D val="0"/>
            <c:spPr>
              <a:solidFill>
                <a:srgbClr val="5AA9E6"/>
              </a:solidFill>
              <a:effectLst/>
            </c:spPr>
          </c:dPt>
          <c:dPt>
            <c:idx val="620"/>
            <c:invertIfNegative val="0"/>
            <c:bubble3D val="0"/>
            <c:spPr>
              <a:solidFill>
                <a:srgbClr val="FF5A5F"/>
              </a:solidFill>
              <a:effectLst/>
            </c:spPr>
          </c:dPt>
          <c:dPt>
            <c:idx val="621"/>
            <c:invertIfNegative val="0"/>
            <c:bubble3D val="0"/>
            <c:spPr>
              <a:solidFill>
                <a:srgbClr val="5AA9E6"/>
              </a:solidFill>
              <a:effectLst/>
            </c:spPr>
          </c:dPt>
          <c:dPt>
            <c:idx val="622"/>
            <c:invertIfNegative val="0"/>
            <c:bubble3D val="0"/>
            <c:spPr>
              <a:solidFill>
                <a:srgbClr val="FF5A5F"/>
              </a:solidFill>
              <a:effectLst/>
            </c:spPr>
          </c:dPt>
          <c:dPt>
            <c:idx val="623"/>
            <c:invertIfNegative val="0"/>
            <c:bubble3D val="0"/>
            <c:spPr>
              <a:solidFill>
                <a:srgbClr val="FF5A5F"/>
              </a:solidFill>
              <a:effectLst/>
            </c:spPr>
          </c:dPt>
          <c:dPt>
            <c:idx val="624"/>
            <c:invertIfNegative val="0"/>
            <c:bubble3D val="0"/>
            <c:spPr>
              <a:solidFill>
                <a:srgbClr val="FF5A5F"/>
              </a:solidFill>
              <a:effectLst/>
            </c:spPr>
          </c:dPt>
          <c:dPt>
            <c:idx val="625"/>
            <c:invertIfNegative val="0"/>
            <c:bubble3D val="0"/>
            <c:spPr>
              <a:solidFill>
                <a:srgbClr val="5AA9E6"/>
              </a:solidFill>
              <a:effectLst/>
            </c:spPr>
          </c:dPt>
          <c:dPt>
            <c:idx val="626"/>
            <c:invertIfNegative val="0"/>
            <c:bubble3D val="0"/>
            <c:spPr>
              <a:solidFill>
                <a:srgbClr val="5AA9E6"/>
              </a:solidFill>
              <a:effectLst/>
            </c:spPr>
          </c:dPt>
          <c:dPt>
            <c:idx val="627"/>
            <c:invertIfNegative val="0"/>
            <c:bubble3D val="0"/>
            <c:spPr>
              <a:solidFill>
                <a:srgbClr val="5AA9E6"/>
              </a:solidFill>
              <a:effectLst/>
            </c:spPr>
          </c:dPt>
          <c:dPt>
            <c:idx val="628"/>
            <c:invertIfNegative val="0"/>
            <c:bubble3D val="0"/>
            <c:spPr>
              <a:solidFill>
                <a:srgbClr val="FF5A5F"/>
              </a:solidFill>
              <a:effectLst/>
            </c:spPr>
          </c:dPt>
          <c:dPt>
            <c:idx val="629"/>
            <c:invertIfNegative val="0"/>
            <c:bubble3D val="0"/>
            <c:spPr>
              <a:solidFill>
                <a:srgbClr val="5AA9E6"/>
              </a:solidFill>
              <a:effectLst/>
            </c:spPr>
          </c:dPt>
          <c:dPt>
            <c:idx val="630"/>
            <c:invertIfNegative val="0"/>
            <c:bubble3D val="0"/>
            <c:spPr>
              <a:solidFill>
                <a:srgbClr val="FF5A5F"/>
              </a:solidFill>
              <a:effectLst/>
            </c:spPr>
          </c:dPt>
          <c:dPt>
            <c:idx val="631"/>
            <c:invertIfNegative val="0"/>
            <c:bubble3D val="0"/>
            <c:spPr>
              <a:solidFill>
                <a:srgbClr val="FF5A5F"/>
              </a:solidFill>
              <a:effectLst/>
            </c:spPr>
          </c:dPt>
          <c:dPt>
            <c:idx val="632"/>
            <c:invertIfNegative val="0"/>
            <c:bubble3D val="0"/>
            <c:spPr>
              <a:solidFill>
                <a:srgbClr val="5AA9E6"/>
              </a:solidFill>
              <a:effectLst/>
            </c:spPr>
          </c:dPt>
          <c:dPt>
            <c:idx val="633"/>
            <c:invertIfNegative val="0"/>
            <c:bubble3D val="0"/>
            <c:spPr>
              <a:solidFill>
                <a:srgbClr val="FF5A5F"/>
              </a:solidFill>
              <a:effectLst/>
            </c:spPr>
          </c:dPt>
          <c:dPt>
            <c:idx val="634"/>
            <c:invertIfNegative val="0"/>
            <c:bubble3D val="0"/>
            <c:spPr>
              <a:solidFill>
                <a:srgbClr val="5AA9E6"/>
              </a:solidFill>
              <a:effectLst/>
            </c:spPr>
          </c:dPt>
          <c:dPt>
            <c:idx val="635"/>
            <c:invertIfNegative val="0"/>
            <c:bubble3D val="0"/>
            <c:spPr>
              <a:solidFill>
                <a:srgbClr val="FF5A5F"/>
              </a:solidFill>
              <a:effectLst/>
            </c:spPr>
          </c:dPt>
          <c:dPt>
            <c:idx val="636"/>
            <c:invertIfNegative val="0"/>
            <c:bubble3D val="0"/>
            <c:spPr>
              <a:solidFill>
                <a:srgbClr val="FF5A5F"/>
              </a:solidFill>
              <a:effectLst/>
            </c:spPr>
          </c:dPt>
          <c:dPt>
            <c:idx val="637"/>
            <c:invertIfNegative val="0"/>
            <c:bubble3D val="0"/>
            <c:spPr>
              <a:solidFill>
                <a:srgbClr val="FF5A5F"/>
              </a:solidFill>
              <a:effectLst/>
            </c:spPr>
          </c:dPt>
          <c:dPt>
            <c:idx val="638"/>
            <c:invertIfNegative val="0"/>
            <c:bubble3D val="0"/>
            <c:spPr>
              <a:solidFill>
                <a:srgbClr val="5AA9E6"/>
              </a:solidFill>
              <a:effectLst/>
            </c:spPr>
          </c:dPt>
          <c:dPt>
            <c:idx val="639"/>
            <c:invertIfNegative val="0"/>
            <c:bubble3D val="0"/>
            <c:spPr>
              <a:solidFill>
                <a:srgbClr val="5AA9E6"/>
              </a:solidFill>
              <a:effectLst/>
            </c:spPr>
          </c:dPt>
          <c:dPt>
            <c:idx val="640"/>
            <c:invertIfNegative val="0"/>
            <c:bubble3D val="0"/>
            <c:spPr>
              <a:solidFill>
                <a:srgbClr val="5AA9E6"/>
              </a:solidFill>
              <a:effectLst/>
            </c:spPr>
          </c:dPt>
          <c:dPt>
            <c:idx val="641"/>
            <c:invertIfNegative val="0"/>
            <c:bubble3D val="0"/>
            <c:spPr>
              <a:solidFill>
                <a:srgbClr val="FF5A5F"/>
              </a:solidFill>
              <a:effectLst/>
            </c:spPr>
          </c:dPt>
          <c:dPt>
            <c:idx val="642"/>
            <c:invertIfNegative val="0"/>
            <c:bubble3D val="0"/>
            <c:spPr>
              <a:solidFill>
                <a:srgbClr val="FF5A5F"/>
              </a:solidFill>
              <a:effectLst/>
            </c:spPr>
          </c:dPt>
          <c:dPt>
            <c:idx val="643"/>
            <c:invertIfNegative val="0"/>
            <c:bubble3D val="0"/>
            <c:spPr>
              <a:solidFill>
                <a:srgbClr val="FF5A5F"/>
              </a:solidFill>
              <a:effectLst/>
            </c:spPr>
          </c:dPt>
          <c:dPt>
            <c:idx val="644"/>
            <c:invertIfNegative val="0"/>
            <c:bubble3D val="0"/>
            <c:spPr>
              <a:solidFill>
                <a:srgbClr val="FF5A5F"/>
              </a:solidFill>
              <a:effectLst/>
            </c:spPr>
          </c:dPt>
          <c:dPt>
            <c:idx val="645"/>
            <c:invertIfNegative val="0"/>
            <c:bubble3D val="0"/>
            <c:spPr>
              <a:solidFill>
                <a:srgbClr val="FF5A5F"/>
              </a:solidFill>
              <a:effectLst/>
            </c:spPr>
          </c:dPt>
          <c:dPt>
            <c:idx val="646"/>
            <c:invertIfNegative val="0"/>
            <c:bubble3D val="0"/>
            <c:spPr>
              <a:solidFill>
                <a:srgbClr val="FF5A5F"/>
              </a:solidFill>
              <a:effectLst/>
            </c:spPr>
          </c:dPt>
          <c:dPt>
            <c:idx val="647"/>
            <c:invertIfNegative val="0"/>
            <c:bubble3D val="0"/>
            <c:spPr>
              <a:solidFill>
                <a:srgbClr val="5AA9E6"/>
              </a:solidFill>
              <a:effectLst/>
            </c:spPr>
          </c:dPt>
          <c:dPt>
            <c:idx val="648"/>
            <c:invertIfNegative val="0"/>
            <c:bubble3D val="0"/>
            <c:spPr>
              <a:solidFill>
                <a:srgbClr val="FF5A5F"/>
              </a:solidFill>
              <a:effectLst/>
            </c:spPr>
          </c:dPt>
          <c:dPt>
            <c:idx val="649"/>
            <c:invertIfNegative val="0"/>
            <c:bubble3D val="0"/>
            <c:spPr>
              <a:solidFill>
                <a:srgbClr val="FF5A5F"/>
              </a:solidFill>
              <a:effectLst/>
            </c:spPr>
          </c:dPt>
          <c:dPt>
            <c:idx val="650"/>
            <c:invertIfNegative val="0"/>
            <c:bubble3D val="0"/>
            <c:spPr>
              <a:solidFill>
                <a:srgbClr val="FF5A5F"/>
              </a:solidFill>
              <a:effectLst/>
            </c:spPr>
          </c:dPt>
          <c:dPt>
            <c:idx val="651"/>
            <c:invertIfNegative val="0"/>
            <c:bubble3D val="0"/>
            <c:spPr>
              <a:solidFill>
                <a:srgbClr val="5AA9E6"/>
              </a:solidFill>
              <a:effectLst/>
            </c:spPr>
          </c:dPt>
          <c:dPt>
            <c:idx val="652"/>
            <c:invertIfNegative val="0"/>
            <c:bubble3D val="0"/>
            <c:spPr>
              <a:solidFill>
                <a:srgbClr val="FF5A5F"/>
              </a:solidFill>
              <a:effectLst/>
            </c:spPr>
          </c:dPt>
          <c:dPt>
            <c:idx val="653"/>
            <c:invertIfNegative val="0"/>
            <c:bubble3D val="0"/>
            <c:spPr>
              <a:solidFill>
                <a:srgbClr val="5AA9E6"/>
              </a:solidFill>
              <a:effectLst/>
            </c:spPr>
          </c:dPt>
          <c:dPt>
            <c:idx val="654"/>
            <c:invertIfNegative val="0"/>
            <c:bubble3D val="0"/>
            <c:spPr>
              <a:solidFill>
                <a:srgbClr val="5AA9E6"/>
              </a:solidFill>
              <a:effectLst/>
            </c:spPr>
          </c:dPt>
          <c:dPt>
            <c:idx val="655"/>
            <c:invertIfNegative val="0"/>
            <c:bubble3D val="0"/>
            <c:spPr>
              <a:solidFill>
                <a:srgbClr val="5AA9E6"/>
              </a:solidFill>
              <a:effectLst/>
            </c:spPr>
          </c:dPt>
          <c:dPt>
            <c:idx val="656"/>
            <c:invertIfNegative val="0"/>
            <c:bubble3D val="0"/>
            <c:spPr>
              <a:solidFill>
                <a:srgbClr val="5AA9E6"/>
              </a:solidFill>
              <a:effectLst/>
            </c:spPr>
          </c:dPt>
          <c:dPt>
            <c:idx val="657"/>
            <c:invertIfNegative val="0"/>
            <c:bubble3D val="0"/>
            <c:spPr>
              <a:solidFill>
                <a:srgbClr val="FF5A5F"/>
              </a:solidFill>
              <a:effectLst/>
            </c:spPr>
          </c:dPt>
          <c:dPt>
            <c:idx val="658"/>
            <c:invertIfNegative val="0"/>
            <c:bubble3D val="0"/>
            <c:spPr>
              <a:solidFill>
                <a:srgbClr val="FF5A5F"/>
              </a:solidFill>
              <a:effectLst/>
            </c:spPr>
          </c:dPt>
          <c:dPt>
            <c:idx val="659"/>
            <c:invertIfNegative val="0"/>
            <c:bubble3D val="0"/>
            <c:spPr>
              <a:solidFill>
                <a:srgbClr val="5AA9E6"/>
              </a:solidFill>
              <a:effectLst/>
            </c:spPr>
          </c:dPt>
          <c:dPt>
            <c:idx val="660"/>
            <c:invertIfNegative val="0"/>
            <c:bubble3D val="0"/>
            <c:spPr>
              <a:solidFill>
                <a:srgbClr val="5AA9E6"/>
              </a:solidFill>
              <a:effectLst/>
            </c:spPr>
          </c:dPt>
          <c:dPt>
            <c:idx val="661"/>
            <c:invertIfNegative val="0"/>
            <c:bubble3D val="0"/>
            <c:spPr>
              <a:solidFill>
                <a:srgbClr val="5AA9E6"/>
              </a:solidFill>
              <a:effectLst/>
            </c:spPr>
          </c:dPt>
          <c:dPt>
            <c:idx val="662"/>
            <c:invertIfNegative val="0"/>
            <c:bubble3D val="0"/>
            <c:spPr>
              <a:solidFill>
                <a:srgbClr val="5AA9E6"/>
              </a:solidFill>
              <a:effectLst/>
            </c:spPr>
          </c:dPt>
          <c:dPt>
            <c:idx val="663"/>
            <c:invertIfNegative val="0"/>
            <c:bubble3D val="0"/>
            <c:spPr>
              <a:solidFill>
                <a:srgbClr val="5AA9E6"/>
              </a:solidFill>
              <a:effectLst/>
            </c:spPr>
          </c:dPt>
          <c:dPt>
            <c:idx val="664"/>
            <c:invertIfNegative val="0"/>
            <c:bubble3D val="0"/>
            <c:spPr>
              <a:solidFill>
                <a:srgbClr val="5AA9E6"/>
              </a:solidFill>
              <a:effectLst/>
            </c:spPr>
          </c:dPt>
          <c:dPt>
            <c:idx val="665"/>
            <c:invertIfNegative val="0"/>
            <c:bubble3D val="0"/>
            <c:spPr>
              <a:solidFill>
                <a:srgbClr val="FF5A5F"/>
              </a:solidFill>
              <a:effectLst/>
            </c:spPr>
          </c:dPt>
          <c:dPt>
            <c:idx val="666"/>
            <c:invertIfNegative val="0"/>
            <c:bubble3D val="0"/>
            <c:spPr>
              <a:solidFill>
                <a:srgbClr val="FF5A5F"/>
              </a:solidFill>
              <a:effectLst/>
            </c:spPr>
          </c:dPt>
          <c:dPt>
            <c:idx val="667"/>
            <c:invertIfNegative val="0"/>
            <c:bubble3D val="0"/>
            <c:spPr>
              <a:solidFill>
                <a:srgbClr val="5AA9E6"/>
              </a:solidFill>
              <a:effectLst/>
            </c:spPr>
          </c:dPt>
          <c:dPt>
            <c:idx val="668"/>
            <c:invertIfNegative val="0"/>
            <c:bubble3D val="0"/>
            <c:spPr>
              <a:solidFill>
                <a:srgbClr val="5AA9E6"/>
              </a:solidFill>
              <a:effectLst/>
            </c:spPr>
          </c:dPt>
          <c:dPt>
            <c:idx val="669"/>
            <c:invertIfNegative val="0"/>
            <c:bubble3D val="0"/>
            <c:spPr>
              <a:solidFill>
                <a:srgbClr val="FF5A5F"/>
              </a:solidFill>
              <a:effectLst/>
            </c:spPr>
          </c:dPt>
          <c:dPt>
            <c:idx val="670"/>
            <c:invertIfNegative val="0"/>
            <c:bubble3D val="0"/>
            <c:spPr>
              <a:solidFill>
                <a:srgbClr val="5AA9E6"/>
              </a:solidFill>
              <a:effectLst/>
            </c:spPr>
          </c:dPt>
          <c:dPt>
            <c:idx val="671"/>
            <c:invertIfNegative val="0"/>
            <c:bubble3D val="0"/>
            <c:spPr>
              <a:solidFill>
                <a:srgbClr val="FF5A5F"/>
              </a:solidFill>
              <a:effectLst/>
            </c:spPr>
          </c:dPt>
          <c:dPt>
            <c:idx val="672"/>
            <c:invertIfNegative val="0"/>
            <c:bubble3D val="0"/>
            <c:spPr>
              <a:solidFill>
                <a:srgbClr val="5AA9E6"/>
              </a:solidFill>
              <a:effectLst/>
            </c:spPr>
          </c:dPt>
          <c:dPt>
            <c:idx val="673"/>
            <c:invertIfNegative val="0"/>
            <c:bubble3D val="0"/>
            <c:spPr>
              <a:solidFill>
                <a:srgbClr val="FF5A5F"/>
              </a:solidFill>
              <a:effectLst/>
            </c:spPr>
          </c:dPt>
          <c:dPt>
            <c:idx val="674"/>
            <c:invertIfNegative val="0"/>
            <c:bubble3D val="0"/>
            <c:spPr>
              <a:solidFill>
                <a:srgbClr val="5AA9E6"/>
              </a:solidFill>
              <a:effectLst/>
            </c:spPr>
          </c:dPt>
          <c:dPt>
            <c:idx val="675"/>
            <c:invertIfNegative val="0"/>
            <c:bubble3D val="0"/>
            <c:spPr>
              <a:solidFill>
                <a:srgbClr val="FF5A5F"/>
              </a:solidFill>
              <a:effectLst/>
            </c:spPr>
          </c:dPt>
          <c:dPt>
            <c:idx val="676"/>
            <c:invertIfNegative val="0"/>
            <c:bubble3D val="0"/>
            <c:spPr>
              <a:solidFill>
                <a:srgbClr val="5AA9E6"/>
              </a:solidFill>
              <a:effectLst/>
            </c:spPr>
          </c:dPt>
          <c:dPt>
            <c:idx val="677"/>
            <c:invertIfNegative val="0"/>
            <c:bubble3D val="0"/>
            <c:spPr>
              <a:solidFill>
                <a:srgbClr val="FF5A5F"/>
              </a:solidFill>
              <a:effectLst/>
            </c:spPr>
          </c:dPt>
          <c:dPt>
            <c:idx val="678"/>
            <c:invertIfNegative val="0"/>
            <c:bubble3D val="0"/>
            <c:spPr>
              <a:solidFill>
                <a:srgbClr val="5AA9E6"/>
              </a:solidFill>
              <a:effectLst/>
            </c:spPr>
          </c:dPt>
          <c:dPt>
            <c:idx val="679"/>
            <c:invertIfNegative val="0"/>
            <c:bubble3D val="0"/>
            <c:spPr>
              <a:solidFill>
                <a:srgbClr val="FF5A5F"/>
              </a:solidFill>
              <a:effectLst/>
            </c:spPr>
          </c:dPt>
          <c:dPt>
            <c:idx val="680"/>
            <c:invertIfNegative val="0"/>
            <c:bubble3D val="0"/>
            <c:spPr>
              <a:solidFill>
                <a:srgbClr val="5AA9E6"/>
              </a:solidFill>
              <a:effectLst/>
            </c:spPr>
          </c:dPt>
          <c:dPt>
            <c:idx val="681"/>
            <c:invertIfNegative val="0"/>
            <c:bubble3D val="0"/>
            <c:spPr>
              <a:solidFill>
                <a:srgbClr val="FF5A5F"/>
              </a:solidFill>
              <a:effectLst/>
            </c:spPr>
          </c:dPt>
          <c:dPt>
            <c:idx val="682"/>
            <c:invertIfNegative val="0"/>
            <c:bubble3D val="0"/>
            <c:spPr>
              <a:solidFill>
                <a:srgbClr val="FF5A5F"/>
              </a:solidFill>
              <a:effectLst/>
            </c:spPr>
          </c:dPt>
          <c:dPt>
            <c:idx val="683"/>
            <c:invertIfNegative val="0"/>
            <c:bubble3D val="0"/>
            <c:spPr>
              <a:solidFill>
                <a:srgbClr val="FF5A5F"/>
              </a:solidFill>
              <a:effectLst/>
            </c:spPr>
          </c:dPt>
          <c:dPt>
            <c:idx val="684"/>
            <c:invertIfNegative val="0"/>
            <c:bubble3D val="0"/>
            <c:spPr>
              <a:solidFill>
                <a:srgbClr val="FF5A5F"/>
              </a:solidFill>
              <a:effectLst/>
            </c:spPr>
          </c:dPt>
          <c:dPt>
            <c:idx val="685"/>
            <c:invertIfNegative val="0"/>
            <c:bubble3D val="0"/>
            <c:spPr>
              <a:solidFill>
                <a:srgbClr val="FF5A5F"/>
              </a:solidFill>
              <a:effectLst/>
            </c:spPr>
          </c:dPt>
          <c:dPt>
            <c:idx val="686"/>
            <c:invertIfNegative val="0"/>
            <c:bubble3D val="0"/>
            <c:spPr>
              <a:solidFill>
                <a:srgbClr val="5AA9E6"/>
              </a:solidFill>
              <a:effectLst/>
            </c:spPr>
          </c:dPt>
          <c:dPt>
            <c:idx val="687"/>
            <c:invertIfNegative val="0"/>
            <c:bubble3D val="0"/>
            <c:spPr>
              <a:solidFill>
                <a:srgbClr val="FF5A5F"/>
              </a:solidFill>
              <a:effectLst/>
            </c:spPr>
          </c:dPt>
          <c:dPt>
            <c:idx val="688"/>
            <c:invertIfNegative val="0"/>
            <c:bubble3D val="0"/>
            <c:spPr>
              <a:solidFill>
                <a:srgbClr val="5AA9E6"/>
              </a:solidFill>
              <a:effectLst/>
            </c:spPr>
          </c:dPt>
          <c:dPt>
            <c:idx val="689"/>
            <c:invertIfNegative val="0"/>
            <c:bubble3D val="0"/>
            <c:spPr>
              <a:solidFill>
                <a:srgbClr val="5AA9E6"/>
              </a:solidFill>
              <a:effectLst/>
            </c:spPr>
          </c:dPt>
          <c:dPt>
            <c:idx val="690"/>
            <c:invertIfNegative val="0"/>
            <c:bubble3D val="0"/>
            <c:spPr>
              <a:solidFill>
                <a:srgbClr val="FF5A5F"/>
              </a:solidFill>
              <a:effectLst/>
            </c:spPr>
          </c:dPt>
          <c:dPt>
            <c:idx val="691"/>
            <c:invertIfNegative val="0"/>
            <c:bubble3D val="0"/>
            <c:spPr>
              <a:solidFill>
                <a:srgbClr val="FF5A5F"/>
              </a:solidFill>
              <a:effectLst/>
            </c:spPr>
          </c:dPt>
          <c:dPt>
            <c:idx val="692"/>
            <c:invertIfNegative val="0"/>
            <c:bubble3D val="0"/>
            <c:spPr>
              <a:solidFill>
                <a:srgbClr val="FF5A5F"/>
              </a:solidFill>
              <a:effectLst/>
            </c:spPr>
          </c:dPt>
          <c:dPt>
            <c:idx val="693"/>
            <c:invertIfNegative val="0"/>
            <c:bubble3D val="0"/>
            <c:spPr>
              <a:solidFill>
                <a:srgbClr val="FF5A5F"/>
              </a:solidFill>
              <a:effectLst/>
            </c:spPr>
          </c:dPt>
          <c:dPt>
            <c:idx val="694"/>
            <c:invertIfNegative val="0"/>
            <c:bubble3D val="0"/>
            <c:spPr>
              <a:solidFill>
                <a:srgbClr val="5AA9E6"/>
              </a:solidFill>
              <a:effectLst/>
            </c:spPr>
          </c:dPt>
          <c:dPt>
            <c:idx val="695"/>
            <c:invertIfNegative val="0"/>
            <c:bubble3D val="0"/>
            <c:spPr>
              <a:solidFill>
                <a:srgbClr val="5AA9E6"/>
              </a:solidFill>
              <a:effectLst/>
            </c:spPr>
          </c:dPt>
          <c:dPt>
            <c:idx val="696"/>
            <c:invertIfNegative val="0"/>
            <c:bubble3D val="0"/>
            <c:spPr>
              <a:solidFill>
                <a:srgbClr val="5AA9E6"/>
              </a:solidFill>
              <a:effectLst/>
            </c:spPr>
          </c:dPt>
          <c:dPt>
            <c:idx val="697"/>
            <c:invertIfNegative val="0"/>
            <c:bubble3D val="0"/>
            <c:spPr>
              <a:solidFill>
                <a:srgbClr val="FF5A5F"/>
              </a:solidFill>
              <a:effectLst/>
            </c:spPr>
          </c:dPt>
          <c:dPt>
            <c:idx val="698"/>
            <c:invertIfNegative val="0"/>
            <c:bubble3D val="0"/>
            <c:spPr>
              <a:solidFill>
                <a:srgbClr val="FF5A5F"/>
              </a:solidFill>
              <a:effectLst/>
            </c:spPr>
          </c:dPt>
          <c:dPt>
            <c:idx val="699"/>
            <c:invertIfNegative val="0"/>
            <c:bubble3D val="0"/>
            <c:spPr>
              <a:solidFill>
                <a:srgbClr val="FF5A5F"/>
              </a:solidFill>
              <a:effectLst/>
            </c:spPr>
          </c:dPt>
          <c:dPt>
            <c:idx val="700"/>
            <c:invertIfNegative val="0"/>
            <c:bubble3D val="0"/>
            <c:spPr>
              <a:solidFill>
                <a:srgbClr val="FF5A5F"/>
              </a:solidFill>
              <a:effectLst/>
            </c:spPr>
          </c:dPt>
          <c:dPt>
            <c:idx val="701"/>
            <c:invertIfNegative val="0"/>
            <c:bubble3D val="0"/>
            <c:spPr>
              <a:solidFill>
                <a:srgbClr val="FF5A5F"/>
              </a:solidFill>
              <a:effectLst/>
            </c:spPr>
          </c:dPt>
          <c:dPt>
            <c:idx val="702"/>
            <c:invertIfNegative val="0"/>
            <c:bubble3D val="0"/>
            <c:spPr>
              <a:solidFill>
                <a:srgbClr val="FF5A5F"/>
              </a:solidFill>
              <a:effectLst/>
            </c:spPr>
          </c:dPt>
          <c:dPt>
            <c:idx val="703"/>
            <c:invertIfNegative val="0"/>
            <c:bubble3D val="0"/>
            <c:spPr>
              <a:solidFill>
                <a:srgbClr val="FF5A5F"/>
              </a:solidFill>
              <a:effectLst/>
            </c:spPr>
          </c:dPt>
          <c:dPt>
            <c:idx val="704"/>
            <c:invertIfNegative val="0"/>
            <c:bubble3D val="0"/>
            <c:spPr>
              <a:solidFill>
                <a:srgbClr val="FF5A5F"/>
              </a:solidFill>
              <a:effectLst/>
            </c:spPr>
          </c:dPt>
          <c:dPt>
            <c:idx val="705"/>
            <c:invertIfNegative val="0"/>
            <c:bubble3D val="0"/>
            <c:spPr>
              <a:solidFill>
                <a:srgbClr val="FF5A5F"/>
              </a:solidFill>
              <a:effectLst/>
            </c:spPr>
          </c:dPt>
          <c:dPt>
            <c:idx val="706"/>
            <c:invertIfNegative val="0"/>
            <c:bubble3D val="0"/>
            <c:spPr>
              <a:solidFill>
                <a:srgbClr val="5AA9E6"/>
              </a:solidFill>
              <a:effectLst/>
            </c:spPr>
          </c:dPt>
          <c:dPt>
            <c:idx val="707"/>
            <c:invertIfNegative val="0"/>
            <c:bubble3D val="0"/>
            <c:spPr>
              <a:solidFill>
                <a:srgbClr val="FF5A5F"/>
              </a:solidFill>
              <a:effectLst/>
            </c:spPr>
          </c:dPt>
          <c:dPt>
            <c:idx val="708"/>
            <c:invertIfNegative val="0"/>
            <c:bubble3D val="0"/>
            <c:spPr>
              <a:solidFill>
                <a:srgbClr val="5AA9E6"/>
              </a:solidFill>
              <a:effectLst/>
            </c:spPr>
          </c:dPt>
          <c:dPt>
            <c:idx val="709"/>
            <c:invertIfNegative val="0"/>
            <c:bubble3D val="0"/>
            <c:spPr>
              <a:solidFill>
                <a:srgbClr val="5AA9E6"/>
              </a:solidFill>
              <a:effectLst/>
            </c:spPr>
          </c:dPt>
          <c:dPt>
            <c:idx val="710"/>
            <c:invertIfNegative val="0"/>
            <c:bubble3D val="0"/>
            <c:spPr>
              <a:solidFill>
                <a:srgbClr val="FF5A5F"/>
              </a:solidFill>
              <a:effectLst/>
            </c:spPr>
          </c:dPt>
          <c:dPt>
            <c:idx val="711"/>
            <c:invertIfNegative val="0"/>
            <c:bubble3D val="0"/>
            <c:spPr>
              <a:solidFill>
                <a:srgbClr val="FF5A5F"/>
              </a:solidFill>
              <a:effectLst/>
            </c:spPr>
          </c:dPt>
          <c:dPt>
            <c:idx val="712"/>
            <c:invertIfNegative val="0"/>
            <c:bubble3D val="0"/>
            <c:spPr>
              <a:solidFill>
                <a:srgbClr val="5AA9E6"/>
              </a:solidFill>
              <a:effectLst/>
            </c:spPr>
          </c:dPt>
          <c:dPt>
            <c:idx val="713"/>
            <c:invertIfNegative val="0"/>
            <c:bubble3D val="0"/>
            <c:spPr>
              <a:solidFill>
                <a:srgbClr val="5AA9E6"/>
              </a:solidFill>
              <a:effectLst/>
            </c:spPr>
          </c:dPt>
          <c:dPt>
            <c:idx val="714"/>
            <c:invertIfNegative val="0"/>
            <c:bubble3D val="0"/>
            <c:spPr>
              <a:solidFill>
                <a:srgbClr val="5AA9E6"/>
              </a:solidFill>
              <a:effectLst/>
            </c:spPr>
          </c:dPt>
          <c:dPt>
            <c:idx val="715"/>
            <c:invertIfNegative val="0"/>
            <c:bubble3D val="0"/>
            <c:spPr>
              <a:solidFill>
                <a:srgbClr val="FF5A5F"/>
              </a:solidFill>
              <a:effectLst/>
            </c:spPr>
          </c:dPt>
          <c:dPt>
            <c:idx val="716"/>
            <c:invertIfNegative val="0"/>
            <c:bubble3D val="0"/>
            <c:spPr>
              <a:solidFill>
                <a:srgbClr val="FF5A5F"/>
              </a:solidFill>
              <a:effectLst/>
            </c:spPr>
          </c:dPt>
          <c:dPt>
            <c:idx val="717"/>
            <c:invertIfNegative val="0"/>
            <c:bubble3D val="0"/>
            <c:spPr>
              <a:solidFill>
                <a:srgbClr val="5AA9E6"/>
              </a:solidFill>
              <a:effectLst/>
            </c:spPr>
          </c:dPt>
          <c:dPt>
            <c:idx val="718"/>
            <c:invertIfNegative val="0"/>
            <c:bubble3D val="0"/>
            <c:spPr>
              <a:solidFill>
                <a:srgbClr val="FF5A5F"/>
              </a:solidFill>
              <a:effectLst/>
            </c:spPr>
          </c:dPt>
          <c:dPt>
            <c:idx val="719"/>
            <c:invertIfNegative val="0"/>
            <c:bubble3D val="0"/>
            <c:spPr>
              <a:solidFill>
                <a:srgbClr val="FF5A5F"/>
              </a:solidFill>
              <a:effectLst/>
            </c:spPr>
          </c:dPt>
          <c:dPt>
            <c:idx val="720"/>
            <c:invertIfNegative val="0"/>
            <c:bubble3D val="0"/>
            <c:spPr>
              <a:solidFill>
                <a:srgbClr val="5AA9E6"/>
              </a:solidFill>
              <a:effectLst/>
            </c:spPr>
          </c:dPt>
          <c:dPt>
            <c:idx val="721"/>
            <c:invertIfNegative val="0"/>
            <c:bubble3D val="0"/>
            <c:spPr>
              <a:solidFill>
                <a:srgbClr val="FF5A5F"/>
              </a:solidFill>
              <a:effectLst/>
            </c:spPr>
          </c:dPt>
          <c:dPt>
            <c:idx val="722"/>
            <c:invertIfNegative val="0"/>
            <c:bubble3D val="0"/>
            <c:spPr>
              <a:solidFill>
                <a:srgbClr val="5AA9E6"/>
              </a:solidFill>
              <a:effectLst/>
            </c:spPr>
          </c:dPt>
          <c:dPt>
            <c:idx val="723"/>
            <c:invertIfNegative val="0"/>
            <c:bubble3D val="0"/>
            <c:spPr>
              <a:solidFill>
                <a:srgbClr val="5AA9E6"/>
              </a:solidFill>
              <a:effectLst/>
            </c:spPr>
          </c:dPt>
          <c:dPt>
            <c:idx val="724"/>
            <c:invertIfNegative val="0"/>
            <c:bubble3D val="0"/>
            <c:spPr>
              <a:solidFill>
                <a:srgbClr val="5AA9E6"/>
              </a:solidFill>
              <a:effectLst/>
            </c:spPr>
          </c:dPt>
          <c:dPt>
            <c:idx val="725"/>
            <c:invertIfNegative val="0"/>
            <c:bubble3D val="0"/>
            <c:spPr>
              <a:solidFill>
                <a:srgbClr val="FF5A5F"/>
              </a:solidFill>
              <a:effectLst/>
            </c:spPr>
          </c:dPt>
          <c:dPt>
            <c:idx val="726"/>
            <c:invertIfNegative val="0"/>
            <c:bubble3D val="0"/>
            <c:spPr>
              <a:solidFill>
                <a:srgbClr val="5AA9E6"/>
              </a:solidFill>
              <a:effectLst/>
            </c:spPr>
          </c:dPt>
          <c:dPt>
            <c:idx val="727"/>
            <c:invertIfNegative val="0"/>
            <c:bubble3D val="0"/>
            <c:spPr>
              <a:solidFill>
                <a:srgbClr val="5AA9E6"/>
              </a:solidFill>
              <a:effectLst/>
            </c:spPr>
          </c:dPt>
          <c:dPt>
            <c:idx val="728"/>
            <c:invertIfNegative val="0"/>
            <c:bubble3D val="0"/>
            <c:spPr>
              <a:solidFill>
                <a:srgbClr val="FF5A5F"/>
              </a:solidFill>
              <a:effectLst/>
            </c:spPr>
          </c:dPt>
          <c:dPt>
            <c:idx val="729"/>
            <c:invertIfNegative val="0"/>
            <c:bubble3D val="0"/>
            <c:spPr>
              <a:solidFill>
                <a:srgbClr val="FF5A5F"/>
              </a:solidFill>
              <a:effectLst/>
            </c:spPr>
          </c:dPt>
          <c:dPt>
            <c:idx val="730"/>
            <c:invertIfNegative val="0"/>
            <c:bubble3D val="0"/>
            <c:spPr>
              <a:solidFill>
                <a:srgbClr val="5AA9E6"/>
              </a:solidFill>
              <a:effectLst/>
            </c:spPr>
          </c:dPt>
          <c:dPt>
            <c:idx val="731"/>
            <c:invertIfNegative val="0"/>
            <c:bubble3D val="0"/>
            <c:spPr>
              <a:solidFill>
                <a:srgbClr val="FF5A5F"/>
              </a:solidFill>
              <a:effectLst/>
            </c:spPr>
          </c:dPt>
          <c:dPt>
            <c:idx val="732"/>
            <c:invertIfNegative val="0"/>
            <c:bubble3D val="0"/>
            <c:spPr>
              <a:solidFill>
                <a:srgbClr val="FF5A5F"/>
              </a:solidFill>
              <a:effectLst/>
            </c:spPr>
          </c:dPt>
          <c:dPt>
            <c:idx val="733"/>
            <c:invertIfNegative val="0"/>
            <c:bubble3D val="0"/>
            <c:spPr>
              <a:solidFill>
                <a:srgbClr val="FF5A5F"/>
              </a:solidFill>
              <a:effectLst/>
            </c:spPr>
          </c:dPt>
          <c:dPt>
            <c:idx val="734"/>
            <c:invertIfNegative val="0"/>
            <c:bubble3D val="0"/>
            <c:spPr>
              <a:solidFill>
                <a:srgbClr val="5AA9E6"/>
              </a:solidFill>
              <a:effectLst/>
            </c:spPr>
          </c:dPt>
          <c:dPt>
            <c:idx val="735"/>
            <c:invertIfNegative val="0"/>
            <c:bubble3D val="0"/>
            <c:spPr>
              <a:solidFill>
                <a:srgbClr val="FF5A5F"/>
              </a:solidFill>
              <a:effectLst/>
            </c:spPr>
          </c:dPt>
          <c:dPt>
            <c:idx val="736"/>
            <c:invertIfNegative val="0"/>
            <c:bubble3D val="0"/>
            <c:spPr>
              <a:solidFill>
                <a:srgbClr val="5AA9E6"/>
              </a:solidFill>
              <a:effectLst/>
            </c:spPr>
          </c:dPt>
          <c:dPt>
            <c:idx val="737"/>
            <c:invertIfNegative val="0"/>
            <c:bubble3D val="0"/>
            <c:spPr>
              <a:solidFill>
                <a:srgbClr val="FF5A5F"/>
              </a:solidFill>
              <a:effectLst/>
            </c:spPr>
          </c:dPt>
          <c:dPt>
            <c:idx val="738"/>
            <c:invertIfNegative val="0"/>
            <c:bubble3D val="0"/>
            <c:spPr>
              <a:solidFill>
                <a:srgbClr val="5AA9E6"/>
              </a:solidFill>
              <a:effectLst/>
            </c:spPr>
          </c:dPt>
          <c:dPt>
            <c:idx val="739"/>
            <c:invertIfNegative val="0"/>
            <c:bubble3D val="0"/>
            <c:spPr>
              <a:solidFill>
                <a:srgbClr val="FF5A5F"/>
              </a:solidFill>
              <a:effectLst/>
            </c:spPr>
          </c:dPt>
          <c:dPt>
            <c:idx val="740"/>
            <c:invertIfNegative val="0"/>
            <c:bubble3D val="0"/>
            <c:spPr>
              <a:solidFill>
                <a:srgbClr val="5AA9E6"/>
              </a:solidFill>
              <a:effectLst/>
            </c:spPr>
          </c:dPt>
          <c:dPt>
            <c:idx val="741"/>
            <c:invertIfNegative val="0"/>
            <c:bubble3D val="0"/>
            <c:spPr>
              <a:solidFill>
                <a:srgbClr val="5AA9E6"/>
              </a:solidFill>
              <a:effectLst/>
            </c:spPr>
          </c:dPt>
          <c:dPt>
            <c:idx val="742"/>
            <c:invertIfNegative val="0"/>
            <c:bubble3D val="0"/>
            <c:spPr>
              <a:solidFill>
                <a:srgbClr val="FF5A5F"/>
              </a:solidFill>
              <a:effectLst/>
            </c:spPr>
          </c:dPt>
          <c:dPt>
            <c:idx val="743"/>
            <c:invertIfNegative val="0"/>
            <c:bubble3D val="0"/>
            <c:spPr>
              <a:solidFill>
                <a:srgbClr val="FF5A5F"/>
              </a:solidFill>
              <a:effectLst/>
            </c:spPr>
          </c:dPt>
          <c:dPt>
            <c:idx val="744"/>
            <c:invertIfNegative val="0"/>
            <c:bubble3D val="0"/>
            <c:spPr>
              <a:solidFill>
                <a:srgbClr val="FF5A5F"/>
              </a:solidFill>
              <a:effectLst/>
            </c:spPr>
          </c:dPt>
          <c:dPt>
            <c:idx val="745"/>
            <c:invertIfNegative val="0"/>
            <c:bubble3D val="0"/>
            <c:spPr>
              <a:solidFill>
                <a:srgbClr val="5AA9E6"/>
              </a:solidFill>
              <a:effectLst/>
            </c:spPr>
          </c:dPt>
          <c:dPt>
            <c:idx val="746"/>
            <c:invertIfNegative val="0"/>
            <c:bubble3D val="0"/>
            <c:spPr>
              <a:solidFill>
                <a:srgbClr val="5AA9E6"/>
              </a:solidFill>
              <a:effectLst/>
            </c:spPr>
          </c:dPt>
          <c:dPt>
            <c:idx val="747"/>
            <c:invertIfNegative val="0"/>
            <c:bubble3D val="0"/>
            <c:spPr>
              <a:solidFill>
                <a:srgbClr val="5AA9E6"/>
              </a:solidFill>
              <a:effectLst/>
            </c:spPr>
          </c:dPt>
          <c:dPt>
            <c:idx val="748"/>
            <c:invertIfNegative val="0"/>
            <c:bubble3D val="0"/>
            <c:spPr>
              <a:solidFill>
                <a:srgbClr val="5AA9E6"/>
              </a:solidFill>
              <a:effectLst/>
            </c:spPr>
          </c:dPt>
          <c:dPt>
            <c:idx val="749"/>
            <c:invertIfNegative val="0"/>
            <c:bubble3D val="0"/>
            <c:spPr>
              <a:solidFill>
                <a:srgbClr val="5AA9E6"/>
              </a:solidFill>
              <a:effectLst/>
            </c:spPr>
          </c:dPt>
          <c:dPt>
            <c:idx val="750"/>
            <c:invertIfNegative val="0"/>
            <c:bubble3D val="0"/>
            <c:spPr>
              <a:solidFill>
                <a:srgbClr val="5AA9E6"/>
              </a:solidFill>
              <a:effectLst/>
            </c:spPr>
          </c:dPt>
          <c:dPt>
            <c:idx val="751"/>
            <c:invertIfNegative val="0"/>
            <c:bubble3D val="0"/>
            <c:spPr>
              <a:solidFill>
                <a:srgbClr val="FF5A5F"/>
              </a:solidFill>
              <a:effectLst/>
            </c:spPr>
          </c:dPt>
          <c:dPt>
            <c:idx val="752"/>
            <c:invertIfNegative val="0"/>
            <c:bubble3D val="0"/>
            <c:spPr>
              <a:solidFill>
                <a:srgbClr val="5AA9E6"/>
              </a:solidFill>
              <a:effectLst/>
            </c:spPr>
          </c:dPt>
          <c:dPt>
            <c:idx val="753"/>
            <c:invertIfNegative val="0"/>
            <c:bubble3D val="0"/>
            <c:spPr>
              <a:solidFill>
                <a:srgbClr val="FF5A5F"/>
              </a:solidFill>
              <a:effectLst/>
            </c:spPr>
          </c:dPt>
          <c:dPt>
            <c:idx val="754"/>
            <c:invertIfNegative val="0"/>
            <c:bubble3D val="0"/>
            <c:spPr>
              <a:solidFill>
                <a:srgbClr val="5AA9E6"/>
              </a:solidFill>
              <a:effectLst/>
            </c:spPr>
          </c:dPt>
          <c:dPt>
            <c:idx val="755"/>
            <c:invertIfNegative val="0"/>
            <c:bubble3D val="0"/>
            <c:spPr>
              <a:solidFill>
                <a:srgbClr val="FF5A5F"/>
              </a:solidFill>
              <a:effectLst/>
            </c:spPr>
          </c:dPt>
          <c:dPt>
            <c:idx val="756"/>
            <c:invertIfNegative val="0"/>
            <c:bubble3D val="0"/>
            <c:spPr>
              <a:solidFill>
                <a:srgbClr val="5AA9E6"/>
              </a:solidFill>
              <a:effectLst/>
            </c:spPr>
          </c:dPt>
          <c:dPt>
            <c:idx val="757"/>
            <c:invertIfNegative val="0"/>
            <c:bubble3D val="0"/>
            <c:spPr>
              <a:solidFill>
                <a:srgbClr val="5AA9E6"/>
              </a:solidFill>
              <a:effectLst/>
            </c:spPr>
          </c:dPt>
          <c:dPt>
            <c:idx val="758"/>
            <c:invertIfNegative val="0"/>
            <c:bubble3D val="0"/>
            <c:spPr>
              <a:solidFill>
                <a:srgbClr val="5AA9E6"/>
              </a:solidFill>
              <a:effectLst/>
            </c:spPr>
          </c:dPt>
          <c:dPt>
            <c:idx val="759"/>
            <c:invertIfNegative val="0"/>
            <c:bubble3D val="0"/>
            <c:spPr>
              <a:solidFill>
                <a:srgbClr val="5AA9E6"/>
              </a:solidFill>
              <a:effectLst/>
            </c:spPr>
          </c:dPt>
          <c:dPt>
            <c:idx val="760"/>
            <c:invertIfNegative val="0"/>
            <c:bubble3D val="0"/>
            <c:spPr>
              <a:solidFill>
                <a:srgbClr val="5AA9E6"/>
              </a:solidFill>
              <a:effectLst/>
            </c:spPr>
          </c:dPt>
          <c:dPt>
            <c:idx val="761"/>
            <c:invertIfNegative val="0"/>
            <c:bubble3D val="0"/>
            <c:spPr>
              <a:solidFill>
                <a:srgbClr val="FF5A5F"/>
              </a:solidFill>
              <a:effectLst/>
            </c:spPr>
          </c:dPt>
          <c:dPt>
            <c:idx val="762"/>
            <c:invertIfNegative val="0"/>
            <c:bubble3D val="0"/>
            <c:spPr>
              <a:solidFill>
                <a:srgbClr val="5AA9E6"/>
              </a:solidFill>
              <a:effectLst/>
            </c:spPr>
          </c:dPt>
          <c:dPt>
            <c:idx val="763"/>
            <c:invertIfNegative val="0"/>
            <c:bubble3D val="0"/>
            <c:spPr>
              <a:solidFill>
                <a:srgbClr val="5AA9E6"/>
              </a:solidFill>
              <a:effectLst/>
            </c:spPr>
          </c:dPt>
          <c:dPt>
            <c:idx val="764"/>
            <c:invertIfNegative val="0"/>
            <c:bubble3D val="0"/>
            <c:spPr>
              <a:solidFill>
                <a:srgbClr val="5AA9E6"/>
              </a:solidFill>
              <a:effectLst/>
            </c:spPr>
          </c:dPt>
          <c:dPt>
            <c:idx val="765"/>
            <c:invertIfNegative val="0"/>
            <c:bubble3D val="0"/>
            <c:spPr>
              <a:solidFill>
                <a:srgbClr val="FF5A5F"/>
              </a:solidFill>
              <a:effectLst/>
            </c:spPr>
          </c:dPt>
          <c:dPt>
            <c:idx val="766"/>
            <c:invertIfNegative val="0"/>
            <c:bubble3D val="0"/>
            <c:spPr>
              <a:solidFill>
                <a:srgbClr val="5AA9E6"/>
              </a:solidFill>
              <a:effectLst/>
            </c:spPr>
          </c:dPt>
          <c:dPt>
            <c:idx val="767"/>
            <c:invertIfNegative val="0"/>
            <c:bubble3D val="0"/>
            <c:spPr>
              <a:solidFill>
                <a:srgbClr val="FF5A5F"/>
              </a:solidFill>
              <a:effectLst/>
            </c:spPr>
          </c:dPt>
          <c:dPt>
            <c:idx val="768"/>
            <c:invertIfNegative val="0"/>
            <c:bubble3D val="0"/>
            <c:spPr>
              <a:solidFill>
                <a:srgbClr val="5AA9E6"/>
              </a:solidFill>
              <a:effectLst/>
            </c:spPr>
          </c:dPt>
          <c:dPt>
            <c:idx val="769"/>
            <c:invertIfNegative val="0"/>
            <c:bubble3D val="0"/>
            <c:spPr>
              <a:solidFill>
                <a:srgbClr val="5AA9E6"/>
              </a:solidFill>
              <a:effectLst/>
            </c:spPr>
          </c:dPt>
          <c:dPt>
            <c:idx val="770"/>
            <c:invertIfNegative val="0"/>
            <c:bubble3D val="0"/>
            <c:spPr>
              <a:solidFill>
                <a:srgbClr val="5AA9E6"/>
              </a:solidFill>
              <a:effectLst/>
            </c:spPr>
          </c:dPt>
          <c:dPt>
            <c:idx val="771"/>
            <c:invertIfNegative val="0"/>
            <c:bubble3D val="0"/>
            <c:spPr>
              <a:solidFill>
                <a:srgbClr val="FF5A5F"/>
              </a:solidFill>
              <a:effectLst/>
            </c:spPr>
          </c:dPt>
          <c:dPt>
            <c:idx val="772"/>
            <c:invertIfNegative val="0"/>
            <c:bubble3D val="0"/>
            <c:spPr>
              <a:solidFill>
                <a:srgbClr val="5AA9E6"/>
              </a:solidFill>
              <a:effectLst/>
            </c:spPr>
          </c:dPt>
          <c:dPt>
            <c:idx val="773"/>
            <c:invertIfNegative val="0"/>
            <c:bubble3D val="0"/>
            <c:spPr>
              <a:solidFill>
                <a:srgbClr val="5AA9E6"/>
              </a:solidFill>
              <a:effectLst/>
            </c:spPr>
          </c:dPt>
          <c:dPt>
            <c:idx val="774"/>
            <c:invertIfNegative val="0"/>
            <c:bubble3D val="0"/>
            <c:spPr>
              <a:solidFill>
                <a:srgbClr val="FF5A5F"/>
              </a:solidFill>
              <a:effectLst/>
            </c:spPr>
          </c:dPt>
          <c:dPt>
            <c:idx val="775"/>
            <c:invertIfNegative val="0"/>
            <c:bubble3D val="0"/>
            <c:spPr>
              <a:solidFill>
                <a:srgbClr val="5AA9E6"/>
              </a:solidFill>
              <a:effectLst/>
            </c:spPr>
          </c:dPt>
          <c:dPt>
            <c:idx val="776"/>
            <c:invertIfNegative val="0"/>
            <c:bubble3D val="0"/>
            <c:spPr>
              <a:solidFill>
                <a:srgbClr val="FF5A5F"/>
              </a:solidFill>
              <a:effectLst/>
            </c:spPr>
          </c:dPt>
          <c:dPt>
            <c:idx val="777"/>
            <c:invertIfNegative val="0"/>
            <c:bubble3D val="0"/>
            <c:spPr>
              <a:solidFill>
                <a:srgbClr val="FF5A5F"/>
              </a:solidFill>
              <a:effectLst/>
            </c:spPr>
          </c:dPt>
          <c:dPt>
            <c:idx val="778"/>
            <c:invertIfNegative val="0"/>
            <c:bubble3D val="0"/>
            <c:spPr>
              <a:solidFill>
                <a:srgbClr val="FF5A5F"/>
              </a:solidFill>
              <a:effectLst/>
            </c:spPr>
          </c:dPt>
          <c:dPt>
            <c:idx val="779"/>
            <c:invertIfNegative val="0"/>
            <c:bubble3D val="0"/>
            <c:spPr>
              <a:solidFill>
                <a:srgbClr val="5AA9E6"/>
              </a:solidFill>
              <a:effectLst/>
            </c:spPr>
          </c:dPt>
          <c:dPt>
            <c:idx val="780"/>
            <c:invertIfNegative val="0"/>
            <c:bubble3D val="0"/>
            <c:spPr>
              <a:solidFill>
                <a:srgbClr val="FF5A5F"/>
              </a:solidFill>
              <a:effectLst/>
            </c:spPr>
          </c:dPt>
          <c:dPt>
            <c:idx val="781"/>
            <c:invertIfNegative val="0"/>
            <c:bubble3D val="0"/>
            <c:spPr>
              <a:solidFill>
                <a:srgbClr val="5AA9E6"/>
              </a:solidFill>
              <a:effectLst/>
            </c:spPr>
          </c:dPt>
          <c:dPt>
            <c:idx val="782"/>
            <c:invertIfNegative val="0"/>
            <c:bubble3D val="0"/>
            <c:spPr>
              <a:solidFill>
                <a:srgbClr val="5AA9E6"/>
              </a:solidFill>
              <a:effectLst/>
            </c:spPr>
          </c:dPt>
          <c:dPt>
            <c:idx val="783"/>
            <c:invertIfNegative val="0"/>
            <c:bubble3D val="0"/>
            <c:spPr>
              <a:solidFill>
                <a:srgbClr val="5AA9E6"/>
              </a:solidFill>
              <a:effectLst/>
            </c:spPr>
          </c:dPt>
          <c:dPt>
            <c:idx val="784"/>
            <c:invertIfNegative val="0"/>
            <c:bubble3D val="0"/>
            <c:spPr>
              <a:solidFill>
                <a:srgbClr val="5AA9E6"/>
              </a:solidFill>
              <a:effectLst/>
            </c:spPr>
          </c:dPt>
          <c:dPt>
            <c:idx val="785"/>
            <c:invertIfNegative val="0"/>
            <c:bubble3D val="0"/>
            <c:spPr>
              <a:solidFill>
                <a:srgbClr val="5AA9E6"/>
              </a:solidFill>
              <a:effectLst/>
            </c:spPr>
          </c:dPt>
          <c:dPt>
            <c:idx val="786"/>
            <c:invertIfNegative val="0"/>
            <c:bubble3D val="0"/>
            <c:spPr>
              <a:solidFill>
                <a:srgbClr val="5AA9E6"/>
              </a:solidFill>
              <a:effectLst/>
            </c:spPr>
          </c:dPt>
          <c:dPt>
            <c:idx val="787"/>
            <c:invertIfNegative val="0"/>
            <c:bubble3D val="0"/>
            <c:spPr>
              <a:solidFill>
                <a:srgbClr val="5AA9E6"/>
              </a:solidFill>
              <a:effectLst/>
            </c:spPr>
          </c:dPt>
          <c:dPt>
            <c:idx val="788"/>
            <c:invertIfNegative val="0"/>
            <c:bubble3D val="0"/>
            <c:spPr>
              <a:solidFill>
                <a:srgbClr val="FF5A5F"/>
              </a:solidFill>
              <a:effectLst/>
            </c:spPr>
          </c:dPt>
          <c:dPt>
            <c:idx val="789"/>
            <c:invertIfNegative val="0"/>
            <c:bubble3D val="0"/>
            <c:spPr>
              <a:solidFill>
                <a:srgbClr val="5AA9E6"/>
              </a:solidFill>
              <a:effectLst/>
            </c:spPr>
          </c:dPt>
          <c:dPt>
            <c:idx val="790"/>
            <c:invertIfNegative val="0"/>
            <c:bubble3D val="0"/>
            <c:spPr>
              <a:solidFill>
                <a:srgbClr val="FF5A5F"/>
              </a:solidFill>
              <a:effectLst/>
            </c:spPr>
          </c:dPt>
          <c:dPt>
            <c:idx val="791"/>
            <c:invertIfNegative val="0"/>
            <c:bubble3D val="0"/>
            <c:spPr>
              <a:solidFill>
                <a:srgbClr val="5AA9E6"/>
              </a:solidFill>
              <a:effectLst/>
            </c:spPr>
          </c:dPt>
          <c:dPt>
            <c:idx val="792"/>
            <c:invertIfNegative val="0"/>
            <c:bubble3D val="0"/>
            <c:spPr>
              <a:solidFill>
                <a:srgbClr val="5AA9E6"/>
              </a:solidFill>
              <a:effectLst/>
            </c:spPr>
          </c:dPt>
          <c:dPt>
            <c:idx val="793"/>
            <c:invertIfNegative val="0"/>
            <c:bubble3D val="0"/>
            <c:spPr>
              <a:solidFill>
                <a:srgbClr val="5AA9E6"/>
              </a:solidFill>
              <a:effectLst/>
            </c:spPr>
          </c:dPt>
          <c:dPt>
            <c:idx val="794"/>
            <c:invertIfNegative val="0"/>
            <c:bubble3D val="0"/>
            <c:spPr>
              <a:solidFill>
                <a:srgbClr val="5AA9E6"/>
              </a:solidFill>
              <a:effectLst/>
            </c:spPr>
          </c:dPt>
          <c:dPt>
            <c:idx val="795"/>
            <c:invertIfNegative val="0"/>
            <c:bubble3D val="0"/>
            <c:spPr>
              <a:solidFill>
                <a:srgbClr val="5AA9E6"/>
              </a:solidFill>
              <a:effectLst/>
            </c:spPr>
          </c:dPt>
          <c:dPt>
            <c:idx val="796"/>
            <c:invertIfNegative val="0"/>
            <c:bubble3D val="0"/>
            <c:spPr>
              <a:solidFill>
                <a:srgbClr val="5AA9E6"/>
              </a:solidFill>
              <a:effectLst/>
            </c:spPr>
          </c:dPt>
          <c:dPt>
            <c:idx val="797"/>
            <c:invertIfNegative val="0"/>
            <c:bubble3D val="0"/>
            <c:spPr>
              <a:solidFill>
                <a:srgbClr val="5AA9E6"/>
              </a:solidFill>
              <a:effectLst/>
            </c:spPr>
          </c:dPt>
          <c:dPt>
            <c:idx val="798"/>
            <c:invertIfNegative val="0"/>
            <c:bubble3D val="0"/>
            <c:spPr>
              <a:solidFill>
                <a:srgbClr val="FF5A5F"/>
              </a:solidFill>
              <a:effectLst/>
            </c:spPr>
          </c:dPt>
          <c:dPt>
            <c:idx val="799"/>
            <c:invertIfNegative val="0"/>
            <c:bubble3D val="0"/>
            <c:spPr>
              <a:solidFill>
                <a:srgbClr val="5AA9E6"/>
              </a:solidFill>
              <a:effectLst/>
            </c:spPr>
          </c:dPt>
          <c:dPt>
            <c:idx val="800"/>
            <c:invertIfNegative val="0"/>
            <c:bubble3D val="0"/>
            <c:spPr>
              <a:solidFill>
                <a:srgbClr val="FF5A5F"/>
              </a:solidFill>
              <a:effectLst/>
            </c:spPr>
          </c:dPt>
          <c:dPt>
            <c:idx val="801"/>
            <c:invertIfNegative val="0"/>
            <c:bubble3D val="0"/>
            <c:spPr>
              <a:solidFill>
                <a:srgbClr val="5AA9E6"/>
              </a:solidFill>
              <a:effectLst/>
            </c:spPr>
          </c:dPt>
          <c:dPt>
            <c:idx val="802"/>
            <c:invertIfNegative val="0"/>
            <c:bubble3D val="0"/>
            <c:spPr>
              <a:solidFill>
                <a:srgbClr val="FF5A5F"/>
              </a:solidFill>
              <a:effectLst/>
            </c:spPr>
          </c:dPt>
          <c:dPt>
            <c:idx val="803"/>
            <c:invertIfNegative val="0"/>
            <c:bubble3D val="0"/>
            <c:spPr>
              <a:solidFill>
                <a:srgbClr val="FF5A5F"/>
              </a:solidFill>
              <a:effectLst/>
            </c:spPr>
          </c:dPt>
          <c:dPt>
            <c:idx val="804"/>
            <c:invertIfNegative val="0"/>
            <c:bubble3D val="0"/>
            <c:spPr>
              <a:solidFill>
                <a:srgbClr val="FF5A5F"/>
              </a:solidFill>
              <a:effectLst/>
            </c:spPr>
          </c:dPt>
          <c:dPt>
            <c:idx val="805"/>
            <c:invertIfNegative val="0"/>
            <c:bubble3D val="0"/>
            <c:spPr>
              <a:solidFill>
                <a:srgbClr val="5AA9E6"/>
              </a:solidFill>
              <a:effectLst/>
            </c:spPr>
          </c:dPt>
          <c:dPt>
            <c:idx val="806"/>
            <c:invertIfNegative val="0"/>
            <c:bubble3D val="0"/>
            <c:spPr>
              <a:solidFill>
                <a:srgbClr val="FF5A5F"/>
              </a:solidFill>
              <a:effectLst/>
            </c:spPr>
          </c:dPt>
          <c:dPt>
            <c:idx val="807"/>
            <c:invertIfNegative val="0"/>
            <c:bubble3D val="0"/>
            <c:spPr>
              <a:solidFill>
                <a:srgbClr val="5AA9E6"/>
              </a:solidFill>
              <a:effectLst/>
            </c:spPr>
          </c:dPt>
          <c:dPt>
            <c:idx val="808"/>
            <c:invertIfNegative val="0"/>
            <c:bubble3D val="0"/>
            <c:spPr>
              <a:solidFill>
                <a:srgbClr val="FF5A5F"/>
              </a:solidFill>
              <a:effectLst/>
            </c:spPr>
          </c:dPt>
          <c:dPt>
            <c:idx val="809"/>
            <c:invertIfNegative val="0"/>
            <c:bubble3D val="0"/>
            <c:spPr>
              <a:solidFill>
                <a:srgbClr val="FF5A5F"/>
              </a:solidFill>
              <a:effectLst/>
            </c:spPr>
          </c:dPt>
          <c:dPt>
            <c:idx val="810"/>
            <c:invertIfNegative val="0"/>
            <c:bubble3D val="0"/>
            <c:spPr>
              <a:solidFill>
                <a:srgbClr val="5AA9E6"/>
              </a:solidFill>
              <a:effectLst/>
            </c:spPr>
          </c:dPt>
          <c:dPt>
            <c:idx val="811"/>
            <c:invertIfNegative val="0"/>
            <c:bubble3D val="0"/>
            <c:spPr>
              <a:solidFill>
                <a:srgbClr val="5AA9E6"/>
              </a:solidFill>
              <a:effectLst/>
            </c:spPr>
          </c:dPt>
          <c:dPt>
            <c:idx val="812"/>
            <c:invertIfNegative val="0"/>
            <c:bubble3D val="0"/>
            <c:spPr>
              <a:solidFill>
                <a:srgbClr val="5AA9E6"/>
              </a:solidFill>
              <a:effectLst/>
            </c:spPr>
          </c:dPt>
          <c:dPt>
            <c:idx val="813"/>
            <c:invertIfNegative val="0"/>
            <c:bubble3D val="0"/>
            <c:spPr>
              <a:solidFill>
                <a:srgbClr val="5AA9E6"/>
              </a:solidFill>
              <a:effectLst/>
            </c:spPr>
          </c:dPt>
          <c:dPt>
            <c:idx val="814"/>
            <c:invertIfNegative val="0"/>
            <c:bubble3D val="0"/>
            <c:spPr>
              <a:solidFill>
                <a:srgbClr val="FF5A5F"/>
              </a:solidFill>
              <a:effectLst/>
            </c:spPr>
          </c:dPt>
          <c:dPt>
            <c:idx val="815"/>
            <c:invertIfNegative val="0"/>
            <c:bubble3D val="0"/>
            <c:spPr>
              <a:solidFill>
                <a:srgbClr val="FF5A5F"/>
              </a:solidFill>
              <a:effectLst/>
            </c:spPr>
          </c:dPt>
          <c:dPt>
            <c:idx val="816"/>
            <c:invertIfNegative val="0"/>
            <c:bubble3D val="0"/>
            <c:spPr>
              <a:solidFill>
                <a:srgbClr val="5AA9E6"/>
              </a:solidFill>
              <a:effectLst/>
            </c:spPr>
          </c:dPt>
          <c:dPt>
            <c:idx val="817"/>
            <c:invertIfNegative val="0"/>
            <c:bubble3D val="0"/>
            <c:spPr>
              <a:solidFill>
                <a:srgbClr val="FF5A5F"/>
              </a:solidFill>
              <a:effectLst/>
            </c:spPr>
          </c:dPt>
          <c:dPt>
            <c:idx val="818"/>
            <c:invertIfNegative val="0"/>
            <c:bubble3D val="0"/>
            <c:spPr>
              <a:solidFill>
                <a:srgbClr val="5AA9E6"/>
              </a:solidFill>
              <a:effectLst/>
            </c:spPr>
          </c:dPt>
          <c:dPt>
            <c:idx val="819"/>
            <c:invertIfNegative val="0"/>
            <c:bubble3D val="0"/>
            <c:spPr>
              <a:solidFill>
                <a:srgbClr val="FF5A5F"/>
              </a:solidFill>
              <a:effectLst/>
            </c:spPr>
          </c:dPt>
          <c:dPt>
            <c:idx val="820"/>
            <c:invertIfNegative val="0"/>
            <c:bubble3D val="0"/>
            <c:spPr>
              <a:solidFill>
                <a:srgbClr val="5AA9E6"/>
              </a:solidFill>
              <a:effectLst/>
            </c:spPr>
          </c:dPt>
          <c:dPt>
            <c:idx val="821"/>
            <c:invertIfNegative val="0"/>
            <c:bubble3D val="0"/>
            <c:spPr>
              <a:solidFill>
                <a:srgbClr val="FF5A5F"/>
              </a:solidFill>
              <a:effectLst/>
            </c:spPr>
          </c:dPt>
          <c:dPt>
            <c:idx val="822"/>
            <c:invertIfNegative val="0"/>
            <c:bubble3D val="0"/>
            <c:spPr>
              <a:solidFill>
                <a:srgbClr val="5AA9E6"/>
              </a:solidFill>
              <a:effectLst/>
            </c:spPr>
          </c:dPt>
          <c:dPt>
            <c:idx val="823"/>
            <c:invertIfNegative val="0"/>
            <c:bubble3D val="0"/>
            <c:spPr>
              <a:solidFill>
                <a:srgbClr val="5AA9E6"/>
              </a:solidFill>
              <a:effectLst/>
            </c:spPr>
          </c:dPt>
          <c:dPt>
            <c:idx val="824"/>
            <c:invertIfNegative val="0"/>
            <c:bubble3D val="0"/>
            <c:spPr>
              <a:solidFill>
                <a:srgbClr val="FF5A5F"/>
              </a:solidFill>
              <a:effectLst/>
            </c:spPr>
          </c:dPt>
          <c:dPt>
            <c:idx val="825"/>
            <c:invertIfNegative val="0"/>
            <c:bubble3D val="0"/>
            <c:spPr>
              <a:solidFill>
                <a:srgbClr val="FF5A5F"/>
              </a:solidFill>
              <a:effectLst/>
            </c:spPr>
          </c:dPt>
          <c:dPt>
            <c:idx val="826"/>
            <c:invertIfNegative val="0"/>
            <c:bubble3D val="0"/>
            <c:spPr>
              <a:solidFill>
                <a:srgbClr val="FF5A5F"/>
              </a:solidFill>
              <a:effectLst/>
            </c:spPr>
          </c:dPt>
          <c:dPt>
            <c:idx val="827"/>
            <c:invertIfNegative val="0"/>
            <c:bubble3D val="0"/>
            <c:spPr>
              <a:solidFill>
                <a:srgbClr val="FF5A5F"/>
              </a:solidFill>
              <a:effectLst/>
            </c:spPr>
          </c:dPt>
          <c:dPt>
            <c:idx val="828"/>
            <c:invertIfNegative val="0"/>
            <c:bubble3D val="0"/>
            <c:spPr>
              <a:solidFill>
                <a:srgbClr val="FF5A5F"/>
              </a:solidFill>
              <a:effectLst/>
            </c:spPr>
          </c:dPt>
          <c:dPt>
            <c:idx val="829"/>
            <c:invertIfNegative val="0"/>
            <c:bubble3D val="0"/>
            <c:spPr>
              <a:solidFill>
                <a:srgbClr val="FF5A5F"/>
              </a:solidFill>
              <a:effectLst/>
            </c:spPr>
          </c:dPt>
          <c:dPt>
            <c:idx val="830"/>
            <c:invertIfNegative val="0"/>
            <c:bubble3D val="0"/>
            <c:spPr>
              <a:solidFill>
                <a:srgbClr val="FF5A5F"/>
              </a:solidFill>
              <a:effectLst/>
            </c:spPr>
          </c:dPt>
          <c:dPt>
            <c:idx val="831"/>
            <c:invertIfNegative val="0"/>
            <c:bubble3D val="0"/>
            <c:spPr>
              <a:solidFill>
                <a:srgbClr val="5AA9E6"/>
              </a:solidFill>
              <a:effectLst/>
            </c:spPr>
          </c:dPt>
          <c:dPt>
            <c:idx val="832"/>
            <c:invertIfNegative val="0"/>
            <c:bubble3D val="0"/>
            <c:spPr>
              <a:solidFill>
                <a:srgbClr val="FF5A5F"/>
              </a:solidFill>
              <a:effectLst/>
            </c:spPr>
          </c:dPt>
          <c:dPt>
            <c:idx val="833"/>
            <c:invertIfNegative val="0"/>
            <c:bubble3D val="0"/>
            <c:spPr>
              <a:solidFill>
                <a:srgbClr val="5AA9E6"/>
              </a:solidFill>
              <a:effectLst/>
            </c:spPr>
          </c:dPt>
          <c:dPt>
            <c:idx val="834"/>
            <c:invertIfNegative val="0"/>
            <c:bubble3D val="0"/>
            <c:spPr>
              <a:solidFill>
                <a:srgbClr val="5AA9E6"/>
              </a:solidFill>
              <a:effectLst/>
            </c:spPr>
          </c:dPt>
          <c:dPt>
            <c:idx val="835"/>
            <c:invertIfNegative val="0"/>
            <c:bubble3D val="0"/>
            <c:spPr>
              <a:solidFill>
                <a:srgbClr val="5AA9E6"/>
              </a:solidFill>
              <a:effectLst/>
            </c:spPr>
          </c:dPt>
          <c:dPt>
            <c:idx val="836"/>
            <c:invertIfNegative val="0"/>
            <c:bubble3D val="0"/>
            <c:spPr>
              <a:solidFill>
                <a:srgbClr val="FF5A5F"/>
              </a:solidFill>
              <a:effectLst/>
            </c:spPr>
          </c:dPt>
          <c:dPt>
            <c:idx val="837"/>
            <c:invertIfNegative val="0"/>
            <c:bubble3D val="0"/>
            <c:spPr>
              <a:solidFill>
                <a:srgbClr val="FF5A5F"/>
              </a:solidFill>
              <a:effectLst/>
            </c:spPr>
          </c:dPt>
          <c:dPt>
            <c:idx val="838"/>
            <c:invertIfNegative val="0"/>
            <c:bubble3D val="0"/>
            <c:spPr>
              <a:solidFill>
                <a:srgbClr val="FF5A5F"/>
              </a:solidFill>
              <a:effectLst/>
            </c:spPr>
          </c:dPt>
          <c:dPt>
            <c:idx val="839"/>
            <c:invertIfNegative val="0"/>
            <c:bubble3D val="0"/>
            <c:spPr>
              <a:solidFill>
                <a:srgbClr val="5AA9E6"/>
              </a:solidFill>
              <a:effectLst/>
            </c:spPr>
          </c:dPt>
          <c:dPt>
            <c:idx val="840"/>
            <c:invertIfNegative val="0"/>
            <c:bubble3D val="0"/>
            <c:spPr>
              <a:solidFill>
                <a:srgbClr val="5AA9E6"/>
              </a:solidFill>
              <a:effectLst/>
            </c:spPr>
          </c:dPt>
          <c:dPt>
            <c:idx val="841"/>
            <c:invertIfNegative val="0"/>
            <c:bubble3D val="0"/>
            <c:spPr>
              <a:solidFill>
                <a:srgbClr val="FF5A5F"/>
              </a:solidFill>
              <a:effectLst/>
            </c:spPr>
          </c:dPt>
          <c:dPt>
            <c:idx val="842"/>
            <c:invertIfNegative val="0"/>
            <c:bubble3D val="0"/>
            <c:spPr>
              <a:solidFill>
                <a:srgbClr val="5AA9E6"/>
              </a:solidFill>
              <a:effectLst/>
            </c:spPr>
          </c:dPt>
          <c:dPt>
            <c:idx val="843"/>
            <c:invertIfNegative val="0"/>
            <c:bubble3D val="0"/>
            <c:spPr>
              <a:solidFill>
                <a:srgbClr val="FF5A5F"/>
              </a:solidFill>
              <a:effectLst/>
            </c:spPr>
          </c:dPt>
          <c:dPt>
            <c:idx val="844"/>
            <c:invertIfNegative val="0"/>
            <c:bubble3D val="0"/>
            <c:spPr>
              <a:solidFill>
                <a:srgbClr val="FF5A5F"/>
              </a:solidFill>
              <a:effectLst/>
            </c:spPr>
          </c:dPt>
          <c:dPt>
            <c:idx val="845"/>
            <c:invertIfNegative val="0"/>
            <c:bubble3D val="0"/>
            <c:spPr>
              <a:solidFill>
                <a:srgbClr val="5AA9E6"/>
              </a:solidFill>
              <a:effectLst/>
            </c:spPr>
          </c:dPt>
          <c:dPt>
            <c:idx val="846"/>
            <c:invertIfNegative val="0"/>
            <c:bubble3D val="0"/>
            <c:spPr>
              <a:solidFill>
                <a:srgbClr val="FF5A5F"/>
              </a:solidFill>
              <a:effectLst/>
            </c:spPr>
          </c:dPt>
          <c:dPt>
            <c:idx val="847"/>
            <c:invertIfNegative val="0"/>
            <c:bubble3D val="0"/>
            <c:spPr>
              <a:solidFill>
                <a:srgbClr val="FF5A5F"/>
              </a:solidFill>
              <a:effectLst/>
            </c:spPr>
          </c:dPt>
          <c:dPt>
            <c:idx val="848"/>
            <c:invertIfNegative val="0"/>
            <c:bubble3D val="0"/>
            <c:spPr>
              <a:solidFill>
                <a:srgbClr val="FF5A5F"/>
              </a:solidFill>
              <a:effectLst/>
            </c:spPr>
          </c:dPt>
          <c:dPt>
            <c:idx val="849"/>
            <c:invertIfNegative val="0"/>
            <c:bubble3D val="0"/>
            <c:spPr>
              <a:solidFill>
                <a:srgbClr val="FF5A5F"/>
              </a:solidFill>
              <a:effectLst/>
            </c:spPr>
          </c:dPt>
          <c:cat>
            <c:multiLvlStrRef>
              <c:f>Sheet1!$A$2:$A$851</c:f>
              <c:multiLvlStrCache>
                <c:ptCount val="850"/>
                <c:lvl>
                  <c:pt idx="0">
                    <c:v>Jul 2016</c:v>
                  </c:pt>
                  <c:pt idx="1">
                    <c:v>Jul 2016</c:v>
                  </c:pt>
                  <c:pt idx="2">
                    <c:v>Jul 2016</c:v>
                  </c:pt>
                  <c:pt idx="3">
                    <c:v>Jul 2016</c:v>
                  </c:pt>
                  <c:pt idx="4">
                    <c:v>Jul 2016</c:v>
                  </c:pt>
                  <c:pt idx="5">
                    <c:v>Jul 2016</c:v>
                  </c:pt>
                  <c:pt idx="6">
                    <c:v>Jul 2016</c:v>
                  </c:pt>
                  <c:pt idx="7">
                    <c:v>Jul 2016</c:v>
                  </c:pt>
                  <c:pt idx="8">
                    <c:v>Jul 2016</c:v>
                  </c:pt>
                  <c:pt idx="9">
                    <c:v>Jul 2016</c:v>
                  </c:pt>
                  <c:pt idx="10">
                    <c:v>Jul 2016</c:v>
                  </c:pt>
                  <c:pt idx="11">
                    <c:v>Jul 2016</c:v>
                  </c:pt>
                  <c:pt idx="12">
                    <c:v>Jul 2016</c:v>
                  </c:pt>
                  <c:pt idx="13">
                    <c:v>Jul 2016</c:v>
                  </c:pt>
                  <c:pt idx="14">
                    <c:v>Jul 2016</c:v>
                  </c:pt>
                  <c:pt idx="15">
                    <c:v>Jul 2016</c:v>
                  </c:pt>
                  <c:pt idx="16">
                    <c:v>Jul 2016</c:v>
                  </c:pt>
                  <c:pt idx="17">
                    <c:v>Jul 2016</c:v>
                  </c:pt>
                  <c:pt idx="18">
                    <c:v>Jul 2016</c:v>
                  </c:pt>
                  <c:pt idx="19">
                    <c:v>Jul 2016</c:v>
                  </c:pt>
                  <c:pt idx="20">
                    <c:v>Aug 2016</c:v>
                  </c:pt>
                  <c:pt idx="21">
                    <c:v>Aug 2016</c:v>
                  </c:pt>
                  <c:pt idx="22">
                    <c:v>Aug 2016</c:v>
                  </c:pt>
                  <c:pt idx="23">
                    <c:v>Aug 2016</c:v>
                  </c:pt>
                  <c:pt idx="24">
                    <c:v>Aug 2016</c:v>
                  </c:pt>
                  <c:pt idx="25">
                    <c:v>Aug 2016</c:v>
                  </c:pt>
                  <c:pt idx="26">
                    <c:v>Aug 2016</c:v>
                  </c:pt>
                  <c:pt idx="27">
                    <c:v>Aug 2016</c:v>
                  </c:pt>
                  <c:pt idx="28">
                    <c:v>Aug 2016</c:v>
                  </c:pt>
                  <c:pt idx="29">
                    <c:v>Aug 2016</c:v>
                  </c:pt>
                  <c:pt idx="30">
                    <c:v>Aug 2016</c:v>
                  </c:pt>
                  <c:pt idx="31">
                    <c:v>Aug 2016</c:v>
                  </c:pt>
                  <c:pt idx="32">
                    <c:v>Aug 2016</c:v>
                  </c:pt>
                  <c:pt idx="33">
                    <c:v>Aug 2016</c:v>
                  </c:pt>
                  <c:pt idx="34">
                    <c:v>Aug 2016</c:v>
                  </c:pt>
                  <c:pt idx="35">
                    <c:v>Aug 2016</c:v>
                  </c:pt>
                  <c:pt idx="36">
                    <c:v>Aug 2016</c:v>
                  </c:pt>
                  <c:pt idx="37">
                    <c:v>Aug 2016</c:v>
                  </c:pt>
                  <c:pt idx="38">
                    <c:v>Aug 2016</c:v>
                  </c:pt>
                  <c:pt idx="39">
                    <c:v>Aug 2016</c:v>
                  </c:pt>
                  <c:pt idx="40">
                    <c:v>Aug 2016</c:v>
                  </c:pt>
                  <c:pt idx="41">
                    <c:v>Aug 2016</c:v>
                  </c:pt>
                  <c:pt idx="42">
                    <c:v>Aug 2016</c:v>
                  </c:pt>
                  <c:pt idx="43">
                    <c:v>Sep 2016</c:v>
                  </c:pt>
                  <c:pt idx="44">
                    <c:v>Sep 2016</c:v>
                  </c:pt>
                  <c:pt idx="45">
                    <c:v>Sep 2016</c:v>
                  </c:pt>
                  <c:pt idx="46">
                    <c:v>Sep 2016</c:v>
                  </c:pt>
                  <c:pt idx="47">
                    <c:v>Sep 2016</c:v>
                  </c:pt>
                  <c:pt idx="48">
                    <c:v>Sep 2016</c:v>
                  </c:pt>
                  <c:pt idx="49">
                    <c:v>Sep 2016</c:v>
                  </c:pt>
                  <c:pt idx="50">
                    <c:v>Sep 2016</c:v>
                  </c:pt>
                  <c:pt idx="51">
                    <c:v>Sep 2016</c:v>
                  </c:pt>
                  <c:pt idx="52">
                    <c:v>Sep 2016</c:v>
                  </c:pt>
                  <c:pt idx="53">
                    <c:v>Sep 2016</c:v>
                  </c:pt>
                  <c:pt idx="54">
                    <c:v>Sep 2016</c:v>
                  </c:pt>
                  <c:pt idx="55">
                    <c:v>Sep 2016</c:v>
                  </c:pt>
                  <c:pt idx="56">
                    <c:v>Sep 2016</c:v>
                  </c:pt>
                  <c:pt idx="57">
                    <c:v>Sep 2016</c:v>
                  </c:pt>
                  <c:pt idx="58">
                    <c:v>Sep 2016</c:v>
                  </c:pt>
                  <c:pt idx="59">
                    <c:v>Sep 2016</c:v>
                  </c:pt>
                  <c:pt idx="60">
                    <c:v>Sep 2016</c:v>
                  </c:pt>
                  <c:pt idx="61">
                    <c:v>Sep 2016</c:v>
                  </c:pt>
                  <c:pt idx="62">
                    <c:v>Sep 2016</c:v>
                  </c:pt>
                  <c:pt idx="63">
                    <c:v>Sep 2016</c:v>
                  </c:pt>
                  <c:pt idx="64">
                    <c:v>Sep 2016</c:v>
                  </c:pt>
                  <c:pt idx="65">
                    <c:v>Oct 2016</c:v>
                  </c:pt>
                  <c:pt idx="66">
                    <c:v>Oct 2016</c:v>
                  </c:pt>
                  <c:pt idx="67">
                    <c:v>Oct 2016</c:v>
                  </c:pt>
                  <c:pt idx="68">
                    <c:v>Oct 2016</c:v>
                  </c:pt>
                  <c:pt idx="69">
                    <c:v>Oct 2016</c:v>
                  </c:pt>
                  <c:pt idx="70">
                    <c:v>Oct 2016</c:v>
                  </c:pt>
                  <c:pt idx="71">
                    <c:v>Oct 2016</c:v>
                  </c:pt>
                  <c:pt idx="72">
                    <c:v>Oct 2016</c:v>
                  </c:pt>
                  <c:pt idx="73">
                    <c:v>Oct 2016</c:v>
                  </c:pt>
                  <c:pt idx="74">
                    <c:v>Oct 2016</c:v>
                  </c:pt>
                  <c:pt idx="75">
                    <c:v>Oct 2016</c:v>
                  </c:pt>
                  <c:pt idx="76">
                    <c:v>Oct 2016</c:v>
                  </c:pt>
                  <c:pt idx="77">
                    <c:v>Oct 2016</c:v>
                  </c:pt>
                  <c:pt idx="78">
                    <c:v>Oct 2016</c:v>
                  </c:pt>
                  <c:pt idx="79">
                    <c:v>Oct 2016</c:v>
                  </c:pt>
                  <c:pt idx="80">
                    <c:v>Oct 2016</c:v>
                  </c:pt>
                  <c:pt idx="81">
                    <c:v>Oct 2016</c:v>
                  </c:pt>
                  <c:pt idx="82">
                    <c:v>Oct 2016</c:v>
                  </c:pt>
                  <c:pt idx="83">
                    <c:v>Oct 2016</c:v>
                  </c:pt>
                  <c:pt idx="84">
                    <c:v>Oct 2016</c:v>
                  </c:pt>
                  <c:pt idx="85">
                    <c:v>Oct 2016</c:v>
                  </c:pt>
                  <c:pt idx="86">
                    <c:v>Nov 2016</c:v>
                  </c:pt>
                  <c:pt idx="87">
                    <c:v>Nov 2016</c:v>
                  </c:pt>
                  <c:pt idx="88">
                    <c:v>Nov 2016</c:v>
                  </c:pt>
                  <c:pt idx="89">
                    <c:v>Nov 2016</c:v>
                  </c:pt>
                  <c:pt idx="90">
                    <c:v>Nov 2016</c:v>
                  </c:pt>
                  <c:pt idx="91">
                    <c:v>Nov 2016</c:v>
                  </c:pt>
                  <c:pt idx="92">
                    <c:v>Nov 2016</c:v>
                  </c:pt>
                  <c:pt idx="93">
                    <c:v>Nov 2016</c:v>
                  </c:pt>
                  <c:pt idx="94">
                    <c:v>Nov 2016</c:v>
                  </c:pt>
                  <c:pt idx="95">
                    <c:v>Nov 2016</c:v>
                  </c:pt>
                  <c:pt idx="96">
                    <c:v>Nov 2016</c:v>
                  </c:pt>
                  <c:pt idx="97">
                    <c:v>Nov 2016</c:v>
                  </c:pt>
                  <c:pt idx="98">
                    <c:v>Nov 2016</c:v>
                  </c:pt>
                  <c:pt idx="99">
                    <c:v>Nov 2016</c:v>
                  </c:pt>
                  <c:pt idx="100">
                    <c:v>Nov 2016</c:v>
                  </c:pt>
                  <c:pt idx="101">
                    <c:v>Nov 2016</c:v>
                  </c:pt>
                  <c:pt idx="102">
                    <c:v>Nov 2016</c:v>
                  </c:pt>
                  <c:pt idx="103">
                    <c:v>Nov 2016</c:v>
                  </c:pt>
                  <c:pt idx="104">
                    <c:v>Nov 2016</c:v>
                  </c:pt>
                  <c:pt idx="105">
                    <c:v>Nov 2016</c:v>
                  </c:pt>
                  <c:pt idx="106">
                    <c:v>Nov 2016</c:v>
                  </c:pt>
                  <c:pt idx="107">
                    <c:v>Nov 2016</c:v>
                  </c:pt>
                  <c:pt idx="108">
                    <c:v>Dec 2016</c:v>
                  </c:pt>
                  <c:pt idx="109">
                    <c:v>Dec 2016</c:v>
                  </c:pt>
                  <c:pt idx="110">
                    <c:v>Dec 2016</c:v>
                  </c:pt>
                  <c:pt idx="111">
                    <c:v>Dec 2016</c:v>
                  </c:pt>
                  <c:pt idx="112">
                    <c:v>Dec 2016</c:v>
                  </c:pt>
                  <c:pt idx="113">
                    <c:v>Dec 2016</c:v>
                  </c:pt>
                  <c:pt idx="114">
                    <c:v>Dec 2016</c:v>
                  </c:pt>
                  <c:pt idx="115">
                    <c:v>Dec 2016</c:v>
                  </c:pt>
                  <c:pt idx="116">
                    <c:v>Dec 2016</c:v>
                  </c:pt>
                  <c:pt idx="117">
                    <c:v>Dec 2016</c:v>
                  </c:pt>
                  <c:pt idx="118">
                    <c:v>Dec 2016</c:v>
                  </c:pt>
                  <c:pt idx="119">
                    <c:v>Dec 2016</c:v>
                  </c:pt>
                  <c:pt idx="120">
                    <c:v>Dec 2016</c:v>
                  </c:pt>
                  <c:pt idx="121">
                    <c:v>Dec 2016</c:v>
                  </c:pt>
                  <c:pt idx="122">
                    <c:v>Dec 2016</c:v>
                  </c:pt>
                  <c:pt idx="123">
                    <c:v>Dec 2016</c:v>
                  </c:pt>
                  <c:pt idx="124">
                    <c:v>Dec 2016</c:v>
                  </c:pt>
                  <c:pt idx="125">
                    <c:v>Dec 2016</c:v>
                  </c:pt>
                  <c:pt idx="126">
                    <c:v>Dec 2016</c:v>
                  </c:pt>
                  <c:pt idx="127">
                    <c:v>Dec 2016</c:v>
                  </c:pt>
                  <c:pt idx="128">
                    <c:v>Dec 2016</c:v>
                  </c:pt>
                  <c:pt idx="129">
                    <c:v>Dec 2016</c:v>
                  </c:pt>
                  <c:pt idx="130">
                    <c:v>Jan 2017</c:v>
                  </c:pt>
                  <c:pt idx="131">
                    <c:v>Jan 2017</c:v>
                  </c:pt>
                  <c:pt idx="132">
                    <c:v>Jan 2017</c:v>
                  </c:pt>
                  <c:pt idx="133">
                    <c:v>Jan 2017</c:v>
                  </c:pt>
                  <c:pt idx="134">
                    <c:v>Jan 2017</c:v>
                  </c:pt>
                  <c:pt idx="135">
                    <c:v>Jan 2017</c:v>
                  </c:pt>
                  <c:pt idx="136">
                    <c:v>Jan 2017</c:v>
                  </c:pt>
                  <c:pt idx="137">
                    <c:v>Jan 2017</c:v>
                  </c:pt>
                  <c:pt idx="138">
                    <c:v>Jan 2017</c:v>
                  </c:pt>
                  <c:pt idx="139">
                    <c:v>Jan 2017</c:v>
                  </c:pt>
                  <c:pt idx="140">
                    <c:v>Jan 2017</c:v>
                  </c:pt>
                  <c:pt idx="141">
                    <c:v>Jan 2017</c:v>
                  </c:pt>
                  <c:pt idx="142">
                    <c:v>Jan 2017</c:v>
                  </c:pt>
                  <c:pt idx="143">
                    <c:v>Jan 2017</c:v>
                  </c:pt>
                  <c:pt idx="144">
                    <c:v>Jan 2017</c:v>
                  </c:pt>
                  <c:pt idx="145">
                    <c:v>Jan 2017</c:v>
                  </c:pt>
                  <c:pt idx="146">
                    <c:v>Jan 2017</c:v>
                  </c:pt>
                  <c:pt idx="147">
                    <c:v>Jan 2017</c:v>
                  </c:pt>
                  <c:pt idx="148">
                    <c:v>Jan 2017</c:v>
                  </c:pt>
                  <c:pt idx="149">
                    <c:v>Jan 2017</c:v>
                  </c:pt>
                  <c:pt idx="150">
                    <c:v>Jan 2017</c:v>
                  </c:pt>
                  <c:pt idx="151">
                    <c:v>Jan 2017</c:v>
                  </c:pt>
                  <c:pt idx="152">
                    <c:v>Feb 2017</c:v>
                  </c:pt>
                  <c:pt idx="153">
                    <c:v>Feb 2017</c:v>
                  </c:pt>
                  <c:pt idx="154">
                    <c:v>Feb 2017</c:v>
                  </c:pt>
                  <c:pt idx="155">
                    <c:v>Feb 2017</c:v>
                  </c:pt>
                  <c:pt idx="156">
                    <c:v>Feb 2017</c:v>
                  </c:pt>
                  <c:pt idx="157">
                    <c:v>Feb 2017</c:v>
                  </c:pt>
                  <c:pt idx="158">
                    <c:v>Feb 2017</c:v>
                  </c:pt>
                  <c:pt idx="159">
                    <c:v>Feb 2017</c:v>
                  </c:pt>
                  <c:pt idx="160">
                    <c:v>Feb 2017</c:v>
                  </c:pt>
                  <c:pt idx="161">
                    <c:v>Feb 2017</c:v>
                  </c:pt>
                  <c:pt idx="162">
                    <c:v>Feb 2017</c:v>
                  </c:pt>
                  <c:pt idx="163">
                    <c:v>Feb 2017</c:v>
                  </c:pt>
                  <c:pt idx="164">
                    <c:v>Feb 2017</c:v>
                  </c:pt>
                  <c:pt idx="165">
                    <c:v>Feb 2017</c:v>
                  </c:pt>
                  <c:pt idx="166">
                    <c:v>Feb 2017</c:v>
                  </c:pt>
                  <c:pt idx="167">
                    <c:v>Feb 2017</c:v>
                  </c:pt>
                  <c:pt idx="168">
                    <c:v>Feb 2017</c:v>
                  </c:pt>
                  <c:pt idx="169">
                    <c:v>Feb 2017</c:v>
                  </c:pt>
                  <c:pt idx="170">
                    <c:v>Feb 2017</c:v>
                  </c:pt>
                  <c:pt idx="171">
                    <c:v>Feb 2017</c:v>
                  </c:pt>
                  <c:pt idx="172">
                    <c:v>Mar 2017</c:v>
                  </c:pt>
                  <c:pt idx="173">
                    <c:v>Mar 2017</c:v>
                  </c:pt>
                  <c:pt idx="174">
                    <c:v>Mar 2017</c:v>
                  </c:pt>
                  <c:pt idx="175">
                    <c:v>Mar 2017</c:v>
                  </c:pt>
                  <c:pt idx="176">
                    <c:v>Mar 2017</c:v>
                  </c:pt>
                  <c:pt idx="177">
                    <c:v>Mar 2017</c:v>
                  </c:pt>
                  <c:pt idx="178">
                    <c:v>Mar 2017</c:v>
                  </c:pt>
                  <c:pt idx="179">
                    <c:v>Mar 2017</c:v>
                  </c:pt>
                  <c:pt idx="180">
                    <c:v>Mar 2017</c:v>
                  </c:pt>
                  <c:pt idx="181">
                    <c:v>Mar 2017</c:v>
                  </c:pt>
                  <c:pt idx="182">
                    <c:v>Mar 2017</c:v>
                  </c:pt>
                  <c:pt idx="183">
                    <c:v>Mar 2017</c:v>
                  </c:pt>
                  <c:pt idx="184">
                    <c:v>Mar 2017</c:v>
                  </c:pt>
                  <c:pt idx="185">
                    <c:v>Mar 2017</c:v>
                  </c:pt>
                  <c:pt idx="186">
                    <c:v>Mar 2017</c:v>
                  </c:pt>
                  <c:pt idx="187">
                    <c:v>Mar 2017</c:v>
                  </c:pt>
                  <c:pt idx="188">
                    <c:v>Mar 2017</c:v>
                  </c:pt>
                  <c:pt idx="189">
                    <c:v>Mar 2017</c:v>
                  </c:pt>
                  <c:pt idx="190">
                    <c:v>Mar 2017</c:v>
                  </c:pt>
                  <c:pt idx="191">
                    <c:v>Mar 2017</c:v>
                  </c:pt>
                  <c:pt idx="192">
                    <c:v>Mar 2017</c:v>
                  </c:pt>
                  <c:pt idx="193">
                    <c:v>Mar 2017</c:v>
                  </c:pt>
                  <c:pt idx="194">
                    <c:v>Mar 2017</c:v>
                  </c:pt>
                  <c:pt idx="195">
                    <c:v>Apr 2017</c:v>
                  </c:pt>
                  <c:pt idx="196">
                    <c:v>Apr 2017</c:v>
                  </c:pt>
                  <c:pt idx="197">
                    <c:v>Apr 2017</c:v>
                  </c:pt>
                  <c:pt idx="198">
                    <c:v>Apr 2017</c:v>
                  </c:pt>
                  <c:pt idx="199">
                    <c:v>Apr 2017</c:v>
                  </c:pt>
                  <c:pt idx="200">
                    <c:v>Apr 2017</c:v>
                  </c:pt>
                  <c:pt idx="201">
                    <c:v>Apr 2017</c:v>
                  </c:pt>
                  <c:pt idx="202">
                    <c:v>Apr 2017</c:v>
                  </c:pt>
                  <c:pt idx="203">
                    <c:v>Apr 2017</c:v>
                  </c:pt>
                  <c:pt idx="204">
                    <c:v>Apr 2017</c:v>
                  </c:pt>
                  <c:pt idx="205">
                    <c:v>Apr 2017</c:v>
                  </c:pt>
                  <c:pt idx="206">
                    <c:v>Apr 2017</c:v>
                  </c:pt>
                  <c:pt idx="207">
                    <c:v>Apr 2017</c:v>
                  </c:pt>
                  <c:pt idx="208">
                    <c:v>Apr 2017</c:v>
                  </c:pt>
                  <c:pt idx="209">
                    <c:v>Apr 2017</c:v>
                  </c:pt>
                  <c:pt idx="210">
                    <c:v>Apr 2017</c:v>
                  </c:pt>
                  <c:pt idx="211">
                    <c:v>Apr 2017</c:v>
                  </c:pt>
                  <c:pt idx="212">
                    <c:v>Apr 2017</c:v>
                  </c:pt>
                  <c:pt idx="213">
                    <c:v>Apr 2017</c:v>
                  </c:pt>
                  <c:pt idx="214">
                    <c:v>Apr 2017</c:v>
                  </c:pt>
                  <c:pt idx="215">
                    <c:v>May 2017</c:v>
                  </c:pt>
                  <c:pt idx="216">
                    <c:v>May 2017</c:v>
                  </c:pt>
                  <c:pt idx="217">
                    <c:v>May 2017</c:v>
                  </c:pt>
                  <c:pt idx="218">
                    <c:v>May 2017</c:v>
                  </c:pt>
                  <c:pt idx="219">
                    <c:v>May 2017</c:v>
                  </c:pt>
                  <c:pt idx="220">
                    <c:v>May 2017</c:v>
                  </c:pt>
                  <c:pt idx="221">
                    <c:v>May 2017</c:v>
                  </c:pt>
                  <c:pt idx="222">
                    <c:v>May 2017</c:v>
                  </c:pt>
                  <c:pt idx="223">
                    <c:v>May 2017</c:v>
                  </c:pt>
                  <c:pt idx="224">
                    <c:v>May 2017</c:v>
                  </c:pt>
                  <c:pt idx="225">
                    <c:v>May 2017</c:v>
                  </c:pt>
                  <c:pt idx="226">
                    <c:v>May 2017</c:v>
                  </c:pt>
                  <c:pt idx="227">
                    <c:v>May 2017</c:v>
                  </c:pt>
                  <c:pt idx="228">
                    <c:v>May 2017</c:v>
                  </c:pt>
                  <c:pt idx="229">
                    <c:v>May 2017</c:v>
                  </c:pt>
                  <c:pt idx="230">
                    <c:v>May 2017</c:v>
                  </c:pt>
                  <c:pt idx="231">
                    <c:v>May 2017</c:v>
                  </c:pt>
                  <c:pt idx="232">
                    <c:v>May 2017</c:v>
                  </c:pt>
                  <c:pt idx="233">
                    <c:v>May 2017</c:v>
                  </c:pt>
                  <c:pt idx="234">
                    <c:v>May 2017</c:v>
                  </c:pt>
                  <c:pt idx="235">
                    <c:v>May 2017</c:v>
                  </c:pt>
                  <c:pt idx="236">
                    <c:v>May 2017</c:v>
                  </c:pt>
                  <c:pt idx="237">
                    <c:v>May 2017</c:v>
                  </c:pt>
                  <c:pt idx="238">
                    <c:v>Jun 2017</c:v>
                  </c:pt>
                  <c:pt idx="239">
                    <c:v>Jun 2017</c:v>
                  </c:pt>
                  <c:pt idx="240">
                    <c:v>Jun 2017</c:v>
                  </c:pt>
                  <c:pt idx="241">
                    <c:v>Jun 2017</c:v>
                  </c:pt>
                  <c:pt idx="242">
                    <c:v>Jun 2017</c:v>
                  </c:pt>
                  <c:pt idx="243">
                    <c:v>Jun 2017</c:v>
                  </c:pt>
                  <c:pt idx="244">
                    <c:v>Jun 2017</c:v>
                  </c:pt>
                  <c:pt idx="245">
                    <c:v>Jun 2017</c:v>
                  </c:pt>
                  <c:pt idx="246">
                    <c:v>Jun 2017</c:v>
                  </c:pt>
                  <c:pt idx="247">
                    <c:v>Jun 2017</c:v>
                  </c:pt>
                  <c:pt idx="248">
                    <c:v>Jun 2017</c:v>
                  </c:pt>
                  <c:pt idx="249">
                    <c:v>Jun 2017</c:v>
                  </c:pt>
                  <c:pt idx="250">
                    <c:v>Jun 2017</c:v>
                  </c:pt>
                  <c:pt idx="251">
                    <c:v>Jun 2017</c:v>
                  </c:pt>
                  <c:pt idx="252">
                    <c:v>Jun 2017</c:v>
                  </c:pt>
                  <c:pt idx="253">
                    <c:v>Jun 2017</c:v>
                  </c:pt>
                  <c:pt idx="254">
                    <c:v>Jun 2017</c:v>
                  </c:pt>
                  <c:pt idx="255">
                    <c:v>Jun 2017</c:v>
                  </c:pt>
                  <c:pt idx="256">
                    <c:v>Jun 2017</c:v>
                  </c:pt>
                  <c:pt idx="257">
                    <c:v>Jun 2017</c:v>
                  </c:pt>
                  <c:pt idx="258">
                    <c:v>Jun 2017</c:v>
                  </c:pt>
                  <c:pt idx="259">
                    <c:v>Jun 2017</c:v>
                  </c:pt>
                  <c:pt idx="260">
                    <c:v>Jul 2017</c:v>
                  </c:pt>
                  <c:pt idx="261">
                    <c:v>Jul 2017</c:v>
                  </c:pt>
                  <c:pt idx="262">
                    <c:v>Jul 2017</c:v>
                  </c:pt>
                  <c:pt idx="263">
                    <c:v>Jul 2017</c:v>
                  </c:pt>
                  <c:pt idx="264">
                    <c:v>Jul 2017</c:v>
                  </c:pt>
                  <c:pt idx="265">
                    <c:v>Jul 2017</c:v>
                  </c:pt>
                  <c:pt idx="266">
                    <c:v>Jul 2017</c:v>
                  </c:pt>
                  <c:pt idx="267">
                    <c:v>Jul 2017</c:v>
                  </c:pt>
                  <c:pt idx="268">
                    <c:v>Jul 2017</c:v>
                  </c:pt>
                  <c:pt idx="269">
                    <c:v>Jul 2017</c:v>
                  </c:pt>
                  <c:pt idx="270">
                    <c:v>Jul 2017</c:v>
                  </c:pt>
                  <c:pt idx="271">
                    <c:v>Jul 2017</c:v>
                  </c:pt>
                  <c:pt idx="272">
                    <c:v>Jul 2017</c:v>
                  </c:pt>
                  <c:pt idx="273">
                    <c:v>Jul 2017</c:v>
                  </c:pt>
                  <c:pt idx="274">
                    <c:v>Jul 2017</c:v>
                  </c:pt>
                  <c:pt idx="275">
                    <c:v>Jul 2017</c:v>
                  </c:pt>
                  <c:pt idx="276">
                    <c:v>Jul 2017</c:v>
                  </c:pt>
                  <c:pt idx="277">
                    <c:v>Jul 2017</c:v>
                  </c:pt>
                  <c:pt idx="278">
                    <c:v>Jul 2017</c:v>
                  </c:pt>
                  <c:pt idx="279">
                    <c:v>Jul 2017</c:v>
                  </c:pt>
                  <c:pt idx="280">
                    <c:v>Jul 2017</c:v>
                  </c:pt>
                  <c:pt idx="281">
                    <c:v>Aug 2017</c:v>
                  </c:pt>
                  <c:pt idx="282">
                    <c:v>Aug 2017</c:v>
                  </c:pt>
                  <c:pt idx="283">
                    <c:v>Aug 2017</c:v>
                  </c:pt>
                  <c:pt idx="284">
                    <c:v>Aug 2017</c:v>
                  </c:pt>
                  <c:pt idx="285">
                    <c:v>Aug 2017</c:v>
                  </c:pt>
                  <c:pt idx="286">
                    <c:v>Aug 2017</c:v>
                  </c:pt>
                  <c:pt idx="287">
                    <c:v>Aug 2017</c:v>
                  </c:pt>
                  <c:pt idx="288">
                    <c:v>Aug 2017</c:v>
                  </c:pt>
                  <c:pt idx="289">
                    <c:v>Aug 2017</c:v>
                  </c:pt>
                  <c:pt idx="290">
                    <c:v>Aug 2017</c:v>
                  </c:pt>
                  <c:pt idx="291">
                    <c:v>Aug 2017</c:v>
                  </c:pt>
                  <c:pt idx="292">
                    <c:v>Aug 2017</c:v>
                  </c:pt>
                  <c:pt idx="293">
                    <c:v>Aug 2017</c:v>
                  </c:pt>
                  <c:pt idx="294">
                    <c:v>Aug 2017</c:v>
                  </c:pt>
                  <c:pt idx="295">
                    <c:v>Aug 2017</c:v>
                  </c:pt>
                  <c:pt idx="296">
                    <c:v>Aug 2017</c:v>
                  </c:pt>
                  <c:pt idx="297">
                    <c:v>Aug 2017</c:v>
                  </c:pt>
                  <c:pt idx="298">
                    <c:v>Aug 2017</c:v>
                  </c:pt>
                  <c:pt idx="299">
                    <c:v>Aug 2017</c:v>
                  </c:pt>
                  <c:pt idx="300">
                    <c:v>Aug 2017</c:v>
                  </c:pt>
                  <c:pt idx="301">
                    <c:v>Aug 2017</c:v>
                  </c:pt>
                  <c:pt idx="302">
                    <c:v>Aug 2017</c:v>
                  </c:pt>
                  <c:pt idx="303">
                    <c:v>Aug 2017</c:v>
                  </c:pt>
                  <c:pt idx="304">
                    <c:v>Sep 2017</c:v>
                  </c:pt>
                  <c:pt idx="305">
                    <c:v>Sep 2017</c:v>
                  </c:pt>
                  <c:pt idx="306">
                    <c:v>Sep 2017</c:v>
                  </c:pt>
                  <c:pt idx="307">
                    <c:v>Sep 2017</c:v>
                  </c:pt>
                  <c:pt idx="308">
                    <c:v>Sep 2017</c:v>
                  </c:pt>
                  <c:pt idx="309">
                    <c:v>Sep 2017</c:v>
                  </c:pt>
                  <c:pt idx="310">
                    <c:v>Sep 2017</c:v>
                  </c:pt>
                  <c:pt idx="311">
                    <c:v>Sep 2017</c:v>
                  </c:pt>
                  <c:pt idx="312">
                    <c:v>Sep 2017</c:v>
                  </c:pt>
                  <c:pt idx="313">
                    <c:v>Sep 2017</c:v>
                  </c:pt>
                  <c:pt idx="314">
                    <c:v>Sep 2017</c:v>
                  </c:pt>
                  <c:pt idx="315">
                    <c:v>Sep 2017</c:v>
                  </c:pt>
                  <c:pt idx="316">
                    <c:v>Sep 2017</c:v>
                  </c:pt>
                  <c:pt idx="317">
                    <c:v>Sep 2017</c:v>
                  </c:pt>
                  <c:pt idx="318">
                    <c:v>Sep 2017</c:v>
                  </c:pt>
                  <c:pt idx="319">
                    <c:v>Sep 2017</c:v>
                  </c:pt>
                  <c:pt idx="320">
                    <c:v>Sep 2017</c:v>
                  </c:pt>
                  <c:pt idx="321">
                    <c:v>Sep 2017</c:v>
                  </c:pt>
                  <c:pt idx="322">
                    <c:v>Sep 2017</c:v>
                  </c:pt>
                  <c:pt idx="323">
                    <c:v>Sep 2017</c:v>
                  </c:pt>
                  <c:pt idx="324">
                    <c:v>Sep 2017</c:v>
                  </c:pt>
                  <c:pt idx="325">
                    <c:v>Oct 2017</c:v>
                  </c:pt>
                  <c:pt idx="326">
                    <c:v>Oct 2017</c:v>
                  </c:pt>
                  <c:pt idx="327">
                    <c:v>Oct 2017</c:v>
                  </c:pt>
                  <c:pt idx="328">
                    <c:v>Oct 2017</c:v>
                  </c:pt>
                  <c:pt idx="329">
                    <c:v>Oct 2017</c:v>
                  </c:pt>
                  <c:pt idx="330">
                    <c:v>Oct 2017</c:v>
                  </c:pt>
                  <c:pt idx="331">
                    <c:v>Oct 2017</c:v>
                  </c:pt>
                  <c:pt idx="332">
                    <c:v>Oct 2017</c:v>
                  </c:pt>
                  <c:pt idx="333">
                    <c:v>Oct 2017</c:v>
                  </c:pt>
                  <c:pt idx="334">
                    <c:v>Oct 2017</c:v>
                  </c:pt>
                  <c:pt idx="335">
                    <c:v>Oct 2017</c:v>
                  </c:pt>
                  <c:pt idx="336">
                    <c:v>Oct 2017</c:v>
                  </c:pt>
                  <c:pt idx="337">
                    <c:v>Oct 2017</c:v>
                  </c:pt>
                  <c:pt idx="338">
                    <c:v>Oct 2017</c:v>
                  </c:pt>
                  <c:pt idx="339">
                    <c:v>Oct 2017</c:v>
                  </c:pt>
                  <c:pt idx="340">
                    <c:v>Oct 2017</c:v>
                  </c:pt>
                  <c:pt idx="341">
                    <c:v>Oct 2017</c:v>
                  </c:pt>
                  <c:pt idx="342">
                    <c:v>Oct 2017</c:v>
                  </c:pt>
                  <c:pt idx="343">
                    <c:v>Oct 2017</c:v>
                  </c:pt>
                  <c:pt idx="344">
                    <c:v>Oct 2017</c:v>
                  </c:pt>
                  <c:pt idx="345">
                    <c:v>Oct 2017</c:v>
                  </c:pt>
                  <c:pt idx="346">
                    <c:v>Oct 2017</c:v>
                  </c:pt>
                  <c:pt idx="347">
                    <c:v>Nov 2017</c:v>
                  </c:pt>
                  <c:pt idx="348">
                    <c:v>Nov 2017</c:v>
                  </c:pt>
                  <c:pt idx="349">
                    <c:v>Nov 2017</c:v>
                  </c:pt>
                  <c:pt idx="350">
                    <c:v>Nov 2017</c:v>
                  </c:pt>
                  <c:pt idx="351">
                    <c:v>Nov 2017</c:v>
                  </c:pt>
                  <c:pt idx="352">
                    <c:v>Nov 2017</c:v>
                  </c:pt>
                  <c:pt idx="353">
                    <c:v>Nov 2017</c:v>
                  </c:pt>
                  <c:pt idx="354">
                    <c:v>Nov 2017</c:v>
                  </c:pt>
                  <c:pt idx="355">
                    <c:v>Nov 2017</c:v>
                  </c:pt>
                  <c:pt idx="356">
                    <c:v>Nov 2017</c:v>
                  </c:pt>
                  <c:pt idx="357">
                    <c:v>Nov 2017</c:v>
                  </c:pt>
                  <c:pt idx="358">
                    <c:v>Nov 2017</c:v>
                  </c:pt>
                  <c:pt idx="359">
                    <c:v>Nov 2017</c:v>
                  </c:pt>
                  <c:pt idx="360">
                    <c:v>Nov 2017</c:v>
                  </c:pt>
                  <c:pt idx="361">
                    <c:v>Nov 2017</c:v>
                  </c:pt>
                  <c:pt idx="362">
                    <c:v>Nov 2017</c:v>
                  </c:pt>
                  <c:pt idx="363">
                    <c:v>Nov 2017</c:v>
                  </c:pt>
                  <c:pt idx="364">
                    <c:v>Nov 2017</c:v>
                  </c:pt>
                  <c:pt idx="365">
                    <c:v>Nov 2017</c:v>
                  </c:pt>
                  <c:pt idx="366">
                    <c:v>Nov 2017</c:v>
                  </c:pt>
                  <c:pt idx="367">
                    <c:v>Nov 2017</c:v>
                  </c:pt>
                  <c:pt idx="368">
                    <c:v>Nov 2017</c:v>
                  </c:pt>
                  <c:pt idx="369">
                    <c:v>Dec 2017</c:v>
                  </c:pt>
                  <c:pt idx="370">
                    <c:v>Dec 2017</c:v>
                  </c:pt>
                  <c:pt idx="371">
                    <c:v>Dec 2017</c:v>
                  </c:pt>
                  <c:pt idx="372">
                    <c:v>Dec 2017</c:v>
                  </c:pt>
                  <c:pt idx="373">
                    <c:v>Dec 2017</c:v>
                  </c:pt>
                  <c:pt idx="374">
                    <c:v>Dec 2017</c:v>
                  </c:pt>
                  <c:pt idx="375">
                    <c:v>Dec 2017</c:v>
                  </c:pt>
                  <c:pt idx="376">
                    <c:v>Dec 2017</c:v>
                  </c:pt>
                  <c:pt idx="377">
                    <c:v>Dec 2017</c:v>
                  </c:pt>
                  <c:pt idx="378">
                    <c:v>Dec 2017</c:v>
                  </c:pt>
                  <c:pt idx="379">
                    <c:v>Dec 2017</c:v>
                  </c:pt>
                  <c:pt idx="380">
                    <c:v>Dec 2017</c:v>
                  </c:pt>
                  <c:pt idx="381">
                    <c:v>Dec 2017</c:v>
                  </c:pt>
                  <c:pt idx="382">
                    <c:v>Dec 2017</c:v>
                  </c:pt>
                  <c:pt idx="383">
                    <c:v>Dec 2017</c:v>
                  </c:pt>
                  <c:pt idx="384">
                    <c:v>Dec 2017</c:v>
                  </c:pt>
                  <c:pt idx="385">
                    <c:v>Dec 2017</c:v>
                  </c:pt>
                  <c:pt idx="386">
                    <c:v>Dec 2017</c:v>
                  </c:pt>
                  <c:pt idx="387">
                    <c:v>Dec 2017</c:v>
                  </c:pt>
                  <c:pt idx="388">
                    <c:v>Dec 2017</c:v>
                  </c:pt>
                  <c:pt idx="389">
                    <c:v>Dec 2017</c:v>
                  </c:pt>
                  <c:pt idx="390">
                    <c:v>Jan 2018</c:v>
                  </c:pt>
                  <c:pt idx="391">
                    <c:v>Jan 2018</c:v>
                  </c:pt>
                  <c:pt idx="392">
                    <c:v>Jan 2018</c:v>
                  </c:pt>
                  <c:pt idx="393">
                    <c:v>Jan 2018</c:v>
                  </c:pt>
                  <c:pt idx="394">
                    <c:v>Jan 2018</c:v>
                  </c:pt>
                  <c:pt idx="395">
                    <c:v>Jan 2018</c:v>
                  </c:pt>
                  <c:pt idx="396">
                    <c:v>Jan 2018</c:v>
                  </c:pt>
                  <c:pt idx="397">
                    <c:v>Jan 2018</c:v>
                  </c:pt>
                  <c:pt idx="398">
                    <c:v>Jan 2018</c:v>
                  </c:pt>
                  <c:pt idx="399">
                    <c:v>Jan 2018</c:v>
                  </c:pt>
                  <c:pt idx="400">
                    <c:v>Jan 2018</c:v>
                  </c:pt>
                  <c:pt idx="401">
                    <c:v>Jan 2018</c:v>
                  </c:pt>
                  <c:pt idx="402">
                    <c:v>Jan 2018</c:v>
                  </c:pt>
                  <c:pt idx="403">
                    <c:v>Jan 2018</c:v>
                  </c:pt>
                  <c:pt idx="404">
                    <c:v>Jan 2018</c:v>
                  </c:pt>
                  <c:pt idx="405">
                    <c:v>Jan 2018</c:v>
                  </c:pt>
                  <c:pt idx="406">
                    <c:v>Jan 2018</c:v>
                  </c:pt>
                  <c:pt idx="407">
                    <c:v>Jan 2018</c:v>
                  </c:pt>
                  <c:pt idx="408">
                    <c:v>Jan 2018</c:v>
                  </c:pt>
                  <c:pt idx="409">
                    <c:v>Jan 2018</c:v>
                  </c:pt>
                  <c:pt idx="410">
                    <c:v>Jan 2018</c:v>
                  </c:pt>
                  <c:pt idx="411">
                    <c:v>Jan 2018</c:v>
                  </c:pt>
                  <c:pt idx="412">
                    <c:v>Jan 2018</c:v>
                  </c:pt>
                  <c:pt idx="413">
                    <c:v>Feb 2018</c:v>
                  </c:pt>
                  <c:pt idx="414">
                    <c:v>Feb 2018</c:v>
                  </c:pt>
                  <c:pt idx="415">
                    <c:v>Feb 2018</c:v>
                  </c:pt>
                  <c:pt idx="416">
                    <c:v>Feb 2018</c:v>
                  </c:pt>
                  <c:pt idx="417">
                    <c:v>Feb 2018</c:v>
                  </c:pt>
                  <c:pt idx="418">
                    <c:v>Feb 2018</c:v>
                  </c:pt>
                  <c:pt idx="419">
                    <c:v>Feb 2018</c:v>
                  </c:pt>
                  <c:pt idx="420">
                    <c:v>Feb 2018</c:v>
                  </c:pt>
                  <c:pt idx="421">
                    <c:v>Feb 2018</c:v>
                  </c:pt>
                  <c:pt idx="422">
                    <c:v>Feb 2018</c:v>
                  </c:pt>
                  <c:pt idx="423">
                    <c:v>Feb 2018</c:v>
                  </c:pt>
                  <c:pt idx="424">
                    <c:v>Feb 2018</c:v>
                  </c:pt>
                  <c:pt idx="425">
                    <c:v>Feb 2018</c:v>
                  </c:pt>
                  <c:pt idx="426">
                    <c:v>Feb 2018</c:v>
                  </c:pt>
                  <c:pt idx="427">
                    <c:v>Feb 2018</c:v>
                  </c:pt>
                  <c:pt idx="428">
                    <c:v>Feb 2018</c:v>
                  </c:pt>
                  <c:pt idx="429">
                    <c:v>Feb 2018</c:v>
                  </c:pt>
                  <c:pt idx="430">
                    <c:v>Feb 2018</c:v>
                  </c:pt>
                  <c:pt idx="431">
                    <c:v>Feb 2018</c:v>
                  </c:pt>
                  <c:pt idx="432">
                    <c:v>Feb 2018</c:v>
                  </c:pt>
                  <c:pt idx="433">
                    <c:v>Mar 2018</c:v>
                  </c:pt>
                  <c:pt idx="434">
                    <c:v>Mar 2018</c:v>
                  </c:pt>
                  <c:pt idx="435">
                    <c:v>Mar 2018</c:v>
                  </c:pt>
                  <c:pt idx="436">
                    <c:v>Mar 2018</c:v>
                  </c:pt>
                  <c:pt idx="437">
                    <c:v>Mar 2018</c:v>
                  </c:pt>
                  <c:pt idx="438">
                    <c:v>Mar 2018</c:v>
                  </c:pt>
                  <c:pt idx="439">
                    <c:v>Mar 2018</c:v>
                  </c:pt>
                  <c:pt idx="440">
                    <c:v>Mar 2018</c:v>
                  </c:pt>
                  <c:pt idx="441">
                    <c:v>Mar 2018</c:v>
                  </c:pt>
                  <c:pt idx="442">
                    <c:v>Mar 2018</c:v>
                  </c:pt>
                  <c:pt idx="443">
                    <c:v>Mar 2018</c:v>
                  </c:pt>
                  <c:pt idx="444">
                    <c:v>Mar 2018</c:v>
                  </c:pt>
                  <c:pt idx="445">
                    <c:v>Mar 2018</c:v>
                  </c:pt>
                  <c:pt idx="446">
                    <c:v>Mar 2018</c:v>
                  </c:pt>
                  <c:pt idx="447">
                    <c:v>Mar 2018</c:v>
                  </c:pt>
                  <c:pt idx="448">
                    <c:v>Mar 2018</c:v>
                  </c:pt>
                  <c:pt idx="449">
                    <c:v>Mar 2018</c:v>
                  </c:pt>
                  <c:pt idx="450">
                    <c:v>Mar 2018</c:v>
                  </c:pt>
                  <c:pt idx="451">
                    <c:v>Mar 2018</c:v>
                  </c:pt>
                  <c:pt idx="452">
                    <c:v>Mar 2018</c:v>
                  </c:pt>
                  <c:pt idx="453">
                    <c:v>Mar 2018</c:v>
                  </c:pt>
                  <c:pt idx="454">
                    <c:v>Mar 2018</c:v>
                  </c:pt>
                  <c:pt idx="455">
                    <c:v>Apr 2018</c:v>
                  </c:pt>
                  <c:pt idx="456">
                    <c:v>Apr 2018</c:v>
                  </c:pt>
                  <c:pt idx="457">
                    <c:v>Apr 2018</c:v>
                  </c:pt>
                  <c:pt idx="458">
                    <c:v>Apr 2018</c:v>
                  </c:pt>
                  <c:pt idx="459">
                    <c:v>Apr 2018</c:v>
                  </c:pt>
                  <c:pt idx="460">
                    <c:v>Apr 2018</c:v>
                  </c:pt>
                  <c:pt idx="461">
                    <c:v>Apr 2018</c:v>
                  </c:pt>
                  <c:pt idx="462">
                    <c:v>Apr 2018</c:v>
                  </c:pt>
                  <c:pt idx="463">
                    <c:v>Apr 2018</c:v>
                  </c:pt>
                  <c:pt idx="464">
                    <c:v>Apr 2018</c:v>
                  </c:pt>
                  <c:pt idx="465">
                    <c:v>Apr 2018</c:v>
                  </c:pt>
                  <c:pt idx="466">
                    <c:v>Apr 2018</c:v>
                  </c:pt>
                  <c:pt idx="467">
                    <c:v>Apr 2018</c:v>
                  </c:pt>
                  <c:pt idx="468">
                    <c:v>Apr 2018</c:v>
                  </c:pt>
                  <c:pt idx="469">
                    <c:v>Apr 2018</c:v>
                  </c:pt>
                  <c:pt idx="470">
                    <c:v>Apr 2018</c:v>
                  </c:pt>
                  <c:pt idx="471">
                    <c:v>Apr 2018</c:v>
                  </c:pt>
                  <c:pt idx="472">
                    <c:v>Apr 2018</c:v>
                  </c:pt>
                  <c:pt idx="473">
                    <c:v>Apr 2018</c:v>
                  </c:pt>
                  <c:pt idx="474">
                    <c:v>Apr 2018</c:v>
                  </c:pt>
                  <c:pt idx="475">
                    <c:v>Apr 2018</c:v>
                  </c:pt>
                  <c:pt idx="476">
                    <c:v>May 2018</c:v>
                  </c:pt>
                  <c:pt idx="477">
                    <c:v>May 2018</c:v>
                  </c:pt>
                  <c:pt idx="478">
                    <c:v>May 2018</c:v>
                  </c:pt>
                  <c:pt idx="479">
                    <c:v>May 2018</c:v>
                  </c:pt>
                  <c:pt idx="480">
                    <c:v>May 2018</c:v>
                  </c:pt>
                  <c:pt idx="481">
                    <c:v>May 2018</c:v>
                  </c:pt>
                  <c:pt idx="482">
                    <c:v>May 2018</c:v>
                  </c:pt>
                  <c:pt idx="483">
                    <c:v>May 2018</c:v>
                  </c:pt>
                  <c:pt idx="484">
                    <c:v>May 2018</c:v>
                  </c:pt>
                  <c:pt idx="485">
                    <c:v>May 2018</c:v>
                  </c:pt>
                  <c:pt idx="486">
                    <c:v>May 2018</c:v>
                  </c:pt>
                  <c:pt idx="487">
                    <c:v>May 2018</c:v>
                  </c:pt>
                  <c:pt idx="488">
                    <c:v>May 2018</c:v>
                  </c:pt>
                  <c:pt idx="489">
                    <c:v>May 2018</c:v>
                  </c:pt>
                  <c:pt idx="490">
                    <c:v>May 2018</c:v>
                  </c:pt>
                  <c:pt idx="491">
                    <c:v>May 2018</c:v>
                  </c:pt>
                  <c:pt idx="492">
                    <c:v>May 2018</c:v>
                  </c:pt>
                  <c:pt idx="493">
                    <c:v>May 2018</c:v>
                  </c:pt>
                  <c:pt idx="494">
                    <c:v>May 2018</c:v>
                  </c:pt>
                  <c:pt idx="495">
                    <c:v>May 2018</c:v>
                  </c:pt>
                  <c:pt idx="496">
                    <c:v>May 2018</c:v>
                  </c:pt>
                  <c:pt idx="497">
                    <c:v>May 2018</c:v>
                  </c:pt>
                  <c:pt idx="498">
                    <c:v>May 2018</c:v>
                  </c:pt>
                  <c:pt idx="499">
                    <c:v>Jun 2018</c:v>
                  </c:pt>
                  <c:pt idx="500">
                    <c:v>Jun 2018</c:v>
                  </c:pt>
                  <c:pt idx="501">
                    <c:v>Jun 2018</c:v>
                  </c:pt>
                  <c:pt idx="502">
                    <c:v>Jun 2018</c:v>
                  </c:pt>
                  <c:pt idx="503">
                    <c:v>Jun 2018</c:v>
                  </c:pt>
                  <c:pt idx="504">
                    <c:v>Jun 2018</c:v>
                  </c:pt>
                  <c:pt idx="505">
                    <c:v>Jun 2018</c:v>
                  </c:pt>
                  <c:pt idx="506">
                    <c:v>Jun 2018</c:v>
                  </c:pt>
                  <c:pt idx="507">
                    <c:v>Jun 2018</c:v>
                  </c:pt>
                  <c:pt idx="508">
                    <c:v>Jun 2018</c:v>
                  </c:pt>
                  <c:pt idx="509">
                    <c:v>Jun 2018</c:v>
                  </c:pt>
                  <c:pt idx="510">
                    <c:v>Jun 2018</c:v>
                  </c:pt>
                  <c:pt idx="511">
                    <c:v>Jun 2018</c:v>
                  </c:pt>
                  <c:pt idx="512">
                    <c:v>Jun 2018</c:v>
                  </c:pt>
                  <c:pt idx="513">
                    <c:v>Jun 2018</c:v>
                  </c:pt>
                  <c:pt idx="514">
                    <c:v>Jun 2018</c:v>
                  </c:pt>
                  <c:pt idx="515">
                    <c:v>Jun 2018</c:v>
                  </c:pt>
                  <c:pt idx="516">
                    <c:v>Jun 2018</c:v>
                  </c:pt>
                  <c:pt idx="517">
                    <c:v>Jun 2018</c:v>
                  </c:pt>
                  <c:pt idx="518">
                    <c:v>Jun 2018</c:v>
                  </c:pt>
                  <c:pt idx="519">
                    <c:v>Jun 2018</c:v>
                  </c:pt>
                  <c:pt idx="520">
                    <c:v>Jul 2018</c:v>
                  </c:pt>
                  <c:pt idx="521">
                    <c:v>Jul 2018</c:v>
                  </c:pt>
                  <c:pt idx="522">
                    <c:v>Jul 2018</c:v>
                  </c:pt>
                  <c:pt idx="523">
                    <c:v>Jul 2018</c:v>
                  </c:pt>
                  <c:pt idx="524">
                    <c:v>Jul 2018</c:v>
                  </c:pt>
                  <c:pt idx="525">
                    <c:v>Jul 2018</c:v>
                  </c:pt>
                  <c:pt idx="526">
                    <c:v>Jul 2018</c:v>
                  </c:pt>
                  <c:pt idx="527">
                    <c:v>Jul 2018</c:v>
                  </c:pt>
                  <c:pt idx="528">
                    <c:v>Jul 2018</c:v>
                  </c:pt>
                  <c:pt idx="529">
                    <c:v>Jul 2018</c:v>
                  </c:pt>
                  <c:pt idx="530">
                    <c:v>Jul 2018</c:v>
                  </c:pt>
                  <c:pt idx="531">
                    <c:v>Jul 2018</c:v>
                  </c:pt>
                  <c:pt idx="532">
                    <c:v>Jul 2018</c:v>
                  </c:pt>
                  <c:pt idx="533">
                    <c:v>Jul 2018</c:v>
                  </c:pt>
                  <c:pt idx="534">
                    <c:v>Jul 2018</c:v>
                  </c:pt>
                  <c:pt idx="535">
                    <c:v>Jul 2018</c:v>
                  </c:pt>
                  <c:pt idx="536">
                    <c:v>Jul 2018</c:v>
                  </c:pt>
                  <c:pt idx="537">
                    <c:v>Jul 2018</c:v>
                  </c:pt>
                  <c:pt idx="538">
                    <c:v>Jul 2018</c:v>
                  </c:pt>
                  <c:pt idx="539">
                    <c:v>Jul 2018</c:v>
                  </c:pt>
                  <c:pt idx="540">
                    <c:v>Jul 2018</c:v>
                  </c:pt>
                  <c:pt idx="541">
                    <c:v>Jul 2018</c:v>
                  </c:pt>
                  <c:pt idx="542">
                    <c:v>Aug 2018</c:v>
                  </c:pt>
                  <c:pt idx="543">
                    <c:v>Aug 2018</c:v>
                  </c:pt>
                  <c:pt idx="544">
                    <c:v>Aug 2018</c:v>
                  </c:pt>
                  <c:pt idx="545">
                    <c:v>Aug 2018</c:v>
                  </c:pt>
                  <c:pt idx="546">
                    <c:v>Aug 2018</c:v>
                  </c:pt>
                  <c:pt idx="547">
                    <c:v>Aug 2018</c:v>
                  </c:pt>
                  <c:pt idx="548">
                    <c:v>Aug 2018</c:v>
                  </c:pt>
                  <c:pt idx="549">
                    <c:v>Aug 2018</c:v>
                  </c:pt>
                  <c:pt idx="550">
                    <c:v>Aug 2018</c:v>
                  </c:pt>
                  <c:pt idx="551">
                    <c:v>Aug 2018</c:v>
                  </c:pt>
                  <c:pt idx="552">
                    <c:v>Aug 2018</c:v>
                  </c:pt>
                  <c:pt idx="553">
                    <c:v>Aug 2018</c:v>
                  </c:pt>
                  <c:pt idx="554">
                    <c:v>Aug 2018</c:v>
                  </c:pt>
                  <c:pt idx="555">
                    <c:v>Aug 2018</c:v>
                  </c:pt>
                  <c:pt idx="556">
                    <c:v>Aug 2018</c:v>
                  </c:pt>
                  <c:pt idx="557">
                    <c:v>Aug 2018</c:v>
                  </c:pt>
                  <c:pt idx="558">
                    <c:v>Aug 2018</c:v>
                  </c:pt>
                  <c:pt idx="559">
                    <c:v>Aug 2018</c:v>
                  </c:pt>
                  <c:pt idx="560">
                    <c:v>Aug 2018</c:v>
                  </c:pt>
                  <c:pt idx="561">
                    <c:v>Aug 2018</c:v>
                  </c:pt>
                  <c:pt idx="562">
                    <c:v>Aug 2018</c:v>
                  </c:pt>
                  <c:pt idx="563">
                    <c:v>Aug 2018</c:v>
                  </c:pt>
                  <c:pt idx="564">
                    <c:v>Aug 2018</c:v>
                  </c:pt>
                  <c:pt idx="565">
                    <c:v>Sep 2018</c:v>
                  </c:pt>
                  <c:pt idx="566">
                    <c:v>Sep 2018</c:v>
                  </c:pt>
                  <c:pt idx="567">
                    <c:v>Sep 2018</c:v>
                  </c:pt>
                  <c:pt idx="568">
                    <c:v>Sep 2018</c:v>
                  </c:pt>
                  <c:pt idx="569">
                    <c:v>Sep 2018</c:v>
                  </c:pt>
                  <c:pt idx="570">
                    <c:v>Sep 2018</c:v>
                  </c:pt>
                  <c:pt idx="571">
                    <c:v>Sep 2018</c:v>
                  </c:pt>
                  <c:pt idx="572">
                    <c:v>Sep 2018</c:v>
                  </c:pt>
                  <c:pt idx="573">
                    <c:v>Sep 2018</c:v>
                  </c:pt>
                  <c:pt idx="574">
                    <c:v>Sep 2018</c:v>
                  </c:pt>
                  <c:pt idx="575">
                    <c:v>Sep 2018</c:v>
                  </c:pt>
                  <c:pt idx="576">
                    <c:v>Sep 2018</c:v>
                  </c:pt>
                  <c:pt idx="577">
                    <c:v>Sep 2018</c:v>
                  </c:pt>
                  <c:pt idx="578">
                    <c:v>Sep 2018</c:v>
                  </c:pt>
                  <c:pt idx="579">
                    <c:v>Sep 2018</c:v>
                  </c:pt>
                  <c:pt idx="580">
                    <c:v>Sep 2018</c:v>
                  </c:pt>
                  <c:pt idx="581">
                    <c:v>Sep 2018</c:v>
                  </c:pt>
                  <c:pt idx="582">
                    <c:v>Sep 2018</c:v>
                  </c:pt>
                  <c:pt idx="583">
                    <c:v>Sep 2018</c:v>
                  </c:pt>
                  <c:pt idx="584">
                    <c:v>Sep 2018</c:v>
                  </c:pt>
                  <c:pt idx="585">
                    <c:v>Oct 2018</c:v>
                  </c:pt>
                  <c:pt idx="586">
                    <c:v>Oct 2018</c:v>
                  </c:pt>
                  <c:pt idx="587">
                    <c:v>Oct 2018</c:v>
                  </c:pt>
                  <c:pt idx="588">
                    <c:v>Oct 2018</c:v>
                  </c:pt>
                  <c:pt idx="589">
                    <c:v>Oct 2018</c:v>
                  </c:pt>
                  <c:pt idx="590">
                    <c:v>Oct 2018</c:v>
                  </c:pt>
                  <c:pt idx="591">
                    <c:v>Oct 2018</c:v>
                  </c:pt>
                  <c:pt idx="592">
                    <c:v>Oct 2018</c:v>
                  </c:pt>
                  <c:pt idx="593">
                    <c:v>Oct 2018</c:v>
                  </c:pt>
                  <c:pt idx="594">
                    <c:v>Oct 2018</c:v>
                  </c:pt>
                  <c:pt idx="595">
                    <c:v>Oct 2018</c:v>
                  </c:pt>
                  <c:pt idx="596">
                    <c:v>Oct 2018</c:v>
                  </c:pt>
                  <c:pt idx="597">
                    <c:v>Oct 2018</c:v>
                  </c:pt>
                  <c:pt idx="598">
                    <c:v>Oct 2018</c:v>
                  </c:pt>
                  <c:pt idx="599">
                    <c:v>Oct 2018</c:v>
                  </c:pt>
                  <c:pt idx="600">
                    <c:v>Oct 2018</c:v>
                  </c:pt>
                  <c:pt idx="601">
                    <c:v>Oct 2018</c:v>
                  </c:pt>
                  <c:pt idx="602">
                    <c:v>Oct 2018</c:v>
                  </c:pt>
                  <c:pt idx="603">
                    <c:v>Oct 2018</c:v>
                  </c:pt>
                  <c:pt idx="604">
                    <c:v>Oct 2018</c:v>
                  </c:pt>
                  <c:pt idx="605">
                    <c:v>Oct 2018</c:v>
                  </c:pt>
                  <c:pt idx="606">
                    <c:v>Oct 2018</c:v>
                  </c:pt>
                  <c:pt idx="607">
                    <c:v>Oct 2018</c:v>
                  </c:pt>
                  <c:pt idx="608">
                    <c:v>Nov 2018</c:v>
                  </c:pt>
                  <c:pt idx="609">
                    <c:v>Nov 2018</c:v>
                  </c:pt>
                  <c:pt idx="610">
                    <c:v>Nov 2018</c:v>
                  </c:pt>
                  <c:pt idx="611">
                    <c:v>Nov 2018</c:v>
                  </c:pt>
                  <c:pt idx="612">
                    <c:v>Nov 2018</c:v>
                  </c:pt>
                  <c:pt idx="613">
                    <c:v>Nov 2018</c:v>
                  </c:pt>
                  <c:pt idx="614">
                    <c:v>Nov 2018</c:v>
                  </c:pt>
                  <c:pt idx="615">
                    <c:v>Nov 2018</c:v>
                  </c:pt>
                  <c:pt idx="616">
                    <c:v>Nov 2018</c:v>
                  </c:pt>
                  <c:pt idx="617">
                    <c:v>Nov 2018</c:v>
                  </c:pt>
                  <c:pt idx="618">
                    <c:v>Nov 2018</c:v>
                  </c:pt>
                  <c:pt idx="619">
                    <c:v>Nov 2018</c:v>
                  </c:pt>
                  <c:pt idx="620">
                    <c:v>Nov 2018</c:v>
                  </c:pt>
                  <c:pt idx="621">
                    <c:v>Nov 2018</c:v>
                  </c:pt>
                  <c:pt idx="622">
                    <c:v>Nov 2018</c:v>
                  </c:pt>
                  <c:pt idx="623">
                    <c:v>Nov 2018</c:v>
                  </c:pt>
                  <c:pt idx="624">
                    <c:v>Nov 2018</c:v>
                  </c:pt>
                  <c:pt idx="625">
                    <c:v>Nov 2018</c:v>
                  </c:pt>
                  <c:pt idx="626">
                    <c:v>Nov 2018</c:v>
                  </c:pt>
                  <c:pt idx="627">
                    <c:v>Nov 2018</c:v>
                  </c:pt>
                  <c:pt idx="628">
                    <c:v>Nov 2018</c:v>
                  </c:pt>
                  <c:pt idx="629">
                    <c:v>Nov 2018</c:v>
                  </c:pt>
                  <c:pt idx="630">
                    <c:v>Dec 2018</c:v>
                  </c:pt>
                  <c:pt idx="631">
                    <c:v>Dec 2018</c:v>
                  </c:pt>
                  <c:pt idx="632">
                    <c:v>Dec 2018</c:v>
                  </c:pt>
                  <c:pt idx="633">
                    <c:v>Dec 2018</c:v>
                  </c:pt>
                  <c:pt idx="634">
                    <c:v>Dec 2018</c:v>
                  </c:pt>
                  <c:pt idx="635">
                    <c:v>Dec 2018</c:v>
                  </c:pt>
                  <c:pt idx="636">
                    <c:v>Dec 2018</c:v>
                  </c:pt>
                  <c:pt idx="637">
                    <c:v>Dec 2018</c:v>
                  </c:pt>
                  <c:pt idx="638">
                    <c:v>Dec 2018</c:v>
                  </c:pt>
                  <c:pt idx="639">
                    <c:v>Dec 2018</c:v>
                  </c:pt>
                  <c:pt idx="640">
                    <c:v>Dec 2018</c:v>
                  </c:pt>
                  <c:pt idx="641">
                    <c:v>Dec 2018</c:v>
                  </c:pt>
                  <c:pt idx="642">
                    <c:v>Dec 2018</c:v>
                  </c:pt>
                  <c:pt idx="643">
                    <c:v>Dec 2018</c:v>
                  </c:pt>
                  <c:pt idx="644">
                    <c:v>Dec 2018</c:v>
                  </c:pt>
                  <c:pt idx="645">
                    <c:v>Dec 2018</c:v>
                  </c:pt>
                  <c:pt idx="646">
                    <c:v>Dec 2018</c:v>
                  </c:pt>
                  <c:pt idx="647">
                    <c:v>Dec 2018</c:v>
                  </c:pt>
                  <c:pt idx="648">
                    <c:v>Dec 2018</c:v>
                  </c:pt>
                  <c:pt idx="649">
                    <c:v>Dec 2018</c:v>
                  </c:pt>
                  <c:pt idx="650">
                    <c:v>Dec 2018</c:v>
                  </c:pt>
                  <c:pt idx="651">
                    <c:v>Jan 2019</c:v>
                  </c:pt>
                  <c:pt idx="652">
                    <c:v>Jan 2019</c:v>
                  </c:pt>
                  <c:pt idx="653">
                    <c:v>Jan 2019</c:v>
                  </c:pt>
                  <c:pt idx="654">
                    <c:v>Jan 2019</c:v>
                  </c:pt>
                  <c:pt idx="655">
                    <c:v>Jan 2019</c:v>
                  </c:pt>
                  <c:pt idx="656">
                    <c:v>Jan 2019</c:v>
                  </c:pt>
                  <c:pt idx="657">
                    <c:v>Jan 2019</c:v>
                  </c:pt>
                  <c:pt idx="658">
                    <c:v>Jan 2019</c:v>
                  </c:pt>
                  <c:pt idx="659">
                    <c:v>Jan 2019</c:v>
                  </c:pt>
                  <c:pt idx="660">
                    <c:v>Jan 2019</c:v>
                  </c:pt>
                  <c:pt idx="661">
                    <c:v>Jan 2019</c:v>
                  </c:pt>
                  <c:pt idx="662">
                    <c:v>Jan 2019</c:v>
                  </c:pt>
                  <c:pt idx="663">
                    <c:v>Jan 2019</c:v>
                  </c:pt>
                  <c:pt idx="664">
                    <c:v>Jan 2019</c:v>
                  </c:pt>
                  <c:pt idx="665">
                    <c:v>Jan 2019</c:v>
                  </c:pt>
                  <c:pt idx="666">
                    <c:v>Jan 2019</c:v>
                  </c:pt>
                  <c:pt idx="667">
                    <c:v>Jan 2019</c:v>
                  </c:pt>
                  <c:pt idx="668">
                    <c:v>Jan 2019</c:v>
                  </c:pt>
                  <c:pt idx="669">
                    <c:v>Jan 2019</c:v>
                  </c:pt>
                  <c:pt idx="670">
                    <c:v>Jan 2019</c:v>
                  </c:pt>
                  <c:pt idx="671">
                    <c:v>Jan 2019</c:v>
                  </c:pt>
                  <c:pt idx="672">
                    <c:v>Jan 2019</c:v>
                  </c:pt>
                  <c:pt idx="673">
                    <c:v>Jan 2019</c:v>
                  </c:pt>
                  <c:pt idx="674">
                    <c:v>Feb 2019</c:v>
                  </c:pt>
                  <c:pt idx="675">
                    <c:v>Feb 2019</c:v>
                  </c:pt>
                  <c:pt idx="676">
                    <c:v>Feb 2019</c:v>
                  </c:pt>
                  <c:pt idx="677">
                    <c:v>Feb 2019</c:v>
                  </c:pt>
                  <c:pt idx="678">
                    <c:v>Feb 2019</c:v>
                  </c:pt>
                  <c:pt idx="679">
                    <c:v>Feb 2019</c:v>
                  </c:pt>
                  <c:pt idx="680">
                    <c:v>Feb 2019</c:v>
                  </c:pt>
                  <c:pt idx="681">
                    <c:v>Feb 2019</c:v>
                  </c:pt>
                  <c:pt idx="682">
                    <c:v>Feb 2019</c:v>
                  </c:pt>
                  <c:pt idx="683">
                    <c:v>Feb 2019</c:v>
                  </c:pt>
                  <c:pt idx="684">
                    <c:v>Feb 2019</c:v>
                  </c:pt>
                  <c:pt idx="685">
                    <c:v>Feb 2019</c:v>
                  </c:pt>
                  <c:pt idx="686">
                    <c:v>Feb 2019</c:v>
                  </c:pt>
                  <c:pt idx="687">
                    <c:v>Feb 2019</c:v>
                  </c:pt>
                  <c:pt idx="688">
                    <c:v>Feb 2019</c:v>
                  </c:pt>
                  <c:pt idx="689">
                    <c:v>Feb 2019</c:v>
                  </c:pt>
                  <c:pt idx="690">
                    <c:v>Feb 2019</c:v>
                  </c:pt>
                  <c:pt idx="691">
                    <c:v>Feb 2019</c:v>
                  </c:pt>
                  <c:pt idx="692">
                    <c:v>Feb 2019</c:v>
                  </c:pt>
                  <c:pt idx="693">
                    <c:v>Feb 2019</c:v>
                  </c:pt>
                  <c:pt idx="694">
                    <c:v>Mar 2019</c:v>
                  </c:pt>
                  <c:pt idx="695">
                    <c:v>Mar 2019</c:v>
                  </c:pt>
                  <c:pt idx="696">
                    <c:v>Mar 2019</c:v>
                  </c:pt>
                  <c:pt idx="697">
                    <c:v>Mar 2019</c:v>
                  </c:pt>
                  <c:pt idx="698">
                    <c:v>Mar 2019</c:v>
                  </c:pt>
                  <c:pt idx="699">
                    <c:v>Mar 2019</c:v>
                  </c:pt>
                  <c:pt idx="700">
                    <c:v>Mar 2019</c:v>
                  </c:pt>
                  <c:pt idx="701">
                    <c:v>Mar 2019</c:v>
                  </c:pt>
                  <c:pt idx="702">
                    <c:v>Mar 2019</c:v>
                  </c:pt>
                  <c:pt idx="703">
                    <c:v>Mar 2019</c:v>
                  </c:pt>
                  <c:pt idx="704">
                    <c:v>Mar 2019</c:v>
                  </c:pt>
                  <c:pt idx="705">
                    <c:v>Mar 2019</c:v>
                  </c:pt>
                  <c:pt idx="706">
                    <c:v>Mar 2019</c:v>
                  </c:pt>
                  <c:pt idx="707">
                    <c:v>Mar 2019</c:v>
                  </c:pt>
                  <c:pt idx="708">
                    <c:v>Mar 2019</c:v>
                  </c:pt>
                  <c:pt idx="709">
                    <c:v>Mar 2019</c:v>
                  </c:pt>
                  <c:pt idx="710">
                    <c:v>Mar 2019</c:v>
                  </c:pt>
                  <c:pt idx="711">
                    <c:v>Mar 2019</c:v>
                  </c:pt>
                  <c:pt idx="712">
                    <c:v>Mar 2019</c:v>
                  </c:pt>
                  <c:pt idx="713">
                    <c:v>Mar 2019</c:v>
                  </c:pt>
                  <c:pt idx="714">
                    <c:v>Mar 2019</c:v>
                  </c:pt>
                  <c:pt idx="715">
                    <c:v>Apr 2019</c:v>
                  </c:pt>
                  <c:pt idx="716">
                    <c:v>Apr 2019</c:v>
                  </c:pt>
                  <c:pt idx="717">
                    <c:v>Apr 2019</c:v>
                  </c:pt>
                  <c:pt idx="718">
                    <c:v>Apr 2019</c:v>
                  </c:pt>
                  <c:pt idx="719">
                    <c:v>Apr 2019</c:v>
                  </c:pt>
                  <c:pt idx="720">
                    <c:v>Apr 2019</c:v>
                  </c:pt>
                  <c:pt idx="721">
                    <c:v>Apr 2019</c:v>
                  </c:pt>
                  <c:pt idx="722">
                    <c:v>Apr 2019</c:v>
                  </c:pt>
                  <c:pt idx="723">
                    <c:v>Apr 2019</c:v>
                  </c:pt>
                  <c:pt idx="724">
                    <c:v>Apr 2019</c:v>
                  </c:pt>
                  <c:pt idx="725">
                    <c:v>Apr 2019</c:v>
                  </c:pt>
                  <c:pt idx="726">
                    <c:v>Apr 2019</c:v>
                  </c:pt>
                  <c:pt idx="727">
                    <c:v>Apr 2019</c:v>
                  </c:pt>
                  <c:pt idx="728">
                    <c:v>Apr 2019</c:v>
                  </c:pt>
                  <c:pt idx="729">
                    <c:v>Apr 2019</c:v>
                  </c:pt>
                  <c:pt idx="730">
                    <c:v>Apr 2019</c:v>
                  </c:pt>
                  <c:pt idx="731">
                    <c:v>Apr 2019</c:v>
                  </c:pt>
                  <c:pt idx="732">
                    <c:v>Apr 2019</c:v>
                  </c:pt>
                  <c:pt idx="733">
                    <c:v>Apr 2019</c:v>
                  </c:pt>
                  <c:pt idx="734">
                    <c:v>Apr 2019</c:v>
                  </c:pt>
                  <c:pt idx="735">
                    <c:v>Apr 2019</c:v>
                  </c:pt>
                  <c:pt idx="736">
                    <c:v>Apr 2019</c:v>
                  </c:pt>
                  <c:pt idx="737">
                    <c:v>May 2019</c:v>
                  </c:pt>
                  <c:pt idx="738">
                    <c:v>May 2019</c:v>
                  </c:pt>
                  <c:pt idx="739">
                    <c:v>May 2019</c:v>
                  </c:pt>
                  <c:pt idx="740">
                    <c:v>May 2019</c:v>
                  </c:pt>
                  <c:pt idx="741">
                    <c:v>May 2019</c:v>
                  </c:pt>
                  <c:pt idx="742">
                    <c:v>May 2019</c:v>
                  </c:pt>
                  <c:pt idx="743">
                    <c:v>May 2019</c:v>
                  </c:pt>
                  <c:pt idx="744">
                    <c:v>May 2019</c:v>
                  </c:pt>
                  <c:pt idx="745">
                    <c:v>May 2019</c:v>
                  </c:pt>
                  <c:pt idx="746">
                    <c:v>May 2019</c:v>
                  </c:pt>
                  <c:pt idx="747">
                    <c:v>May 2019</c:v>
                  </c:pt>
                  <c:pt idx="748">
                    <c:v>May 2019</c:v>
                  </c:pt>
                  <c:pt idx="749">
                    <c:v>May 2019</c:v>
                  </c:pt>
                  <c:pt idx="750">
                    <c:v>May 2019</c:v>
                  </c:pt>
                  <c:pt idx="751">
                    <c:v>May 2019</c:v>
                  </c:pt>
                  <c:pt idx="752">
                    <c:v>May 2019</c:v>
                  </c:pt>
                  <c:pt idx="753">
                    <c:v>May 2019</c:v>
                  </c:pt>
                  <c:pt idx="754">
                    <c:v>May 2019</c:v>
                  </c:pt>
                  <c:pt idx="755">
                    <c:v>May 2019</c:v>
                  </c:pt>
                  <c:pt idx="756">
                    <c:v>May 2019</c:v>
                  </c:pt>
                  <c:pt idx="757">
                    <c:v>May 2019</c:v>
                  </c:pt>
                  <c:pt idx="758">
                    <c:v>May 2019</c:v>
                  </c:pt>
                  <c:pt idx="759">
                    <c:v>May 2019</c:v>
                  </c:pt>
                  <c:pt idx="760">
                    <c:v>Jun 2019</c:v>
                  </c:pt>
                  <c:pt idx="761">
                    <c:v>Jun 2019</c:v>
                  </c:pt>
                  <c:pt idx="762">
                    <c:v>Jun 2019</c:v>
                  </c:pt>
                  <c:pt idx="763">
                    <c:v>Jun 2019</c:v>
                  </c:pt>
                  <c:pt idx="764">
                    <c:v>Jun 2019</c:v>
                  </c:pt>
                  <c:pt idx="765">
                    <c:v>Jun 2019</c:v>
                  </c:pt>
                  <c:pt idx="766">
                    <c:v>Jun 2019</c:v>
                  </c:pt>
                  <c:pt idx="767">
                    <c:v>Jun 2019</c:v>
                  </c:pt>
                  <c:pt idx="768">
                    <c:v>Jun 2019</c:v>
                  </c:pt>
                  <c:pt idx="769">
                    <c:v>Jun 2019</c:v>
                  </c:pt>
                  <c:pt idx="770">
                    <c:v>Jun 2019</c:v>
                  </c:pt>
                  <c:pt idx="771">
                    <c:v>Jun 2019</c:v>
                  </c:pt>
                  <c:pt idx="772">
                    <c:v>Jun 2019</c:v>
                  </c:pt>
                  <c:pt idx="773">
                    <c:v>Jun 2019</c:v>
                  </c:pt>
                  <c:pt idx="774">
                    <c:v>Jun 2019</c:v>
                  </c:pt>
                  <c:pt idx="775">
                    <c:v>Jun 2019</c:v>
                  </c:pt>
                  <c:pt idx="776">
                    <c:v>Jun 2019</c:v>
                  </c:pt>
                  <c:pt idx="777">
                    <c:v>Jun 2019</c:v>
                  </c:pt>
                  <c:pt idx="778">
                    <c:v>Jun 2019</c:v>
                  </c:pt>
                  <c:pt idx="779">
                    <c:v>Jun 2019</c:v>
                  </c:pt>
                  <c:pt idx="780">
                    <c:v>Jul 2019</c:v>
                  </c:pt>
                  <c:pt idx="781">
                    <c:v>Jul 2019</c:v>
                  </c:pt>
                  <c:pt idx="782">
                    <c:v>Jul 2019</c:v>
                  </c:pt>
                  <c:pt idx="783">
                    <c:v>Jul 2019</c:v>
                  </c:pt>
                  <c:pt idx="784">
                    <c:v>Jul 2019</c:v>
                  </c:pt>
                  <c:pt idx="785">
                    <c:v>Jul 2019</c:v>
                  </c:pt>
                  <c:pt idx="786">
                    <c:v>Jul 2019</c:v>
                  </c:pt>
                  <c:pt idx="787">
                    <c:v>Jul 2019</c:v>
                  </c:pt>
                  <c:pt idx="788">
                    <c:v>Jul 2019</c:v>
                  </c:pt>
                  <c:pt idx="789">
                    <c:v>Jul 2019</c:v>
                  </c:pt>
                  <c:pt idx="790">
                    <c:v>Jul 2019</c:v>
                  </c:pt>
                  <c:pt idx="791">
                    <c:v>Jul 2019</c:v>
                  </c:pt>
                  <c:pt idx="792">
                    <c:v>Jul 2019</c:v>
                  </c:pt>
                  <c:pt idx="793">
                    <c:v>Jul 2019</c:v>
                  </c:pt>
                  <c:pt idx="794">
                    <c:v>Jul 2019</c:v>
                  </c:pt>
                  <c:pt idx="795">
                    <c:v>Jul 2019</c:v>
                  </c:pt>
                  <c:pt idx="796">
                    <c:v>Jul 2019</c:v>
                  </c:pt>
                  <c:pt idx="797">
                    <c:v>Jul 2019</c:v>
                  </c:pt>
                  <c:pt idx="798">
                    <c:v>Jul 2019</c:v>
                  </c:pt>
                  <c:pt idx="799">
                    <c:v>Jul 2019</c:v>
                  </c:pt>
                  <c:pt idx="800">
                    <c:v>Jul 2019</c:v>
                  </c:pt>
                  <c:pt idx="801">
                    <c:v>Jul 2019</c:v>
                  </c:pt>
                  <c:pt idx="802">
                    <c:v>Jul 2019</c:v>
                  </c:pt>
                  <c:pt idx="803">
                    <c:v>Aug 2019</c:v>
                  </c:pt>
                  <c:pt idx="804">
                    <c:v>Aug 2019</c:v>
                  </c:pt>
                  <c:pt idx="805">
                    <c:v>Aug 2019</c:v>
                  </c:pt>
                  <c:pt idx="806">
                    <c:v>Aug 2019</c:v>
                  </c:pt>
                  <c:pt idx="807">
                    <c:v>Aug 2019</c:v>
                  </c:pt>
                  <c:pt idx="808">
                    <c:v>Aug 2019</c:v>
                  </c:pt>
                  <c:pt idx="809">
                    <c:v>Aug 2019</c:v>
                  </c:pt>
                  <c:pt idx="810">
                    <c:v>Aug 2019</c:v>
                  </c:pt>
                  <c:pt idx="811">
                    <c:v>Aug 2019</c:v>
                  </c:pt>
                  <c:pt idx="812">
                    <c:v>Aug 2019</c:v>
                  </c:pt>
                  <c:pt idx="813">
                    <c:v>Aug 2019</c:v>
                  </c:pt>
                  <c:pt idx="814">
                    <c:v>Aug 2019</c:v>
                  </c:pt>
                  <c:pt idx="815">
                    <c:v>Aug 2019</c:v>
                  </c:pt>
                  <c:pt idx="816">
                    <c:v>Aug 2019</c:v>
                  </c:pt>
                  <c:pt idx="817">
                    <c:v>Aug 2019</c:v>
                  </c:pt>
                  <c:pt idx="818">
                    <c:v>Aug 2019</c:v>
                  </c:pt>
                  <c:pt idx="819">
                    <c:v>Aug 2019</c:v>
                  </c:pt>
                  <c:pt idx="820">
                    <c:v>Aug 2019</c:v>
                  </c:pt>
                  <c:pt idx="821">
                    <c:v>Aug 2019</c:v>
                  </c:pt>
                  <c:pt idx="822">
                    <c:v>Aug 2019</c:v>
                  </c:pt>
                  <c:pt idx="823">
                    <c:v>Aug 2019</c:v>
                  </c:pt>
                  <c:pt idx="824">
                    <c:v>Aug 2019</c:v>
                  </c:pt>
                  <c:pt idx="825">
                    <c:v>Sep 2019</c:v>
                  </c:pt>
                  <c:pt idx="826">
                    <c:v>Sep 2019</c:v>
                  </c:pt>
                  <c:pt idx="827">
                    <c:v>Sep 2019</c:v>
                  </c:pt>
                  <c:pt idx="828">
                    <c:v>Sep 2019</c:v>
                  </c:pt>
                  <c:pt idx="829">
                    <c:v>Sep 2019</c:v>
                  </c:pt>
                  <c:pt idx="830">
                    <c:v>Sep 2019</c:v>
                  </c:pt>
                  <c:pt idx="831">
                    <c:v>Sep 2019</c:v>
                  </c:pt>
                  <c:pt idx="832">
                    <c:v>Sep 2019</c:v>
                  </c:pt>
                  <c:pt idx="833">
                    <c:v>Sep 2019</c:v>
                  </c:pt>
                  <c:pt idx="834">
                    <c:v>Sep 2019</c:v>
                  </c:pt>
                  <c:pt idx="835">
                    <c:v>Sep 2019</c:v>
                  </c:pt>
                  <c:pt idx="836">
                    <c:v>Sep 2019</c:v>
                  </c:pt>
                  <c:pt idx="837">
                    <c:v>Sep 2019</c:v>
                  </c:pt>
                  <c:pt idx="838">
                    <c:v>Sep 2019</c:v>
                  </c:pt>
                  <c:pt idx="839">
                    <c:v>Sep 2019</c:v>
                  </c:pt>
                  <c:pt idx="840">
                    <c:v>Sep 2019</c:v>
                  </c:pt>
                  <c:pt idx="841">
                    <c:v>Sep 2019</c:v>
                  </c:pt>
                  <c:pt idx="842">
                    <c:v>Sep 2019</c:v>
                  </c:pt>
                  <c:pt idx="843">
                    <c:v>Sep 2019</c:v>
                  </c:pt>
                  <c:pt idx="844">
                    <c:v>Sep 2019</c:v>
                  </c:pt>
                  <c:pt idx="845">
                    <c:v>Sep 2019</c:v>
                  </c:pt>
                  <c:pt idx="846">
                    <c:v>Oct 2019</c:v>
                  </c:pt>
                  <c:pt idx="847">
                    <c:v>Oct 2019</c:v>
                  </c:pt>
                  <c:pt idx="848">
                    <c:v>Oct 2019</c:v>
                  </c:pt>
                  <c:pt idx="849">
                    <c:v>Oct 2019</c:v>
                  </c:pt>
                </c:lvl>
              </c:multiLvlStrCache>
            </c:multiLvlStrRef>
          </c:cat>
          <c:val>
            <c:numRef>
              <c:f>Sheet1!$B$2:$B$851</c:f>
              <c:numCache>
                <c:formatCode>General</c:formatCode>
                <c:ptCount val="850"/>
                <c:pt idx="0">
                  <c:v>-0.68</c:v>
                </c:pt>
                <c:pt idx="1">
                  <c:v>-0.02</c:v>
                </c:pt>
                <c:pt idx="2">
                  <c:v>-0.12</c:v>
                </c:pt>
                <c:pt idx="3">
                  <c:v>-0.04</c:v>
                </c:pt>
                <c:pt idx="4">
                  <c:v>0.61</c:v>
                </c:pt>
                <c:pt idx="5">
                  <c:v>0.22</c:v>
                </c:pt>
                <c:pt idx="6">
                  <c:v>0.44</c:v>
                </c:pt>
                <c:pt idx="7">
                  <c:v>-0.7</c:v>
                </c:pt>
                <c:pt idx="8">
                  <c:v>0.72</c:v>
                </c:pt>
                <c:pt idx="9">
                  <c:v>0.21</c:v>
                </c:pt>
                <c:pt idx="10">
                  <c:v>0.29</c:v>
                </c:pt>
                <c:pt idx="11">
                  <c:v>0.74</c:v>
                </c:pt>
                <c:pt idx="12">
                  <c:v>0.96</c:v>
                </c:pt>
                <c:pt idx="13">
                  <c:v>-0.19</c:v>
                </c:pt>
                <c:pt idx="14">
                  <c:v>0.86</c:v>
                </c:pt>
                <c:pt idx="15">
                  <c:v>0.98</c:v>
                </c:pt>
                <c:pt idx="16">
                  <c:v>0.67</c:v>
                </c:pt>
                <c:pt idx="17">
                  <c:v>-0.65</c:v>
                </c:pt>
                <c:pt idx="18">
                  <c:v>0.36</c:v>
                </c:pt>
                <c:pt idx="19">
                  <c:v>0.48</c:v>
                </c:pt>
                <c:pt idx="20">
                  <c:v>0.28</c:v>
                </c:pt>
                <c:pt idx="21">
                  <c:v>-0.12</c:v>
                </c:pt>
                <c:pt idx="22">
                  <c:v>0.59</c:v>
                </c:pt>
                <c:pt idx="23">
                  <c:v>-0.15</c:v>
                </c:pt>
                <c:pt idx="24">
                  <c:v>0.02</c:v>
                </c:pt>
                <c:pt idx="25">
                  <c:v>-0.91</c:v>
                </c:pt>
                <c:pt idx="26">
                  <c:v>0.93</c:v>
                </c:pt>
                <c:pt idx="27">
                  <c:v>-0.05</c:v>
                </c:pt>
                <c:pt idx="28">
                  <c:v>-0.55</c:v>
                </c:pt>
                <c:pt idx="29">
                  <c:v>0.15</c:v>
                </c:pt>
                <c:pt idx="30">
                  <c:v>0.98</c:v>
                </c:pt>
                <c:pt idx="31">
                  <c:v>-0.41</c:v>
                </c:pt>
                <c:pt idx="32">
                  <c:v>0.21</c:v>
                </c:pt>
                <c:pt idx="33">
                  <c:v>0.52</c:v>
                </c:pt>
                <c:pt idx="34">
                  <c:v>0.47</c:v>
                </c:pt>
                <c:pt idx="35">
                  <c:v>0.62</c:v>
                </c:pt>
                <c:pt idx="36">
                  <c:v>-0.47</c:v>
                </c:pt>
                <c:pt idx="37">
                  <c:v>-0.78</c:v>
                </c:pt>
                <c:pt idx="38">
                  <c:v>-0.73</c:v>
                </c:pt>
                <c:pt idx="39">
                  <c:v>-0.57</c:v>
                </c:pt>
                <c:pt idx="40">
                  <c:v>-0.24</c:v>
                </c:pt>
                <c:pt idx="41">
                  <c:v>0.06</c:v>
                </c:pt>
                <c:pt idx="42">
                  <c:v>-0.09</c:v>
                </c:pt>
                <c:pt idx="43">
                  <c:v>0.46</c:v>
                </c:pt>
                <c:pt idx="44">
                  <c:v>0.13</c:v>
                </c:pt>
                <c:pt idx="45">
                  <c:v>0.41</c:v>
                </c:pt>
                <c:pt idx="46">
                  <c:v>0.58</c:v>
                </c:pt>
                <c:pt idx="47">
                  <c:v>-0.95</c:v>
                </c:pt>
                <c:pt idx="48">
                  <c:v>-0.18</c:v>
                </c:pt>
                <c:pt idx="49">
                  <c:v>0.61</c:v>
                </c:pt>
                <c:pt idx="50">
                  <c:v>-0.55</c:v>
                </c:pt>
                <c:pt idx="51">
                  <c:v>-0.83</c:v>
                </c:pt>
                <c:pt idx="52">
                  <c:v>0.1</c:v>
                </c:pt>
                <c:pt idx="53">
                  <c:v>0.89</c:v>
                </c:pt>
                <c:pt idx="54">
                  <c:v>0.91</c:v>
                </c:pt>
                <c:pt idx="55">
                  <c:v>0.72</c:v>
                </c:pt>
                <c:pt idx="56">
                  <c:v>0.46</c:v>
                </c:pt>
                <c:pt idx="57">
                  <c:v>0.08</c:v>
                </c:pt>
                <c:pt idx="58">
                  <c:v>-0.87</c:v>
                </c:pt>
                <c:pt idx="59">
                  <c:v>0.76</c:v>
                </c:pt>
                <c:pt idx="60">
                  <c:v>-0.21</c:v>
                </c:pt>
                <c:pt idx="61">
                  <c:v>0.9</c:v>
                </c:pt>
                <c:pt idx="62">
                  <c:v>0.09</c:v>
                </c:pt>
                <c:pt idx="63">
                  <c:v>-0.38</c:v>
                </c:pt>
                <c:pt idx="64">
                  <c:v>-0.92</c:v>
                </c:pt>
                <c:pt idx="65">
                  <c:v>-0.59</c:v>
                </c:pt>
                <c:pt idx="66">
                  <c:v>-0.56</c:v>
                </c:pt>
                <c:pt idx="67">
                  <c:v>-0.97</c:v>
                </c:pt>
                <c:pt idx="68">
                  <c:v>0.56</c:v>
                </c:pt>
                <c:pt idx="69">
                  <c:v>-0.75</c:v>
                </c:pt>
                <c:pt idx="70">
                  <c:v>-0.89</c:v>
                </c:pt>
                <c:pt idx="71">
                  <c:v>0.55</c:v>
                </c:pt>
                <c:pt idx="72">
                  <c:v>-0.84</c:v>
                </c:pt>
                <c:pt idx="73">
                  <c:v>-0.79</c:v>
                </c:pt>
                <c:pt idx="74">
                  <c:v>0.93</c:v>
                </c:pt>
                <c:pt idx="75">
                  <c:v>-0.08</c:v>
                </c:pt>
                <c:pt idx="76">
                  <c:v>0.75</c:v>
                </c:pt>
                <c:pt idx="77">
                  <c:v>0.52</c:v>
                </c:pt>
                <c:pt idx="78">
                  <c:v>0.14</c:v>
                </c:pt>
                <c:pt idx="79">
                  <c:v>0.95</c:v>
                </c:pt>
                <c:pt idx="80">
                  <c:v>0.47</c:v>
                </c:pt>
                <c:pt idx="81">
                  <c:v>0.68</c:v>
                </c:pt>
                <c:pt idx="82">
                  <c:v>-0.47</c:v>
                </c:pt>
                <c:pt idx="83">
                  <c:v>0.94</c:v>
                </c:pt>
                <c:pt idx="84">
                  <c:v>-0.81</c:v>
                </c:pt>
                <c:pt idx="85">
                  <c:v>0.18</c:v>
                </c:pt>
                <c:pt idx="86">
                  <c:v>0.53</c:v>
                </c:pt>
                <c:pt idx="87">
                  <c:v>-0.64</c:v>
                </c:pt>
                <c:pt idx="88">
                  <c:v>-0.98</c:v>
                </c:pt>
                <c:pt idx="89">
                  <c:v>0.65</c:v>
                </c:pt>
                <c:pt idx="90">
                  <c:v>0.41</c:v>
                </c:pt>
                <c:pt idx="91">
                  <c:v>0.34</c:v>
                </c:pt>
                <c:pt idx="92">
                  <c:v>-0.86</c:v>
                </c:pt>
                <c:pt idx="93">
                  <c:v>0.25</c:v>
                </c:pt>
                <c:pt idx="94">
                  <c:v>0.83</c:v>
                </c:pt>
                <c:pt idx="95">
                  <c:v>0.38</c:v>
                </c:pt>
                <c:pt idx="96">
                  <c:v>-0.77</c:v>
                </c:pt>
                <c:pt idx="97">
                  <c:v>0.9</c:v>
                </c:pt>
                <c:pt idx="98">
                  <c:v>-0.65</c:v>
                </c:pt>
                <c:pt idx="99">
                  <c:v>0.01</c:v>
                </c:pt>
                <c:pt idx="100">
                  <c:v>-0.38</c:v>
                </c:pt>
                <c:pt idx="101">
                  <c:v>-0.56</c:v>
                </c:pt>
                <c:pt idx="102">
                  <c:v>0.15</c:v>
                </c:pt>
                <c:pt idx="103">
                  <c:v>-0.67</c:v>
                </c:pt>
                <c:pt idx="104">
                  <c:v>-0.67</c:v>
                </c:pt>
                <c:pt idx="105">
                  <c:v>-0.81</c:v>
                </c:pt>
                <c:pt idx="106">
                  <c:v>-0.94</c:v>
                </c:pt>
                <c:pt idx="107">
                  <c:v>-0.44</c:v>
                </c:pt>
                <c:pt idx="108">
                  <c:v>-0.86</c:v>
                </c:pt>
                <c:pt idx="109">
                  <c:v>0.1</c:v>
                </c:pt>
                <c:pt idx="110">
                  <c:v>-0.84</c:v>
                </c:pt>
                <c:pt idx="111">
                  <c:v>0.67</c:v>
                </c:pt>
                <c:pt idx="112">
                  <c:v>0.22</c:v>
                </c:pt>
                <c:pt idx="113">
                  <c:v>0.41</c:v>
                </c:pt>
                <c:pt idx="114">
                  <c:v>-0.25</c:v>
                </c:pt>
                <c:pt idx="115">
                  <c:v>-0.87</c:v>
                </c:pt>
                <c:pt idx="116">
                  <c:v>0.53</c:v>
                </c:pt>
                <c:pt idx="117">
                  <c:v>0.97</c:v>
                </c:pt>
                <c:pt idx="118">
                  <c:v>-0.08</c:v>
                </c:pt>
                <c:pt idx="119">
                  <c:v>-0.17</c:v>
                </c:pt>
                <c:pt idx="120">
                  <c:v>0.08</c:v>
                </c:pt>
                <c:pt idx="121">
                  <c:v>0.76</c:v>
                </c:pt>
                <c:pt idx="122">
                  <c:v>-0.55</c:v>
                </c:pt>
                <c:pt idx="123">
                  <c:v>-0.37</c:v>
                </c:pt>
                <c:pt idx="124">
                  <c:v>0.59</c:v>
                </c:pt>
                <c:pt idx="125">
                  <c:v>0.73</c:v>
                </c:pt>
                <c:pt idx="126">
                  <c:v>0.59</c:v>
                </c:pt>
                <c:pt idx="127">
                  <c:v>0.98</c:v>
                </c:pt>
                <c:pt idx="128">
                  <c:v>0.08</c:v>
                </c:pt>
                <c:pt idx="129">
                  <c:v>-0.56</c:v>
                </c:pt>
                <c:pt idx="130">
                  <c:v>-0.06</c:v>
                </c:pt>
                <c:pt idx="131">
                  <c:v>-0.57</c:v>
                </c:pt>
                <c:pt idx="132">
                  <c:v>0.89</c:v>
                </c:pt>
                <c:pt idx="133">
                  <c:v>0.51</c:v>
                </c:pt>
                <c:pt idx="134">
                  <c:v>-0.1</c:v>
                </c:pt>
                <c:pt idx="135">
                  <c:v>-0.58</c:v>
                </c:pt>
                <c:pt idx="136">
                  <c:v>0.35</c:v>
                </c:pt>
                <c:pt idx="137">
                  <c:v>-0.58</c:v>
                </c:pt>
                <c:pt idx="138">
                  <c:v>-0.33</c:v>
                </c:pt>
                <c:pt idx="139">
                  <c:v>-0.55</c:v>
                </c:pt>
                <c:pt idx="140">
                  <c:v>-0.06</c:v>
                </c:pt>
                <c:pt idx="141">
                  <c:v>0.92</c:v>
                </c:pt>
                <c:pt idx="142">
                  <c:v>-0.83</c:v>
                </c:pt>
                <c:pt idx="143">
                  <c:v>0.72</c:v>
                </c:pt>
                <c:pt idx="144">
                  <c:v>-0.32</c:v>
                </c:pt>
                <c:pt idx="145">
                  <c:v>0.07</c:v>
                </c:pt>
                <c:pt idx="146">
                  <c:v>-0.38</c:v>
                </c:pt>
                <c:pt idx="147">
                  <c:v>0.51</c:v>
                </c:pt>
                <c:pt idx="148">
                  <c:v>-0.2</c:v>
                </c:pt>
                <c:pt idx="149">
                  <c:v>0.65</c:v>
                </c:pt>
                <c:pt idx="150">
                  <c:v>-0.09</c:v>
                </c:pt>
                <c:pt idx="151">
                  <c:v>0.77</c:v>
                </c:pt>
                <c:pt idx="152">
                  <c:v>-0.48</c:v>
                </c:pt>
                <c:pt idx="153">
                  <c:v>0.07</c:v>
                </c:pt>
                <c:pt idx="154">
                  <c:v>-0.73</c:v>
                </c:pt>
                <c:pt idx="155">
                  <c:v>-0.76</c:v>
                </c:pt>
                <c:pt idx="156">
                  <c:v>-0.58</c:v>
                </c:pt>
                <c:pt idx="157">
                  <c:v>0.79</c:v>
                </c:pt>
                <c:pt idx="158">
                  <c:v>-0.97</c:v>
                </c:pt>
                <c:pt idx="159">
                  <c:v>-0.54</c:v>
                </c:pt>
                <c:pt idx="160">
                  <c:v>-0.96</c:v>
                </c:pt>
                <c:pt idx="161">
                  <c:v>0.35</c:v>
                </c:pt>
                <c:pt idx="162">
                  <c:v>0.55</c:v>
                </c:pt>
                <c:pt idx="163">
                  <c:v>-0.49</c:v>
                </c:pt>
                <c:pt idx="164">
                  <c:v>0.49</c:v>
                </c:pt>
                <c:pt idx="165">
                  <c:v>-0.18</c:v>
                </c:pt>
                <c:pt idx="166">
                  <c:v>0.86</c:v>
                </c:pt>
                <c:pt idx="167">
                  <c:v>-0.06</c:v>
                </c:pt>
                <c:pt idx="168">
                  <c:v>0.24</c:v>
                </c:pt>
                <c:pt idx="169">
                  <c:v>-0.73</c:v>
                </c:pt>
                <c:pt idx="170">
                  <c:v>-0.76</c:v>
                </c:pt>
                <c:pt idx="171">
                  <c:v>0.08</c:v>
                </c:pt>
                <c:pt idx="172">
                  <c:v>-0.88</c:v>
                </c:pt>
                <c:pt idx="173">
                  <c:v>-0.67</c:v>
                </c:pt>
                <c:pt idx="174">
                  <c:v>-0.03</c:v>
                </c:pt>
                <c:pt idx="175">
                  <c:v>0.18</c:v>
                </c:pt>
                <c:pt idx="176">
                  <c:v>-0.97</c:v>
                </c:pt>
                <c:pt idx="177">
                  <c:v>-0.13</c:v>
                </c:pt>
                <c:pt idx="178">
                  <c:v>-0.19</c:v>
                </c:pt>
                <c:pt idx="179">
                  <c:v>-0.38</c:v>
                </c:pt>
                <c:pt idx="180">
                  <c:v>0.49</c:v>
                </c:pt>
                <c:pt idx="181">
                  <c:v>-0.78</c:v>
                </c:pt>
                <c:pt idx="182">
                  <c:v>0.75</c:v>
                </c:pt>
                <c:pt idx="183">
                  <c:v>-0.09</c:v>
                </c:pt>
                <c:pt idx="184">
                  <c:v>-0.68</c:v>
                </c:pt>
                <c:pt idx="185">
                  <c:v>-0.22</c:v>
                </c:pt>
                <c:pt idx="186">
                  <c:v>-0.92</c:v>
                </c:pt>
                <c:pt idx="187">
                  <c:v>-0.71</c:v>
                </c:pt>
                <c:pt idx="188">
                  <c:v>0.2</c:v>
                </c:pt>
                <c:pt idx="189">
                  <c:v>-0.58</c:v>
                </c:pt>
                <c:pt idx="190">
                  <c:v>0.13</c:v>
                </c:pt>
                <c:pt idx="191">
                  <c:v>-0.06</c:v>
                </c:pt>
                <c:pt idx="192">
                  <c:v>-0.96</c:v>
                </c:pt>
                <c:pt idx="193">
                  <c:v>0.72</c:v>
                </c:pt>
                <c:pt idx="194">
                  <c:v>0.23</c:v>
                </c:pt>
                <c:pt idx="195">
                  <c:v>-0.77</c:v>
                </c:pt>
                <c:pt idx="196">
                  <c:v>0</c:v>
                </c:pt>
                <c:pt idx="197">
                  <c:v>0.49</c:v>
                </c:pt>
                <c:pt idx="198">
                  <c:v>-0.77</c:v>
                </c:pt>
                <c:pt idx="199">
                  <c:v>0.94</c:v>
                </c:pt>
                <c:pt idx="200">
                  <c:v>0.09</c:v>
                </c:pt>
                <c:pt idx="201">
                  <c:v>-0.68</c:v>
                </c:pt>
                <c:pt idx="202">
                  <c:v>0.45</c:v>
                </c:pt>
                <c:pt idx="203">
                  <c:v>0.54</c:v>
                </c:pt>
                <c:pt idx="204">
                  <c:v>0.73</c:v>
                </c:pt>
                <c:pt idx="205">
                  <c:v>-0.69</c:v>
                </c:pt>
                <c:pt idx="206">
                  <c:v>-0.01</c:v>
                </c:pt>
                <c:pt idx="207">
                  <c:v>-0.84</c:v>
                </c:pt>
                <c:pt idx="208">
                  <c:v>0.08</c:v>
                </c:pt>
                <c:pt idx="209">
                  <c:v>0.07</c:v>
                </c:pt>
                <c:pt idx="210">
                  <c:v>-0.68</c:v>
                </c:pt>
                <c:pt idx="211">
                  <c:v>0.56</c:v>
                </c:pt>
                <c:pt idx="212">
                  <c:v>-0.58</c:v>
                </c:pt>
                <c:pt idx="213">
                  <c:v>-0.43</c:v>
                </c:pt>
                <c:pt idx="214">
                  <c:v>-0.71</c:v>
                </c:pt>
                <c:pt idx="215">
                  <c:v>-0.33</c:v>
                </c:pt>
                <c:pt idx="216">
                  <c:v>0.35</c:v>
                </c:pt>
                <c:pt idx="217">
                  <c:v>-0.69</c:v>
                </c:pt>
                <c:pt idx="218">
                  <c:v>0.26</c:v>
                </c:pt>
                <c:pt idx="219">
                  <c:v>0.12</c:v>
                </c:pt>
                <c:pt idx="220">
                  <c:v>-0.31</c:v>
                </c:pt>
                <c:pt idx="221">
                  <c:v>0.13</c:v>
                </c:pt>
                <c:pt idx="222">
                  <c:v>0.69</c:v>
                </c:pt>
                <c:pt idx="223">
                  <c:v>0.7</c:v>
                </c:pt>
                <c:pt idx="224">
                  <c:v>-0.24</c:v>
                </c:pt>
                <c:pt idx="225">
                  <c:v>0.28</c:v>
                </c:pt>
                <c:pt idx="226">
                  <c:v>0.51</c:v>
                </c:pt>
                <c:pt idx="227">
                  <c:v>0.14</c:v>
                </c:pt>
                <c:pt idx="228">
                  <c:v>0.41</c:v>
                </c:pt>
                <c:pt idx="229">
                  <c:v>0.15</c:v>
                </c:pt>
                <c:pt idx="230">
                  <c:v>-0.61</c:v>
                </c:pt>
                <c:pt idx="231">
                  <c:v>-0.41</c:v>
                </c:pt>
                <c:pt idx="232">
                  <c:v>0.11</c:v>
                </c:pt>
                <c:pt idx="233">
                  <c:v>0.27</c:v>
                </c:pt>
                <c:pt idx="234">
                  <c:v>-0.68</c:v>
                </c:pt>
                <c:pt idx="235">
                  <c:v>0.84</c:v>
                </c:pt>
                <c:pt idx="236">
                  <c:v>0.26</c:v>
                </c:pt>
                <c:pt idx="237">
                  <c:v>-0.82</c:v>
                </c:pt>
                <c:pt idx="238">
                  <c:v>0.81</c:v>
                </c:pt>
                <c:pt idx="239">
                  <c:v>0.76</c:v>
                </c:pt>
                <c:pt idx="240">
                  <c:v>0.41</c:v>
                </c:pt>
                <c:pt idx="241">
                  <c:v>-0.6</c:v>
                </c:pt>
                <c:pt idx="242">
                  <c:v>0.33</c:v>
                </c:pt>
                <c:pt idx="243">
                  <c:v>-0.98</c:v>
                </c:pt>
                <c:pt idx="244">
                  <c:v>0.58</c:v>
                </c:pt>
                <c:pt idx="245">
                  <c:v>-0.55</c:v>
                </c:pt>
                <c:pt idx="246">
                  <c:v>0.5</c:v>
                </c:pt>
                <c:pt idx="247">
                  <c:v>1</c:v>
                </c:pt>
                <c:pt idx="248">
                  <c:v>0.37</c:v>
                </c:pt>
                <c:pt idx="249">
                  <c:v>-0.55</c:v>
                </c:pt>
                <c:pt idx="250">
                  <c:v>-0.12</c:v>
                </c:pt>
                <c:pt idx="251">
                  <c:v>0.6</c:v>
                </c:pt>
                <c:pt idx="252">
                  <c:v>-0.01</c:v>
                </c:pt>
                <c:pt idx="253">
                  <c:v>0.91</c:v>
                </c:pt>
                <c:pt idx="254">
                  <c:v>-0.23</c:v>
                </c:pt>
                <c:pt idx="255">
                  <c:v>0.86</c:v>
                </c:pt>
                <c:pt idx="256">
                  <c:v>0.65</c:v>
                </c:pt>
                <c:pt idx="257">
                  <c:v>0.86</c:v>
                </c:pt>
                <c:pt idx="258">
                  <c:v>-0.11</c:v>
                </c:pt>
                <c:pt idx="259">
                  <c:v>0.64</c:v>
                </c:pt>
                <c:pt idx="260">
                  <c:v>-0.06</c:v>
                </c:pt>
                <c:pt idx="261">
                  <c:v>-0.16</c:v>
                </c:pt>
                <c:pt idx="262">
                  <c:v>-0.58</c:v>
                </c:pt>
                <c:pt idx="263">
                  <c:v>0.33</c:v>
                </c:pt>
                <c:pt idx="264">
                  <c:v>0.91</c:v>
                </c:pt>
                <c:pt idx="265">
                  <c:v>0.59</c:v>
                </c:pt>
                <c:pt idx="266">
                  <c:v>-0.94</c:v>
                </c:pt>
                <c:pt idx="267">
                  <c:v>0.82</c:v>
                </c:pt>
                <c:pt idx="268">
                  <c:v>0.39</c:v>
                </c:pt>
                <c:pt idx="269">
                  <c:v>0.4</c:v>
                </c:pt>
                <c:pt idx="270">
                  <c:v>0.13</c:v>
                </c:pt>
                <c:pt idx="271">
                  <c:v>-0.84</c:v>
                </c:pt>
                <c:pt idx="272">
                  <c:v>0.26</c:v>
                </c:pt>
                <c:pt idx="273">
                  <c:v>0.66</c:v>
                </c:pt>
                <c:pt idx="274">
                  <c:v>0.9</c:v>
                </c:pt>
                <c:pt idx="275">
                  <c:v>0.77</c:v>
                </c:pt>
                <c:pt idx="276">
                  <c:v>0.36</c:v>
                </c:pt>
                <c:pt idx="277">
                  <c:v>0.54</c:v>
                </c:pt>
                <c:pt idx="278">
                  <c:v>-0.39</c:v>
                </c:pt>
                <c:pt idx="279">
                  <c:v>-0.84</c:v>
                </c:pt>
                <c:pt idx="280">
                  <c:v>0.07</c:v>
                </c:pt>
                <c:pt idx="281">
                  <c:v>0.5</c:v>
                </c:pt>
                <c:pt idx="282">
                  <c:v>-0.17</c:v>
                </c:pt>
                <c:pt idx="283">
                  <c:v>-0.13</c:v>
                </c:pt>
                <c:pt idx="284">
                  <c:v>0.6</c:v>
                </c:pt>
                <c:pt idx="285">
                  <c:v>0.18</c:v>
                </c:pt>
                <c:pt idx="286">
                  <c:v>-0.5</c:v>
                </c:pt>
                <c:pt idx="287">
                  <c:v>0.59</c:v>
                </c:pt>
                <c:pt idx="288">
                  <c:v>0.14</c:v>
                </c:pt>
                <c:pt idx="289">
                  <c:v>0.75</c:v>
                </c:pt>
                <c:pt idx="290">
                  <c:v>0.13</c:v>
                </c:pt>
                <c:pt idx="291">
                  <c:v>-0.91</c:v>
                </c:pt>
                <c:pt idx="292">
                  <c:v>0.2</c:v>
                </c:pt>
                <c:pt idx="293">
                  <c:v>0.2</c:v>
                </c:pt>
                <c:pt idx="294">
                  <c:v>0.15</c:v>
                </c:pt>
                <c:pt idx="295">
                  <c:v>-0.07</c:v>
                </c:pt>
                <c:pt idx="296">
                  <c:v>-0.68</c:v>
                </c:pt>
                <c:pt idx="297">
                  <c:v>-0.83</c:v>
                </c:pt>
                <c:pt idx="298">
                  <c:v>-0.33</c:v>
                </c:pt>
                <c:pt idx="299">
                  <c:v>0.61</c:v>
                </c:pt>
                <c:pt idx="300">
                  <c:v>-0.11</c:v>
                </c:pt>
                <c:pt idx="301">
                  <c:v>0.64</c:v>
                </c:pt>
                <c:pt idx="302">
                  <c:v>-0.36</c:v>
                </c:pt>
                <c:pt idx="303">
                  <c:v>0.61</c:v>
                </c:pt>
                <c:pt idx="304">
                  <c:v>0.69</c:v>
                </c:pt>
                <c:pt idx="305">
                  <c:v>0.75</c:v>
                </c:pt>
                <c:pt idx="306">
                  <c:v>-0.57</c:v>
                </c:pt>
                <c:pt idx="307">
                  <c:v>0.57</c:v>
                </c:pt>
                <c:pt idx="308">
                  <c:v>-0.69</c:v>
                </c:pt>
                <c:pt idx="309">
                  <c:v>0.1</c:v>
                </c:pt>
                <c:pt idx="310">
                  <c:v>-0.22</c:v>
                </c:pt>
                <c:pt idx="311">
                  <c:v>0.64</c:v>
                </c:pt>
                <c:pt idx="312">
                  <c:v>-0.86</c:v>
                </c:pt>
                <c:pt idx="313">
                  <c:v>0.74</c:v>
                </c:pt>
                <c:pt idx="314">
                  <c:v>0.82</c:v>
                </c:pt>
                <c:pt idx="315">
                  <c:v>0.58</c:v>
                </c:pt>
                <c:pt idx="316">
                  <c:v>0.72</c:v>
                </c:pt>
                <c:pt idx="317">
                  <c:v>-0.45</c:v>
                </c:pt>
                <c:pt idx="318">
                  <c:v>0.76</c:v>
                </c:pt>
                <c:pt idx="319">
                  <c:v>-0.87</c:v>
                </c:pt>
                <c:pt idx="320">
                  <c:v>0.9</c:v>
                </c:pt>
                <c:pt idx="321">
                  <c:v>-0.15</c:v>
                </c:pt>
                <c:pt idx="322">
                  <c:v>0.03</c:v>
                </c:pt>
                <c:pt idx="323">
                  <c:v>0.76</c:v>
                </c:pt>
                <c:pt idx="324">
                  <c:v>-0.45</c:v>
                </c:pt>
                <c:pt idx="325">
                  <c:v>0.77</c:v>
                </c:pt>
                <c:pt idx="326">
                  <c:v>-0.75</c:v>
                </c:pt>
                <c:pt idx="327">
                  <c:v>-0.44</c:v>
                </c:pt>
                <c:pt idx="328">
                  <c:v>0.63</c:v>
                </c:pt>
                <c:pt idx="329">
                  <c:v>0.01</c:v>
                </c:pt>
                <c:pt idx="330">
                  <c:v>-0.53</c:v>
                </c:pt>
                <c:pt idx="331">
                  <c:v>-0.14</c:v>
                </c:pt>
                <c:pt idx="332">
                  <c:v>-0.48</c:v>
                </c:pt>
                <c:pt idx="333">
                  <c:v>0.22</c:v>
                </c:pt>
                <c:pt idx="334">
                  <c:v>-0.85</c:v>
                </c:pt>
                <c:pt idx="335">
                  <c:v>-0.12</c:v>
                </c:pt>
                <c:pt idx="336">
                  <c:v>0.39</c:v>
                </c:pt>
                <c:pt idx="337">
                  <c:v>0.59</c:v>
                </c:pt>
                <c:pt idx="338">
                  <c:v>0.54</c:v>
                </c:pt>
                <c:pt idx="339">
                  <c:v>-0.54</c:v>
                </c:pt>
                <c:pt idx="340">
                  <c:v>-0.16</c:v>
                </c:pt>
                <c:pt idx="341">
                  <c:v>0</c:v>
                </c:pt>
                <c:pt idx="342">
                  <c:v>-0.36</c:v>
                </c:pt>
                <c:pt idx="343">
                  <c:v>0.13</c:v>
                </c:pt>
                <c:pt idx="344">
                  <c:v>0.97</c:v>
                </c:pt>
                <c:pt idx="345">
                  <c:v>-0.9</c:v>
                </c:pt>
                <c:pt idx="346">
                  <c:v>0.25</c:v>
                </c:pt>
                <c:pt idx="347">
                  <c:v>-0.29</c:v>
                </c:pt>
                <c:pt idx="348">
                  <c:v>-0.15</c:v>
                </c:pt>
                <c:pt idx="349">
                  <c:v>0.68</c:v>
                </c:pt>
                <c:pt idx="350">
                  <c:v>0.74</c:v>
                </c:pt>
                <c:pt idx="351">
                  <c:v>-0.72</c:v>
                </c:pt>
                <c:pt idx="352">
                  <c:v>-0.92</c:v>
                </c:pt>
                <c:pt idx="353">
                  <c:v>0.59</c:v>
                </c:pt>
                <c:pt idx="354">
                  <c:v>-0.62</c:v>
                </c:pt>
                <c:pt idx="355">
                  <c:v>0.26</c:v>
                </c:pt>
                <c:pt idx="356">
                  <c:v>-0.68</c:v>
                </c:pt>
                <c:pt idx="357">
                  <c:v>-0.7</c:v>
                </c:pt>
                <c:pt idx="358">
                  <c:v>0.52</c:v>
                </c:pt>
                <c:pt idx="359">
                  <c:v>-0.69</c:v>
                </c:pt>
                <c:pt idx="360">
                  <c:v>0.2</c:v>
                </c:pt>
                <c:pt idx="361">
                  <c:v>0.88</c:v>
                </c:pt>
                <c:pt idx="362">
                  <c:v>-0.96</c:v>
                </c:pt>
                <c:pt idx="363">
                  <c:v>0.94</c:v>
                </c:pt>
                <c:pt idx="364">
                  <c:v>-0.38</c:v>
                </c:pt>
                <c:pt idx="365">
                  <c:v>0.82</c:v>
                </c:pt>
                <c:pt idx="366">
                  <c:v>-0.43</c:v>
                </c:pt>
                <c:pt idx="367">
                  <c:v>0.62</c:v>
                </c:pt>
                <c:pt idx="368">
                  <c:v>-0.6</c:v>
                </c:pt>
                <c:pt idx="369">
                  <c:v>0.66</c:v>
                </c:pt>
                <c:pt idx="370">
                  <c:v>-0.65</c:v>
                </c:pt>
                <c:pt idx="371">
                  <c:v>0.55</c:v>
                </c:pt>
                <c:pt idx="372">
                  <c:v>-0.32</c:v>
                </c:pt>
                <c:pt idx="373">
                  <c:v>-0.42</c:v>
                </c:pt>
                <c:pt idx="374">
                  <c:v>0.09</c:v>
                </c:pt>
                <c:pt idx="375">
                  <c:v>0.79</c:v>
                </c:pt>
                <c:pt idx="376">
                  <c:v>0.51</c:v>
                </c:pt>
                <c:pt idx="377">
                  <c:v>-0.46</c:v>
                </c:pt>
                <c:pt idx="378">
                  <c:v>-0.39</c:v>
                </c:pt>
                <c:pt idx="379">
                  <c:v>0.8</c:v>
                </c:pt>
                <c:pt idx="380">
                  <c:v>-0.9</c:v>
                </c:pt>
                <c:pt idx="381">
                  <c:v>-0.31</c:v>
                </c:pt>
                <c:pt idx="382">
                  <c:v>-0.91</c:v>
                </c:pt>
                <c:pt idx="383">
                  <c:v>-0.47</c:v>
                </c:pt>
                <c:pt idx="384">
                  <c:v>0.46</c:v>
                </c:pt>
                <c:pt idx="385">
                  <c:v>-0.55</c:v>
                </c:pt>
                <c:pt idx="386">
                  <c:v>-0.6</c:v>
                </c:pt>
                <c:pt idx="387">
                  <c:v>0.43</c:v>
                </c:pt>
                <c:pt idx="388">
                  <c:v>-0.42</c:v>
                </c:pt>
                <c:pt idx="389">
                  <c:v>0.13</c:v>
                </c:pt>
                <c:pt idx="390">
                  <c:v>0.77</c:v>
                </c:pt>
                <c:pt idx="391">
                  <c:v>0.23</c:v>
                </c:pt>
                <c:pt idx="392">
                  <c:v>-0.38</c:v>
                </c:pt>
                <c:pt idx="393">
                  <c:v>-0.65</c:v>
                </c:pt>
                <c:pt idx="394">
                  <c:v>0.21</c:v>
                </c:pt>
                <c:pt idx="395">
                  <c:v>0.56</c:v>
                </c:pt>
                <c:pt idx="396">
                  <c:v>-0.45</c:v>
                </c:pt>
                <c:pt idx="397">
                  <c:v>0.83</c:v>
                </c:pt>
                <c:pt idx="398">
                  <c:v>0.95</c:v>
                </c:pt>
                <c:pt idx="399">
                  <c:v>0.42</c:v>
                </c:pt>
                <c:pt idx="400">
                  <c:v>0.84</c:v>
                </c:pt>
                <c:pt idx="401">
                  <c:v>-0.62</c:v>
                </c:pt>
                <c:pt idx="402">
                  <c:v>-0.33</c:v>
                </c:pt>
                <c:pt idx="403">
                  <c:v>0.47</c:v>
                </c:pt>
                <c:pt idx="404">
                  <c:v>-0.64</c:v>
                </c:pt>
                <c:pt idx="405">
                  <c:v>-0.66</c:v>
                </c:pt>
                <c:pt idx="406">
                  <c:v>0.27</c:v>
                </c:pt>
                <c:pt idx="407">
                  <c:v>-0.98</c:v>
                </c:pt>
                <c:pt idx="408">
                  <c:v>-0.94</c:v>
                </c:pt>
                <c:pt idx="409">
                  <c:v>-0.8</c:v>
                </c:pt>
                <c:pt idx="410">
                  <c:v>-0.94</c:v>
                </c:pt>
                <c:pt idx="411">
                  <c:v>-0.06</c:v>
                </c:pt>
                <c:pt idx="412">
                  <c:v>-0.67</c:v>
                </c:pt>
                <c:pt idx="413">
                  <c:v>0.67</c:v>
                </c:pt>
                <c:pt idx="414">
                  <c:v>-0.61</c:v>
                </c:pt>
                <c:pt idx="415">
                  <c:v>-0.14</c:v>
                </c:pt>
                <c:pt idx="416">
                  <c:v>0.16</c:v>
                </c:pt>
                <c:pt idx="417">
                  <c:v>-0.71</c:v>
                </c:pt>
                <c:pt idx="418">
                  <c:v>-0.3</c:v>
                </c:pt>
                <c:pt idx="419">
                  <c:v>-0.39</c:v>
                </c:pt>
                <c:pt idx="420">
                  <c:v>-0.71</c:v>
                </c:pt>
                <c:pt idx="421">
                  <c:v>-0.43</c:v>
                </c:pt>
                <c:pt idx="422">
                  <c:v>-0.82</c:v>
                </c:pt>
                <c:pt idx="423">
                  <c:v>-0.17</c:v>
                </c:pt>
                <c:pt idx="424">
                  <c:v>0.52</c:v>
                </c:pt>
                <c:pt idx="425">
                  <c:v>0.07</c:v>
                </c:pt>
                <c:pt idx="426">
                  <c:v>-0.27</c:v>
                </c:pt>
                <c:pt idx="427">
                  <c:v>0.81</c:v>
                </c:pt>
                <c:pt idx="428">
                  <c:v>0.25</c:v>
                </c:pt>
                <c:pt idx="429">
                  <c:v>0.84</c:v>
                </c:pt>
                <c:pt idx="430">
                  <c:v>-0.35</c:v>
                </c:pt>
                <c:pt idx="431">
                  <c:v>-0.84</c:v>
                </c:pt>
                <c:pt idx="432">
                  <c:v>-0.72</c:v>
                </c:pt>
                <c:pt idx="433">
                  <c:v>0.45</c:v>
                </c:pt>
                <c:pt idx="434">
                  <c:v>-0.26</c:v>
                </c:pt>
                <c:pt idx="435">
                  <c:v>-0.64</c:v>
                </c:pt>
                <c:pt idx="436">
                  <c:v>0.95</c:v>
                </c:pt>
                <c:pt idx="437">
                  <c:v>-0.38</c:v>
                </c:pt>
                <c:pt idx="438">
                  <c:v>-0.05</c:v>
                </c:pt>
                <c:pt idx="439">
                  <c:v>-0.65</c:v>
                </c:pt>
                <c:pt idx="440">
                  <c:v>-0.74</c:v>
                </c:pt>
                <c:pt idx="441">
                  <c:v>0.9</c:v>
                </c:pt>
                <c:pt idx="442">
                  <c:v>0.27</c:v>
                </c:pt>
                <c:pt idx="443">
                  <c:v>0.69</c:v>
                </c:pt>
                <c:pt idx="444">
                  <c:v>0.27</c:v>
                </c:pt>
                <c:pt idx="445">
                  <c:v>-0.74</c:v>
                </c:pt>
                <c:pt idx="446">
                  <c:v>-0.72</c:v>
                </c:pt>
                <c:pt idx="447">
                  <c:v>0.7</c:v>
                </c:pt>
                <c:pt idx="448">
                  <c:v>-0.63</c:v>
                </c:pt>
                <c:pt idx="449">
                  <c:v>0.48</c:v>
                </c:pt>
                <c:pt idx="450">
                  <c:v>0.36</c:v>
                </c:pt>
                <c:pt idx="451">
                  <c:v>0.5</c:v>
                </c:pt>
                <c:pt idx="452">
                  <c:v>-0.91</c:v>
                </c:pt>
                <c:pt idx="453">
                  <c:v>-0.28</c:v>
                </c:pt>
                <c:pt idx="454">
                  <c:v>0.3</c:v>
                </c:pt>
                <c:pt idx="455">
                  <c:v>0.71</c:v>
                </c:pt>
                <c:pt idx="456">
                  <c:v>0.55</c:v>
                </c:pt>
                <c:pt idx="457">
                  <c:v>-0.12</c:v>
                </c:pt>
                <c:pt idx="458">
                  <c:v>0.5</c:v>
                </c:pt>
                <c:pt idx="459">
                  <c:v>0.02</c:v>
                </c:pt>
                <c:pt idx="460">
                  <c:v>0.32</c:v>
                </c:pt>
                <c:pt idx="461">
                  <c:v>0.75</c:v>
                </c:pt>
                <c:pt idx="462">
                  <c:v>-0.07</c:v>
                </c:pt>
                <c:pt idx="463">
                  <c:v>-1</c:v>
                </c:pt>
                <c:pt idx="464">
                  <c:v>0.84</c:v>
                </c:pt>
                <c:pt idx="465">
                  <c:v>-0.17</c:v>
                </c:pt>
                <c:pt idx="466">
                  <c:v>0.45</c:v>
                </c:pt>
                <c:pt idx="467">
                  <c:v>-0.88</c:v>
                </c:pt>
                <c:pt idx="468">
                  <c:v>0.3</c:v>
                </c:pt>
                <c:pt idx="469">
                  <c:v>-0.45</c:v>
                </c:pt>
                <c:pt idx="470">
                  <c:v>-0.44</c:v>
                </c:pt>
                <c:pt idx="471">
                  <c:v>-0.5</c:v>
                </c:pt>
                <c:pt idx="472">
                  <c:v>-0.46</c:v>
                </c:pt>
                <c:pt idx="473">
                  <c:v>0.53</c:v>
                </c:pt>
                <c:pt idx="474">
                  <c:v>-0.27</c:v>
                </c:pt>
                <c:pt idx="475">
                  <c:v>-0.22</c:v>
                </c:pt>
                <c:pt idx="476">
                  <c:v>-0.81</c:v>
                </c:pt>
                <c:pt idx="477">
                  <c:v>-0.29</c:v>
                </c:pt>
                <c:pt idx="478">
                  <c:v>0.24</c:v>
                </c:pt>
                <c:pt idx="479">
                  <c:v>0.42</c:v>
                </c:pt>
                <c:pt idx="480">
                  <c:v>-0.41</c:v>
                </c:pt>
                <c:pt idx="481">
                  <c:v>-0.73</c:v>
                </c:pt>
                <c:pt idx="482">
                  <c:v>0.4</c:v>
                </c:pt>
                <c:pt idx="483">
                  <c:v>0.49</c:v>
                </c:pt>
                <c:pt idx="484">
                  <c:v>-0.77</c:v>
                </c:pt>
                <c:pt idx="485">
                  <c:v>0.76</c:v>
                </c:pt>
                <c:pt idx="486">
                  <c:v>0.28</c:v>
                </c:pt>
                <c:pt idx="487">
                  <c:v>0.97</c:v>
                </c:pt>
                <c:pt idx="488">
                  <c:v>0.66</c:v>
                </c:pt>
                <c:pt idx="489">
                  <c:v>-0.77</c:v>
                </c:pt>
                <c:pt idx="490">
                  <c:v>0.84</c:v>
                </c:pt>
                <c:pt idx="491">
                  <c:v>0.1</c:v>
                </c:pt>
                <c:pt idx="492">
                  <c:v>0.35</c:v>
                </c:pt>
                <c:pt idx="493">
                  <c:v>-0.88</c:v>
                </c:pt>
                <c:pt idx="494">
                  <c:v>-0.46</c:v>
                </c:pt>
                <c:pt idx="495">
                  <c:v>0.19</c:v>
                </c:pt>
                <c:pt idx="496">
                  <c:v>-0.34</c:v>
                </c:pt>
                <c:pt idx="497">
                  <c:v>0.58</c:v>
                </c:pt>
                <c:pt idx="498">
                  <c:v>0.79</c:v>
                </c:pt>
                <c:pt idx="499">
                  <c:v>-0.75</c:v>
                </c:pt>
                <c:pt idx="500">
                  <c:v>0.47</c:v>
                </c:pt>
                <c:pt idx="501">
                  <c:v>-0.4</c:v>
                </c:pt>
                <c:pt idx="502">
                  <c:v>0.82</c:v>
                </c:pt>
                <c:pt idx="503">
                  <c:v>-0.78</c:v>
                </c:pt>
                <c:pt idx="504">
                  <c:v>0.43</c:v>
                </c:pt>
                <c:pt idx="505">
                  <c:v>0.78</c:v>
                </c:pt>
                <c:pt idx="506">
                  <c:v>-0.75</c:v>
                </c:pt>
                <c:pt idx="507">
                  <c:v>-0.49</c:v>
                </c:pt>
                <c:pt idx="508">
                  <c:v>-0.79</c:v>
                </c:pt>
                <c:pt idx="509">
                  <c:v>0.58</c:v>
                </c:pt>
                <c:pt idx="510">
                  <c:v>-0.72</c:v>
                </c:pt>
                <c:pt idx="511">
                  <c:v>0.15</c:v>
                </c:pt>
                <c:pt idx="512">
                  <c:v>0.04</c:v>
                </c:pt>
                <c:pt idx="513">
                  <c:v>0.82</c:v>
                </c:pt>
                <c:pt idx="514">
                  <c:v>0.15</c:v>
                </c:pt>
                <c:pt idx="515">
                  <c:v>0.45</c:v>
                </c:pt>
                <c:pt idx="516">
                  <c:v>-0.63</c:v>
                </c:pt>
                <c:pt idx="517">
                  <c:v>0.78</c:v>
                </c:pt>
                <c:pt idx="518">
                  <c:v>-0.83</c:v>
                </c:pt>
                <c:pt idx="519">
                  <c:v>0.07</c:v>
                </c:pt>
                <c:pt idx="520">
                  <c:v>-0.06</c:v>
                </c:pt>
                <c:pt idx="521">
                  <c:v>0.86</c:v>
                </c:pt>
                <c:pt idx="522">
                  <c:v>0.42</c:v>
                </c:pt>
                <c:pt idx="523">
                  <c:v>-0.13</c:v>
                </c:pt>
                <c:pt idx="524">
                  <c:v>-0.1</c:v>
                </c:pt>
                <c:pt idx="525">
                  <c:v>-0.79</c:v>
                </c:pt>
                <c:pt idx="526">
                  <c:v>0.85</c:v>
                </c:pt>
                <c:pt idx="527">
                  <c:v>0.19</c:v>
                </c:pt>
                <c:pt idx="528">
                  <c:v>0.7</c:v>
                </c:pt>
                <c:pt idx="529">
                  <c:v>-0.68</c:v>
                </c:pt>
                <c:pt idx="530">
                  <c:v>0</c:v>
                </c:pt>
                <c:pt idx="531">
                  <c:v>-0.34</c:v>
                </c:pt>
                <c:pt idx="532">
                  <c:v>0.24</c:v>
                </c:pt>
                <c:pt idx="533">
                  <c:v>0.85</c:v>
                </c:pt>
                <c:pt idx="534">
                  <c:v>-0.83</c:v>
                </c:pt>
                <c:pt idx="535">
                  <c:v>-0.61</c:v>
                </c:pt>
                <c:pt idx="536">
                  <c:v>0.79</c:v>
                </c:pt>
                <c:pt idx="537">
                  <c:v>0.52</c:v>
                </c:pt>
                <c:pt idx="538">
                  <c:v>0.25</c:v>
                </c:pt>
                <c:pt idx="539">
                  <c:v>0.64</c:v>
                </c:pt>
                <c:pt idx="540">
                  <c:v>-0.72</c:v>
                </c:pt>
                <c:pt idx="541">
                  <c:v>0.09</c:v>
                </c:pt>
                <c:pt idx="542">
                  <c:v>-0.04</c:v>
                </c:pt>
                <c:pt idx="543">
                  <c:v>-0.26</c:v>
                </c:pt>
                <c:pt idx="544">
                  <c:v>-0.64</c:v>
                </c:pt>
                <c:pt idx="545">
                  <c:v>0.74</c:v>
                </c:pt>
                <c:pt idx="546">
                  <c:v>-0.03</c:v>
                </c:pt>
                <c:pt idx="547">
                  <c:v>-0.38</c:v>
                </c:pt>
                <c:pt idx="548">
                  <c:v>0.93</c:v>
                </c:pt>
                <c:pt idx="549">
                  <c:v>-0.25</c:v>
                </c:pt>
                <c:pt idx="550">
                  <c:v>-0.17</c:v>
                </c:pt>
                <c:pt idx="551">
                  <c:v>-0.33</c:v>
                </c:pt>
                <c:pt idx="552">
                  <c:v>-0.19</c:v>
                </c:pt>
                <c:pt idx="553">
                  <c:v>0.1</c:v>
                </c:pt>
                <c:pt idx="554">
                  <c:v>-0.95</c:v>
                </c:pt>
                <c:pt idx="555">
                  <c:v>0.61</c:v>
                </c:pt>
                <c:pt idx="556">
                  <c:v>0.8</c:v>
                </c:pt>
                <c:pt idx="557">
                  <c:v>-0.13</c:v>
                </c:pt>
                <c:pt idx="558">
                  <c:v>0.72</c:v>
                </c:pt>
                <c:pt idx="559">
                  <c:v>-0.61</c:v>
                </c:pt>
                <c:pt idx="560">
                  <c:v>-0.3</c:v>
                </c:pt>
                <c:pt idx="561">
                  <c:v>-0.83</c:v>
                </c:pt>
                <c:pt idx="562">
                  <c:v>0.23</c:v>
                </c:pt>
                <c:pt idx="563">
                  <c:v>-0.35</c:v>
                </c:pt>
                <c:pt idx="564">
                  <c:v>0.72</c:v>
                </c:pt>
                <c:pt idx="565">
                  <c:v>-0.67</c:v>
                </c:pt>
                <c:pt idx="566">
                  <c:v>0.71</c:v>
                </c:pt>
                <c:pt idx="567">
                  <c:v>-0.07</c:v>
                </c:pt>
                <c:pt idx="568">
                  <c:v>-0.91</c:v>
                </c:pt>
                <c:pt idx="569">
                  <c:v>-0.08</c:v>
                </c:pt>
                <c:pt idx="570">
                  <c:v>0.52</c:v>
                </c:pt>
                <c:pt idx="571">
                  <c:v>-0.73</c:v>
                </c:pt>
                <c:pt idx="572">
                  <c:v>-0.23</c:v>
                </c:pt>
                <c:pt idx="573">
                  <c:v>-0.42</c:v>
                </c:pt>
                <c:pt idx="574">
                  <c:v>0.18</c:v>
                </c:pt>
                <c:pt idx="575">
                  <c:v>-0.06</c:v>
                </c:pt>
                <c:pt idx="576">
                  <c:v>-0.19</c:v>
                </c:pt>
                <c:pt idx="577">
                  <c:v>-0.29</c:v>
                </c:pt>
                <c:pt idx="578">
                  <c:v>1</c:v>
                </c:pt>
                <c:pt idx="579">
                  <c:v>-0.37</c:v>
                </c:pt>
                <c:pt idx="580">
                  <c:v>-0.2</c:v>
                </c:pt>
                <c:pt idx="581">
                  <c:v>-0.5</c:v>
                </c:pt>
                <c:pt idx="582">
                  <c:v>-0.31</c:v>
                </c:pt>
                <c:pt idx="583">
                  <c:v>-0.05</c:v>
                </c:pt>
                <c:pt idx="584">
                  <c:v>0.35</c:v>
                </c:pt>
                <c:pt idx="585">
                  <c:v>-0.93</c:v>
                </c:pt>
                <c:pt idx="586">
                  <c:v>-0.84</c:v>
                </c:pt>
                <c:pt idx="587">
                  <c:v>0.76</c:v>
                </c:pt>
                <c:pt idx="588">
                  <c:v>-0.52</c:v>
                </c:pt>
                <c:pt idx="589">
                  <c:v>-0.75</c:v>
                </c:pt>
                <c:pt idx="590">
                  <c:v>-0.52</c:v>
                </c:pt>
                <c:pt idx="591">
                  <c:v>0.8</c:v>
                </c:pt>
                <c:pt idx="592">
                  <c:v>0.97</c:v>
                </c:pt>
                <c:pt idx="593">
                  <c:v>-0.84</c:v>
                </c:pt>
                <c:pt idx="594">
                  <c:v>0.79</c:v>
                </c:pt>
                <c:pt idx="595">
                  <c:v>-0.2</c:v>
                </c:pt>
                <c:pt idx="596">
                  <c:v>0.52</c:v>
                </c:pt>
                <c:pt idx="597">
                  <c:v>-0.31</c:v>
                </c:pt>
                <c:pt idx="598">
                  <c:v>0.32</c:v>
                </c:pt>
                <c:pt idx="599">
                  <c:v>0.5</c:v>
                </c:pt>
                <c:pt idx="600">
                  <c:v>-0.72</c:v>
                </c:pt>
                <c:pt idx="601">
                  <c:v>-0.66</c:v>
                </c:pt>
                <c:pt idx="602">
                  <c:v>0.73</c:v>
                </c:pt>
                <c:pt idx="603">
                  <c:v>0.45</c:v>
                </c:pt>
                <c:pt idx="604">
                  <c:v>0.55</c:v>
                </c:pt>
                <c:pt idx="605">
                  <c:v>0.51</c:v>
                </c:pt>
                <c:pt idx="606">
                  <c:v>0.59</c:v>
                </c:pt>
                <c:pt idx="607">
                  <c:v>0.09</c:v>
                </c:pt>
                <c:pt idx="608">
                  <c:v>-0.66</c:v>
                </c:pt>
                <c:pt idx="609">
                  <c:v>0.03</c:v>
                </c:pt>
                <c:pt idx="610">
                  <c:v>-0.78</c:v>
                </c:pt>
                <c:pt idx="611">
                  <c:v>0.9</c:v>
                </c:pt>
                <c:pt idx="612">
                  <c:v>-0.36</c:v>
                </c:pt>
                <c:pt idx="613">
                  <c:v>-0.6</c:v>
                </c:pt>
                <c:pt idx="614">
                  <c:v>-0.02</c:v>
                </c:pt>
                <c:pt idx="615">
                  <c:v>-1</c:v>
                </c:pt>
                <c:pt idx="616">
                  <c:v>0.68</c:v>
                </c:pt>
                <c:pt idx="617">
                  <c:v>-0.7</c:v>
                </c:pt>
                <c:pt idx="618">
                  <c:v>-0.62</c:v>
                </c:pt>
                <c:pt idx="619">
                  <c:v>0.51</c:v>
                </c:pt>
                <c:pt idx="620">
                  <c:v>-0.03</c:v>
                </c:pt>
                <c:pt idx="621">
                  <c:v>0.24</c:v>
                </c:pt>
                <c:pt idx="622">
                  <c:v>-0.19</c:v>
                </c:pt>
                <c:pt idx="623">
                  <c:v>-0.64</c:v>
                </c:pt>
                <c:pt idx="624">
                  <c:v>-0.6</c:v>
                </c:pt>
                <c:pt idx="625">
                  <c:v>0.06</c:v>
                </c:pt>
                <c:pt idx="626">
                  <c:v>0.08</c:v>
                </c:pt>
                <c:pt idx="627">
                  <c:v>0.73</c:v>
                </c:pt>
                <c:pt idx="628">
                  <c:v>-0.17</c:v>
                </c:pt>
                <c:pt idx="629">
                  <c:v>0.28</c:v>
                </c:pt>
                <c:pt idx="630">
                  <c:v>-0.67</c:v>
                </c:pt>
                <c:pt idx="631">
                  <c:v>-0.3</c:v>
                </c:pt>
                <c:pt idx="632">
                  <c:v>0.92</c:v>
                </c:pt>
                <c:pt idx="633">
                  <c:v>-0.79</c:v>
                </c:pt>
                <c:pt idx="634">
                  <c:v>0.15</c:v>
                </c:pt>
                <c:pt idx="635">
                  <c:v>-0.54</c:v>
                </c:pt>
                <c:pt idx="636">
                  <c:v>-0.91</c:v>
                </c:pt>
                <c:pt idx="637">
                  <c:v>-0.58</c:v>
                </c:pt>
                <c:pt idx="638">
                  <c:v>0.9</c:v>
                </c:pt>
                <c:pt idx="639">
                  <c:v>0.23</c:v>
                </c:pt>
                <c:pt idx="640">
                  <c:v>0.74</c:v>
                </c:pt>
                <c:pt idx="641">
                  <c:v>-0.12</c:v>
                </c:pt>
                <c:pt idx="642">
                  <c:v>-0.73</c:v>
                </c:pt>
                <c:pt idx="643">
                  <c:v>-0.94</c:v>
                </c:pt>
                <c:pt idx="644">
                  <c:v>-0.67</c:v>
                </c:pt>
                <c:pt idx="645">
                  <c:v>-0.67</c:v>
                </c:pt>
                <c:pt idx="646">
                  <c:v>-0.95</c:v>
                </c:pt>
                <c:pt idx="647">
                  <c:v>0.83</c:v>
                </c:pt>
                <c:pt idx="648">
                  <c:v>-0.27</c:v>
                </c:pt>
                <c:pt idx="649">
                  <c:v>-0.48</c:v>
                </c:pt>
                <c:pt idx="650">
                  <c:v>-0.75</c:v>
                </c:pt>
                <c:pt idx="651">
                  <c:v>0.74</c:v>
                </c:pt>
                <c:pt idx="652">
                  <c:v>-0.76</c:v>
                </c:pt>
                <c:pt idx="653">
                  <c:v>0.42</c:v>
                </c:pt>
                <c:pt idx="654">
                  <c:v>0.39</c:v>
                </c:pt>
                <c:pt idx="655">
                  <c:v>0.15</c:v>
                </c:pt>
                <c:pt idx="656">
                  <c:v>0.15</c:v>
                </c:pt>
                <c:pt idx="657">
                  <c:v>-0.77</c:v>
                </c:pt>
                <c:pt idx="658">
                  <c:v>-0.89</c:v>
                </c:pt>
                <c:pt idx="659">
                  <c:v>0.56</c:v>
                </c:pt>
                <c:pt idx="660">
                  <c:v>0.53</c:v>
                </c:pt>
                <c:pt idx="661">
                  <c:v>0.01</c:v>
                </c:pt>
                <c:pt idx="662">
                  <c:v>0.65</c:v>
                </c:pt>
                <c:pt idx="663">
                  <c:v>0.97</c:v>
                </c:pt>
                <c:pt idx="664">
                  <c:v>0.8</c:v>
                </c:pt>
                <c:pt idx="665">
                  <c:v>-0.62</c:v>
                </c:pt>
                <c:pt idx="666">
                  <c:v>-0.21</c:v>
                </c:pt>
                <c:pt idx="667">
                  <c:v>0.21</c:v>
                </c:pt>
                <c:pt idx="668">
                  <c:v>0.19</c:v>
                </c:pt>
                <c:pt idx="669">
                  <c:v>-0.75</c:v>
                </c:pt>
                <c:pt idx="670">
                  <c:v>0.37</c:v>
                </c:pt>
                <c:pt idx="671">
                  <c:v>-0.66</c:v>
                </c:pt>
                <c:pt idx="672">
                  <c:v>0.98</c:v>
                </c:pt>
                <c:pt idx="673">
                  <c:v>-0.55</c:v>
                </c:pt>
                <c:pt idx="674">
                  <c:v>0.73</c:v>
                </c:pt>
                <c:pt idx="675">
                  <c:v>-0.32</c:v>
                </c:pt>
                <c:pt idx="676">
                  <c:v>0.78</c:v>
                </c:pt>
                <c:pt idx="677">
                  <c:v>-0.62</c:v>
                </c:pt>
                <c:pt idx="678">
                  <c:v>0.81</c:v>
                </c:pt>
                <c:pt idx="679">
                  <c:v>-0.97</c:v>
                </c:pt>
                <c:pt idx="680">
                  <c:v>0.16</c:v>
                </c:pt>
                <c:pt idx="681">
                  <c:v>-0.66</c:v>
                </c:pt>
                <c:pt idx="682">
                  <c:v>-0.87</c:v>
                </c:pt>
                <c:pt idx="683">
                  <c:v>-0.82</c:v>
                </c:pt>
                <c:pt idx="684">
                  <c:v>-0.45</c:v>
                </c:pt>
                <c:pt idx="685">
                  <c:v>-0.63</c:v>
                </c:pt>
                <c:pt idx="686">
                  <c:v>0.57</c:v>
                </c:pt>
                <c:pt idx="687">
                  <c:v>-0.58</c:v>
                </c:pt>
                <c:pt idx="688">
                  <c:v>0.36</c:v>
                </c:pt>
                <c:pt idx="689">
                  <c:v>0.47</c:v>
                </c:pt>
                <c:pt idx="690">
                  <c:v>-0.42</c:v>
                </c:pt>
                <c:pt idx="691">
                  <c:v>-0.35</c:v>
                </c:pt>
                <c:pt idx="692">
                  <c:v>-0.78</c:v>
                </c:pt>
                <c:pt idx="693">
                  <c:v>-0.32</c:v>
                </c:pt>
                <c:pt idx="694">
                  <c:v>0.12</c:v>
                </c:pt>
                <c:pt idx="695">
                  <c:v>0.69</c:v>
                </c:pt>
                <c:pt idx="696">
                  <c:v>0.91</c:v>
                </c:pt>
                <c:pt idx="697">
                  <c:v>-0.58</c:v>
                </c:pt>
                <c:pt idx="698">
                  <c:v>-1</c:v>
                </c:pt>
                <c:pt idx="699">
                  <c:v>-0.95</c:v>
                </c:pt>
                <c:pt idx="700">
                  <c:v>-0.01</c:v>
                </c:pt>
                <c:pt idx="701">
                  <c:v>-0.7</c:v>
                </c:pt>
                <c:pt idx="702">
                  <c:v>-0.8</c:v>
                </c:pt>
                <c:pt idx="703">
                  <c:v>-0.56</c:v>
                </c:pt>
                <c:pt idx="704">
                  <c:v>-0.3</c:v>
                </c:pt>
                <c:pt idx="705">
                  <c:v>-0.48</c:v>
                </c:pt>
                <c:pt idx="706">
                  <c:v>0.76</c:v>
                </c:pt>
                <c:pt idx="707">
                  <c:v>-0.76</c:v>
                </c:pt>
                <c:pt idx="708">
                  <c:v>0.98</c:v>
                </c:pt>
                <c:pt idx="709">
                  <c:v>0.88</c:v>
                </c:pt>
                <c:pt idx="710">
                  <c:v>-0.95</c:v>
                </c:pt>
                <c:pt idx="711">
                  <c:v>-0.25</c:v>
                </c:pt>
                <c:pt idx="712">
                  <c:v>0.7</c:v>
                </c:pt>
                <c:pt idx="713">
                  <c:v>0.51</c:v>
                </c:pt>
                <c:pt idx="714">
                  <c:v>0.63</c:v>
                </c:pt>
                <c:pt idx="715">
                  <c:v>-0.85</c:v>
                </c:pt>
                <c:pt idx="716">
                  <c:v>-0.33</c:v>
                </c:pt>
                <c:pt idx="717">
                  <c:v>0.66</c:v>
                </c:pt>
                <c:pt idx="718">
                  <c:v>-0.31</c:v>
                </c:pt>
                <c:pt idx="719">
                  <c:v>-0.07</c:v>
                </c:pt>
                <c:pt idx="720">
                  <c:v>0.65</c:v>
                </c:pt>
                <c:pt idx="721">
                  <c:v>-0.4</c:v>
                </c:pt>
                <c:pt idx="722">
                  <c:v>0.8</c:v>
                </c:pt>
                <c:pt idx="723">
                  <c:v>0.44</c:v>
                </c:pt>
                <c:pt idx="724">
                  <c:v>0.49</c:v>
                </c:pt>
                <c:pt idx="725">
                  <c:v>-0.87</c:v>
                </c:pt>
                <c:pt idx="726">
                  <c:v>0.18</c:v>
                </c:pt>
                <c:pt idx="727">
                  <c:v>0.91</c:v>
                </c:pt>
                <c:pt idx="728">
                  <c:v>-0.64</c:v>
                </c:pt>
                <c:pt idx="729">
                  <c:v>-0.69</c:v>
                </c:pt>
                <c:pt idx="730">
                  <c:v>0.74</c:v>
                </c:pt>
                <c:pt idx="731">
                  <c:v>-0.4</c:v>
                </c:pt>
                <c:pt idx="732">
                  <c:v>-0.61</c:v>
                </c:pt>
                <c:pt idx="733">
                  <c:v>-0.09</c:v>
                </c:pt>
                <c:pt idx="734">
                  <c:v>0.87</c:v>
                </c:pt>
                <c:pt idx="735">
                  <c:v>-0.53</c:v>
                </c:pt>
                <c:pt idx="736">
                  <c:v>0.61</c:v>
                </c:pt>
                <c:pt idx="737">
                  <c:v>-0.41</c:v>
                </c:pt>
                <c:pt idx="738">
                  <c:v>0.47</c:v>
                </c:pt>
                <c:pt idx="739">
                  <c:v>-0.96</c:v>
                </c:pt>
                <c:pt idx="740">
                  <c:v>0.26</c:v>
                </c:pt>
                <c:pt idx="741">
                  <c:v>0.31</c:v>
                </c:pt>
                <c:pt idx="742">
                  <c:v>-0.68</c:v>
                </c:pt>
                <c:pt idx="743">
                  <c:v>-0.03</c:v>
                </c:pt>
                <c:pt idx="744">
                  <c:v>-0.17</c:v>
                </c:pt>
                <c:pt idx="745">
                  <c:v>0.34</c:v>
                </c:pt>
                <c:pt idx="746">
                  <c:v>0.74</c:v>
                </c:pt>
                <c:pt idx="747">
                  <c:v>0.7</c:v>
                </c:pt>
                <c:pt idx="748">
                  <c:v>1</c:v>
                </c:pt>
                <c:pt idx="749">
                  <c:v>0.68</c:v>
                </c:pt>
                <c:pt idx="750">
                  <c:v>0.93</c:v>
                </c:pt>
                <c:pt idx="751">
                  <c:v>-1</c:v>
                </c:pt>
                <c:pt idx="752">
                  <c:v>0.57</c:v>
                </c:pt>
                <c:pt idx="753">
                  <c:v>-0.41</c:v>
                </c:pt>
                <c:pt idx="754">
                  <c:v>0.4</c:v>
                </c:pt>
                <c:pt idx="755">
                  <c:v>-0.76</c:v>
                </c:pt>
                <c:pt idx="756">
                  <c:v>0.13</c:v>
                </c:pt>
                <c:pt idx="757">
                  <c:v>0.44</c:v>
                </c:pt>
                <c:pt idx="758">
                  <c:v>0.61</c:v>
                </c:pt>
                <c:pt idx="759">
                  <c:v>0.07</c:v>
                </c:pt>
                <c:pt idx="760">
                  <c:v>0.49</c:v>
                </c:pt>
                <c:pt idx="761">
                  <c:v>-0.57</c:v>
                </c:pt>
                <c:pt idx="762">
                  <c:v>0.62</c:v>
                </c:pt>
                <c:pt idx="763">
                  <c:v>0.61</c:v>
                </c:pt>
                <c:pt idx="764">
                  <c:v>0.78</c:v>
                </c:pt>
                <c:pt idx="765">
                  <c:v>-0.5</c:v>
                </c:pt>
                <c:pt idx="766">
                  <c:v>0.61</c:v>
                </c:pt>
                <c:pt idx="767">
                  <c:v>-0.11</c:v>
                </c:pt>
                <c:pt idx="768">
                  <c:v>0.51</c:v>
                </c:pt>
                <c:pt idx="769">
                  <c:v>0.58</c:v>
                </c:pt>
                <c:pt idx="770">
                  <c:v>0.82</c:v>
                </c:pt>
                <c:pt idx="771">
                  <c:v>-0.32</c:v>
                </c:pt>
                <c:pt idx="772">
                  <c:v>0.79</c:v>
                </c:pt>
                <c:pt idx="773">
                  <c:v>0.02</c:v>
                </c:pt>
                <c:pt idx="774">
                  <c:v>-0.57</c:v>
                </c:pt>
                <c:pt idx="775">
                  <c:v>0.73</c:v>
                </c:pt>
                <c:pt idx="776">
                  <c:v>-0.6</c:v>
                </c:pt>
                <c:pt idx="777">
                  <c:v>-0.6</c:v>
                </c:pt>
                <c:pt idx="778">
                  <c:v>-0.3</c:v>
                </c:pt>
                <c:pt idx="779">
                  <c:v>0.96</c:v>
                </c:pt>
                <c:pt idx="780">
                  <c:v>-0.3</c:v>
                </c:pt>
                <c:pt idx="781">
                  <c:v>0.14</c:v>
                </c:pt>
                <c:pt idx="782">
                  <c:v>0.77</c:v>
                </c:pt>
                <c:pt idx="783">
                  <c:v>0.21</c:v>
                </c:pt>
                <c:pt idx="784">
                  <c:v>0.15</c:v>
                </c:pt>
                <c:pt idx="785">
                  <c:v>0.67</c:v>
                </c:pt>
                <c:pt idx="786">
                  <c:v>0.52</c:v>
                </c:pt>
                <c:pt idx="787">
                  <c:v>0.86</c:v>
                </c:pt>
                <c:pt idx="788">
                  <c:v>-0.72</c:v>
                </c:pt>
                <c:pt idx="789">
                  <c:v>0.14</c:v>
                </c:pt>
                <c:pt idx="790">
                  <c:v>-0.27</c:v>
                </c:pt>
                <c:pt idx="791">
                  <c:v>0.51</c:v>
                </c:pt>
                <c:pt idx="792">
                  <c:v>0.98</c:v>
                </c:pt>
                <c:pt idx="793">
                  <c:v>0.82</c:v>
                </c:pt>
                <c:pt idx="794">
                  <c:v>0.6</c:v>
                </c:pt>
                <c:pt idx="795">
                  <c:v>0.41</c:v>
                </c:pt>
                <c:pt idx="796">
                  <c:v>0.9</c:v>
                </c:pt>
                <c:pt idx="797">
                  <c:v>0.81</c:v>
                </c:pt>
                <c:pt idx="798">
                  <c:v>-0.78</c:v>
                </c:pt>
                <c:pt idx="799">
                  <c:v>0.27</c:v>
                </c:pt>
                <c:pt idx="800">
                  <c:v>-0.41</c:v>
                </c:pt>
                <c:pt idx="801">
                  <c:v>0.5</c:v>
                </c:pt>
                <c:pt idx="802">
                  <c:v>-0.61</c:v>
                </c:pt>
                <c:pt idx="803">
                  <c:v>-0.55</c:v>
                </c:pt>
                <c:pt idx="804">
                  <c:v>-0.38</c:v>
                </c:pt>
                <c:pt idx="805">
                  <c:v>0.14</c:v>
                </c:pt>
                <c:pt idx="806">
                  <c:v>-0.14</c:v>
                </c:pt>
                <c:pt idx="807">
                  <c:v>0.18</c:v>
                </c:pt>
                <c:pt idx="808">
                  <c:v>-0.96</c:v>
                </c:pt>
                <c:pt idx="809">
                  <c:v>-0.35</c:v>
                </c:pt>
                <c:pt idx="810">
                  <c:v>0.68</c:v>
                </c:pt>
                <c:pt idx="811">
                  <c:v>0.46</c:v>
                </c:pt>
                <c:pt idx="812">
                  <c:v>0.01</c:v>
                </c:pt>
                <c:pt idx="813">
                  <c:v>0.79</c:v>
                </c:pt>
                <c:pt idx="814">
                  <c:v>-0.67</c:v>
                </c:pt>
                <c:pt idx="815">
                  <c:v>-0.91</c:v>
                </c:pt>
                <c:pt idx="816">
                  <c:v>0.29</c:v>
                </c:pt>
                <c:pt idx="817">
                  <c:v>-0.61</c:v>
                </c:pt>
                <c:pt idx="818">
                  <c:v>0.39</c:v>
                </c:pt>
                <c:pt idx="819">
                  <c:v>-0.44</c:v>
                </c:pt>
                <c:pt idx="820">
                  <c:v>0.1</c:v>
                </c:pt>
                <c:pt idx="821">
                  <c:v>-0.93</c:v>
                </c:pt>
                <c:pt idx="822">
                  <c:v>0.4</c:v>
                </c:pt>
                <c:pt idx="823">
                  <c:v>0.03</c:v>
                </c:pt>
                <c:pt idx="824">
                  <c:v>-0.46</c:v>
                </c:pt>
                <c:pt idx="825">
                  <c:v>-0.84</c:v>
                </c:pt>
                <c:pt idx="826">
                  <c:v>-0.17</c:v>
                </c:pt>
                <c:pt idx="827">
                  <c:v>-0.38</c:v>
                </c:pt>
                <c:pt idx="828">
                  <c:v>-0.35</c:v>
                </c:pt>
                <c:pt idx="829">
                  <c:v>-0.95</c:v>
                </c:pt>
                <c:pt idx="830">
                  <c:v>-0.11</c:v>
                </c:pt>
                <c:pt idx="831">
                  <c:v>0.23</c:v>
                </c:pt>
                <c:pt idx="832">
                  <c:v>-0.76</c:v>
                </c:pt>
                <c:pt idx="833">
                  <c:v>0.55</c:v>
                </c:pt>
                <c:pt idx="834">
                  <c:v>0.12</c:v>
                </c:pt>
                <c:pt idx="835">
                  <c:v>0.71</c:v>
                </c:pt>
                <c:pt idx="836">
                  <c:v>-0.64</c:v>
                </c:pt>
                <c:pt idx="837">
                  <c:v>-0.22</c:v>
                </c:pt>
                <c:pt idx="838">
                  <c:v>-0.37</c:v>
                </c:pt>
                <c:pt idx="839">
                  <c:v>0.57</c:v>
                </c:pt>
                <c:pt idx="840">
                  <c:v>0.31</c:v>
                </c:pt>
                <c:pt idx="841">
                  <c:v>-0.14</c:v>
                </c:pt>
                <c:pt idx="842">
                  <c:v>0.89</c:v>
                </c:pt>
                <c:pt idx="843">
                  <c:v>-0.48</c:v>
                </c:pt>
                <c:pt idx="844">
                  <c:v>-0.55</c:v>
                </c:pt>
                <c:pt idx="845">
                  <c:v>0.49</c:v>
                </c:pt>
                <c:pt idx="846">
                  <c:v>-0.55</c:v>
                </c:pt>
                <c:pt idx="847">
                  <c:v>-0.07</c:v>
                </c:pt>
                <c:pt idx="848">
                  <c:v>-0.47</c:v>
                </c:pt>
                <c:pt idx="849">
                  <c:v>-0.75</c:v>
                </c:pt>
              </c:numCache>
            </c:numRef>
          </c:val>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gapWidth val="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B8C4D6"/>
                </a:solidFill>
                <a:latin typeface="+mn-lt"/>
              </a:defRPr>
            </a:pPr>
            <a:endParaRPr lang="en-US"/>
          </a:p>
        </c:txPr>
        <c:crossAx val="2094734552"/>
        <c:crosses val="autoZero"/>
        <c:auto val="1"/>
        <c:lblAlgn val="ctr"/>
        <c:noMultiLvlLbl val="1"/>
        <c:tickLblSkip val="300"/>
      </c:catAx>
      <c:valAx>
        <c:axId val="2094734552"/>
        <c:scaling>
          <c:orientation val="minMax"/>
          <c:max val="1"/>
          <c:min val="-1"/>
        </c:scaling>
        <c:delete val="0"/>
        <c:axPos val="l"/>
        <c:majorGridlines>
          <c:spPr>
            <a:ln w="9525" cap="flat">
              <a:solidFill>
                <a:srgbClr val="2A3550"/>
              </a:solidFill>
              <a:prstDash val="solid"/>
              <a:round/>
            </a:ln>
          </c:spPr>
        </c:majorGridlines>
        <c:numFmt formatCode="0.0" sourceLinked="0"/>
        <c:majorTickMark val="out"/>
        <c:minorTickMark val="none"/>
        <c:tickLblPos val="nextTo"/>
        <c:spPr>
          <a:ln w="12700" cap="flat">
            <a:noFill/>
            <a:prstDash val="solid"/>
            <a:round/>
          </a:ln>
        </c:spPr>
        <c:txPr>
          <a:bodyPr/>
          <a:lstStyle/>
          <a:p>
            <a:pPr>
              <a:defRPr sz="900" b="0" i="0" u="none" strike="noStrike">
                <a:solidFill>
                  <a:srgbClr val="B8C4D6"/>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Feature importance: standardised logistic coefficients</a:t>
            </a:r>
          </a:p>
        </c:rich>
      </c:tx>
      <c:layout/>
      <c:overlay val="0"/>
    </c:title>
    <c:autoTitleDeleted val="0"/>
    <c:plotArea>
      <c:layout/>
      <c:barChart>
        <c:barDir val="bar"/>
        <c:grouping val="clustered"/>
        <c:varyColors val="0"/>
        <c:ser>
          <c:idx val="0"/>
          <c:order val="0"/>
          <c:tx>
            <c:strRef>
              <c:f>Sheet1!$B$1</c:f>
              <c:strCache>
                <c:ptCount val="1"/>
                <c:pt idx="0">
                  <c:v>Coefficient</c:v>
                </c:pt>
              </c:strCache>
            </c:strRef>
          </c:tx>
          <c:spPr>
            <a:solidFill>
              <a:srgbClr val="2BD9A0"/>
            </a:solidFill>
            <a:effectLst/>
          </c:spPr>
          <c:invertIfNegative val="0"/>
          <c:dLbls>
            <c:numFmt formatCode="+0.00;-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2BD9A0"/>
              </a:solidFill>
              <a:effectLst/>
            </c:spPr>
          </c:dPt>
          <c:dPt>
            <c:idx val="1"/>
            <c:invertIfNegative val="0"/>
            <c:bubble3D val="0"/>
            <c:spPr>
              <a:solidFill>
                <a:srgbClr val="FF5A5F"/>
              </a:solidFill>
              <a:effectLst/>
            </c:spPr>
          </c:dPt>
          <c:dPt>
            <c:idx val="2"/>
            <c:invertIfNegative val="0"/>
            <c:bubble3D val="0"/>
            <c:spPr>
              <a:solidFill>
                <a:srgbClr val="FF5A5F"/>
              </a:solidFill>
              <a:effectLst/>
            </c:spPr>
          </c:dPt>
          <c:dPt>
            <c:idx val="3"/>
            <c:invertIfNegative val="0"/>
            <c:bubble3D val="0"/>
            <c:spPr>
              <a:solidFill>
                <a:srgbClr val="FF5A5F"/>
              </a:solidFill>
              <a:effectLst/>
            </c:spPr>
          </c:dPt>
          <c:dPt>
            <c:idx val="4"/>
            <c:invertIfNegative val="0"/>
            <c:bubble3D val="0"/>
            <c:spPr>
              <a:solidFill>
                <a:srgbClr val="FF5A5F"/>
              </a:solidFill>
              <a:effectLst/>
            </c:spPr>
          </c:dPt>
          <c:dPt>
            <c:idx val="5"/>
            <c:invertIfNegative val="0"/>
            <c:bubble3D val="0"/>
            <c:spPr>
              <a:solidFill>
                <a:srgbClr val="2BD9A0"/>
              </a:solidFill>
              <a:effectLst/>
            </c:spPr>
          </c:dPt>
          <c:dPt>
            <c:idx val="6"/>
            <c:invertIfNegative val="0"/>
            <c:bubble3D val="0"/>
            <c:spPr>
              <a:solidFill>
                <a:srgbClr val="FF5A5F"/>
              </a:solidFill>
              <a:effectLst/>
            </c:spPr>
          </c:dPt>
          <c:dPt>
            <c:idx val="7"/>
            <c:invertIfNegative val="0"/>
            <c:bubble3D val="0"/>
            <c:spPr>
              <a:solidFill>
                <a:srgbClr val="2BD9A0"/>
              </a:solidFill>
              <a:effectLst/>
            </c:spPr>
          </c:dPt>
          <c:cat>
            <c:multiLvlStrRef>
              <c:f>Sheet1!$A$2:$A$9</c:f>
              <c:multiLvlStrCache>
                <c:ptCount val="8"/>
                <c:lvl>
                  <c:pt idx="0">
                    <c:v>Order flow (t-2)</c:v>
                  </c:pt>
                  <c:pt idx="1">
                    <c:v>Vol-scaled return (today)</c:v>
                  </c:pt>
                  <c:pt idx="2">
                    <c:v>RSI change (t-3)</c:v>
                  </c:pt>
                  <c:pt idx="3">
                    <c:v>RSI change (t-4)</c:v>
                  </c:pt>
                  <c:pt idx="4">
                    <c:v>Vol-scaled return (t-3)</c:v>
                  </c:pt>
                  <c:pt idx="5">
                    <c:v>RSI change (t-1)</c:v>
                  </c:pt>
                  <c:pt idx="6">
                    <c:v>RSI change (today)</c:v>
                  </c:pt>
                  <c:pt idx="7">
                    <c:v>Order flow (t-3)</c:v>
                  </c:pt>
                </c:lvl>
              </c:multiLvlStrCache>
            </c:multiLvlStrRef>
          </c:cat>
          <c:val>
            <c:numRef>
              <c:f>Sheet1!$B$2:$B$9</c:f>
              <c:numCache>
                <c:formatCode>General</c:formatCode>
                <c:ptCount val="8"/>
                <c:pt idx="0">
                  <c:v>0.074</c:v>
                </c:pt>
                <c:pt idx="1">
                  <c:v>-0.075</c:v>
                </c:pt>
                <c:pt idx="2">
                  <c:v>-0.078</c:v>
                </c:pt>
                <c:pt idx="3">
                  <c:v>-0.087</c:v>
                </c:pt>
                <c:pt idx="4">
                  <c:v>-0.102</c:v>
                </c:pt>
                <c:pt idx="5">
                  <c:v>0.184</c:v>
                </c:pt>
                <c:pt idx="6">
                  <c:v>-0.193</c:v>
                </c:pt>
                <c:pt idx="7">
                  <c:v>0.333</c:v>
                </c:pt>
              </c:numCache>
            </c:numRef>
          </c:val>
        </c:ser>
        <c:dLbls>
          <c:numFmt formatCode="+0.00;-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100" b="0" i="0" u="none" strike="noStrike">
                <a:solidFill>
                  <a:srgbClr val="B8C4D6"/>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2A3550"/>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B8C4D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Walk-forward MCC (500+ out-of-sample days)</a:t>
            </a:r>
          </a:p>
        </c:rich>
      </c:tx>
      <c:layout/>
      <c:overlay val="0"/>
    </c:title>
    <c:autoTitleDeleted val="0"/>
    <c:plotArea>
      <c:layout/>
      <c:barChart>
        <c:barDir val="col"/>
        <c:grouping val="clustered"/>
        <c:varyColors val="0"/>
        <c:ser>
          <c:idx val="0"/>
          <c:order val="0"/>
          <c:tx>
            <c:strRef>
              <c:f>Sheet1!$B$1</c:f>
              <c:strCache>
                <c:ptCount val="1"/>
                <c:pt idx="0">
                  <c:v>MCC</c:v>
                </c:pt>
              </c:strCache>
            </c:strRef>
          </c:tx>
          <c:spPr>
            <a:solidFill>
              <a:srgbClr val="64748B"/>
            </a:solidFill>
            <a:effectLst/>
          </c:spPr>
          <c:invertIfNegative val="0"/>
          <c:dLbls>
            <c:numFmt formatCode="0.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64748B"/>
              </a:solidFill>
              <a:effectLst/>
            </c:spPr>
          </c:dPt>
          <c:dPt>
            <c:idx val="2"/>
            <c:invertIfNegative val="0"/>
            <c:bubble3D val="0"/>
            <c:spPr>
              <a:solidFill>
                <a:srgbClr val="64748B"/>
              </a:solidFill>
              <a:effectLst/>
            </c:spPr>
          </c:dPt>
          <c:dPt>
            <c:idx val="3"/>
            <c:invertIfNegative val="0"/>
            <c:bubble3D val="0"/>
            <c:spPr>
              <a:solidFill>
                <a:srgbClr val="64748B"/>
              </a:solidFill>
              <a:effectLst/>
            </c:spPr>
          </c:dPt>
          <c:dPt>
            <c:idx val="4"/>
            <c:invertIfNegative val="0"/>
            <c:bubble3D val="0"/>
            <c:spPr>
              <a:solidFill>
                <a:srgbClr val="64748B"/>
              </a:solidFill>
              <a:effectLst/>
            </c:spPr>
          </c:dPt>
          <c:dPt>
            <c:idx val="5"/>
            <c:invertIfNegative val="0"/>
            <c:bubble3D val="0"/>
            <c:spPr>
              <a:solidFill>
                <a:srgbClr val="2BD9A0"/>
              </a:solidFill>
              <a:effectLst/>
            </c:spPr>
          </c:dPt>
          <c:cat>
            <c:multiLvlStrRef>
              <c:f>Sheet1!$A$2:$A$7</c:f>
              <c:multiLvlStrCache>
                <c:ptCount val="6"/>
                <c:lvl>
                  <c:pt idx="0">
                    <c:v>Logistic</c:v>
                  </c:pt>
                  <c:pt idx="1">
                    <c:v>Random forest</c:v>
                  </c:pt>
                  <c:pt idx="2">
                    <c:v>Extra trees</c:v>
                  </c:pt>
                  <c:pt idx="3">
                    <c:v>XGBoost</c:v>
                  </c:pt>
                  <c:pt idx="4">
                    <c:v>LightGBM</c:v>
                  </c:pt>
                  <c:pt idx="5">
                    <c:v>Final logistic</c:v>
                  </c:pt>
                </c:lvl>
              </c:multiLvlStrCache>
            </c:multiLvlStrRef>
          </c:cat>
          <c:val>
            <c:numRef>
              <c:f>Sheet1!$B$2:$B$7</c:f>
              <c:numCache>
                <c:formatCode>General</c:formatCode>
                <c:ptCount val="6"/>
                <c:pt idx="0">
                  <c:v>0.121</c:v>
                </c:pt>
                <c:pt idx="1">
                  <c:v>0.109</c:v>
                </c:pt>
                <c:pt idx="2">
                  <c:v>0.117</c:v>
                </c:pt>
                <c:pt idx="3">
                  <c:v>0.128</c:v>
                </c:pt>
                <c:pt idx="4">
                  <c:v>0.09</c:v>
                </c:pt>
                <c:pt idx="5">
                  <c:v>0.163</c:v>
                </c:pt>
              </c:numCache>
            </c:numRef>
          </c:val>
        </c:ser>
        <c:dLbls>
          <c:numFmt formatCode="0.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B8C4D6"/>
                </a:solidFill>
                <a:latin typeface="+mn-lt"/>
              </a:defRPr>
            </a:pPr>
            <a:endParaRPr lang="en-US"/>
          </a:p>
        </c:txPr>
        <c:crossAx val="2094734552"/>
        <c:crosses val="autoZero"/>
        <c:auto val="1"/>
        <c:lblAlgn val="ctr"/>
        <c:noMultiLvlLbl val="1"/>
      </c:catAx>
      <c:valAx>
        <c:axId val="2094734552"/>
        <c:scaling>
          <c:orientation val="minMax"/>
          <c:min val="0"/>
        </c:scaling>
        <c:delete val="1"/>
        <c:axPos val="l"/>
        <c:majorGridlines>
          <c:spPr>
            <a:ln w="9525" cap="flat">
              <a:solidFill>
                <a:srgbClr val="2A355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B8C4D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20-day volatility (%), days 701–900</a:t>
            </a:r>
          </a:p>
        </c:rich>
      </c:tx>
      <c:layout/>
      <c:overlay val="0"/>
    </c:title>
    <c:autoTitleDeleted val="0"/>
    <c:plotArea>
      <c:layout/>
      <c:lineChart>
        <c:varyColors val="0"/>
        <c:ser>
          <c:idx val="0"/>
          <c:order val="0"/>
          <c:tx>
            <c:strRef>
              <c:f>Sheet1!$B$1</c:f>
              <c:strCache>
                <c:ptCount val="1"/>
                <c:pt idx="0">
                  <c:v>20-day volatility (%)</c:v>
                </c:pt>
              </c:strCache>
            </c:strRef>
          </c:tx>
          <c:spPr>
            <a:solidFill>
              <a:srgbClr val="FF5A5F"/>
            </a:solidFill>
            <a:ln w="25400" cap="flat">
              <a:solidFill>
                <a:srgbClr val="FF5A5F"/>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FF5A5F"/>
              </a:solidFill>
              <a:ln w="9525" cap="flat">
                <a:solidFill>
                  <a:srgbClr val="FF5A5F"/>
                </a:solidFill>
                <a:prstDash val="solid"/>
                <a:round/>
              </a:ln>
              <a:effectLst/>
            </c:spPr>
          </c:marker>
          <c:cat>
            <c:multiLvlStrRef>
              <c:f>Sheet1!$A$2:$A$201</c:f>
              <c:multiLvlStrCache>
                <c:ptCount val="200"/>
                <c:lvl>
                  <c:pt idx="0">
                    <c:v>701</c:v>
                  </c:pt>
                  <c:pt idx="1">
                    <c:v>702</c:v>
                  </c:pt>
                  <c:pt idx="2">
                    <c:v>703</c:v>
                  </c:pt>
                  <c:pt idx="3">
                    <c:v>704</c:v>
                  </c:pt>
                  <c:pt idx="4">
                    <c:v>705</c:v>
                  </c:pt>
                  <c:pt idx="5">
                    <c:v>706</c:v>
                  </c:pt>
                  <c:pt idx="6">
                    <c:v>707</c:v>
                  </c:pt>
                  <c:pt idx="7">
                    <c:v>708</c:v>
                  </c:pt>
                  <c:pt idx="8">
                    <c:v>709</c:v>
                  </c:pt>
                  <c:pt idx="9">
                    <c:v>710</c:v>
                  </c:pt>
                  <c:pt idx="10">
                    <c:v>711</c:v>
                  </c:pt>
                  <c:pt idx="11">
                    <c:v>712</c:v>
                  </c:pt>
                  <c:pt idx="12">
                    <c:v>713</c:v>
                  </c:pt>
                  <c:pt idx="13">
                    <c:v>714</c:v>
                  </c:pt>
                  <c:pt idx="14">
                    <c:v>715</c:v>
                  </c:pt>
                  <c:pt idx="15">
                    <c:v>716</c:v>
                  </c:pt>
                  <c:pt idx="16">
                    <c:v>717</c:v>
                  </c:pt>
                  <c:pt idx="17">
                    <c:v>718</c:v>
                  </c:pt>
                  <c:pt idx="18">
                    <c:v>719</c:v>
                  </c:pt>
                  <c:pt idx="19">
                    <c:v>720</c:v>
                  </c:pt>
                  <c:pt idx="20">
                    <c:v>721</c:v>
                  </c:pt>
                  <c:pt idx="21">
                    <c:v>722</c:v>
                  </c:pt>
                  <c:pt idx="22">
                    <c:v>723</c:v>
                  </c:pt>
                  <c:pt idx="23">
                    <c:v>724</c:v>
                  </c:pt>
                  <c:pt idx="24">
                    <c:v>725</c:v>
                  </c:pt>
                  <c:pt idx="25">
                    <c:v>726</c:v>
                  </c:pt>
                  <c:pt idx="26">
                    <c:v>727</c:v>
                  </c:pt>
                  <c:pt idx="27">
                    <c:v>728</c:v>
                  </c:pt>
                  <c:pt idx="28">
                    <c:v>729</c:v>
                  </c:pt>
                  <c:pt idx="29">
                    <c:v>730</c:v>
                  </c:pt>
                  <c:pt idx="30">
                    <c:v>731</c:v>
                  </c:pt>
                  <c:pt idx="31">
                    <c:v>732</c:v>
                  </c:pt>
                  <c:pt idx="32">
                    <c:v>733</c:v>
                  </c:pt>
                  <c:pt idx="33">
                    <c:v>734</c:v>
                  </c:pt>
                  <c:pt idx="34">
                    <c:v>735</c:v>
                  </c:pt>
                  <c:pt idx="35">
                    <c:v>736</c:v>
                  </c:pt>
                  <c:pt idx="36">
                    <c:v>737</c:v>
                  </c:pt>
                  <c:pt idx="37">
                    <c:v>738</c:v>
                  </c:pt>
                  <c:pt idx="38">
                    <c:v>739</c:v>
                  </c:pt>
                  <c:pt idx="39">
                    <c:v>740</c:v>
                  </c:pt>
                  <c:pt idx="40">
                    <c:v>741</c:v>
                  </c:pt>
                  <c:pt idx="41">
                    <c:v>742</c:v>
                  </c:pt>
                  <c:pt idx="42">
                    <c:v>743</c:v>
                  </c:pt>
                  <c:pt idx="43">
                    <c:v>744</c:v>
                  </c:pt>
                  <c:pt idx="44">
                    <c:v>745</c:v>
                  </c:pt>
                  <c:pt idx="45">
                    <c:v>746</c:v>
                  </c:pt>
                  <c:pt idx="46">
                    <c:v>747</c:v>
                  </c:pt>
                  <c:pt idx="47">
                    <c:v>748</c:v>
                  </c:pt>
                  <c:pt idx="48">
                    <c:v>749</c:v>
                  </c:pt>
                  <c:pt idx="49">
                    <c:v>750</c:v>
                  </c:pt>
                  <c:pt idx="50">
                    <c:v>751</c:v>
                  </c:pt>
                  <c:pt idx="51">
                    <c:v>752</c:v>
                  </c:pt>
                  <c:pt idx="52">
                    <c:v>753</c:v>
                  </c:pt>
                  <c:pt idx="53">
                    <c:v>754</c:v>
                  </c:pt>
                  <c:pt idx="54">
                    <c:v>755</c:v>
                  </c:pt>
                  <c:pt idx="55">
                    <c:v>756</c:v>
                  </c:pt>
                  <c:pt idx="56">
                    <c:v>757</c:v>
                  </c:pt>
                  <c:pt idx="57">
                    <c:v>758</c:v>
                  </c:pt>
                  <c:pt idx="58">
                    <c:v>759</c:v>
                  </c:pt>
                  <c:pt idx="59">
                    <c:v>760</c:v>
                  </c:pt>
                  <c:pt idx="60">
                    <c:v>761</c:v>
                  </c:pt>
                  <c:pt idx="61">
                    <c:v>762</c:v>
                  </c:pt>
                  <c:pt idx="62">
                    <c:v>763</c:v>
                  </c:pt>
                  <c:pt idx="63">
                    <c:v>764</c:v>
                  </c:pt>
                  <c:pt idx="64">
                    <c:v>765</c:v>
                  </c:pt>
                  <c:pt idx="65">
                    <c:v>766</c:v>
                  </c:pt>
                  <c:pt idx="66">
                    <c:v>767</c:v>
                  </c:pt>
                  <c:pt idx="67">
                    <c:v>768</c:v>
                  </c:pt>
                  <c:pt idx="68">
                    <c:v>769</c:v>
                  </c:pt>
                  <c:pt idx="69">
                    <c:v>770</c:v>
                  </c:pt>
                  <c:pt idx="70">
                    <c:v>771</c:v>
                  </c:pt>
                  <c:pt idx="71">
                    <c:v>772</c:v>
                  </c:pt>
                  <c:pt idx="72">
                    <c:v>773</c:v>
                  </c:pt>
                  <c:pt idx="73">
                    <c:v>774</c:v>
                  </c:pt>
                  <c:pt idx="74">
                    <c:v>775</c:v>
                  </c:pt>
                  <c:pt idx="75">
                    <c:v>776</c:v>
                  </c:pt>
                  <c:pt idx="76">
                    <c:v>777</c:v>
                  </c:pt>
                  <c:pt idx="77">
                    <c:v>778</c:v>
                  </c:pt>
                  <c:pt idx="78">
                    <c:v>779</c:v>
                  </c:pt>
                  <c:pt idx="79">
                    <c:v>780</c:v>
                  </c:pt>
                  <c:pt idx="80">
                    <c:v>781</c:v>
                  </c:pt>
                  <c:pt idx="81">
                    <c:v>782</c:v>
                  </c:pt>
                  <c:pt idx="82">
                    <c:v>783</c:v>
                  </c:pt>
                  <c:pt idx="83">
                    <c:v>784</c:v>
                  </c:pt>
                  <c:pt idx="84">
                    <c:v>785</c:v>
                  </c:pt>
                  <c:pt idx="85">
                    <c:v>786</c:v>
                  </c:pt>
                  <c:pt idx="86">
                    <c:v>787</c:v>
                  </c:pt>
                  <c:pt idx="87">
                    <c:v>788</c:v>
                  </c:pt>
                  <c:pt idx="88">
                    <c:v>789</c:v>
                  </c:pt>
                  <c:pt idx="89">
                    <c:v>790</c:v>
                  </c:pt>
                  <c:pt idx="90">
                    <c:v>791</c:v>
                  </c:pt>
                  <c:pt idx="91">
                    <c:v>792</c:v>
                  </c:pt>
                  <c:pt idx="92">
                    <c:v>793</c:v>
                  </c:pt>
                  <c:pt idx="93">
                    <c:v>794</c:v>
                  </c:pt>
                  <c:pt idx="94">
                    <c:v>795</c:v>
                  </c:pt>
                  <c:pt idx="95">
                    <c:v>796</c:v>
                  </c:pt>
                  <c:pt idx="96">
                    <c:v>797</c:v>
                  </c:pt>
                  <c:pt idx="97">
                    <c:v>798</c:v>
                  </c:pt>
                  <c:pt idx="98">
                    <c:v>799</c:v>
                  </c:pt>
                  <c:pt idx="99">
                    <c:v>800</c:v>
                  </c:pt>
                  <c:pt idx="100">
                    <c:v>801</c:v>
                  </c:pt>
                  <c:pt idx="101">
                    <c:v>802</c:v>
                  </c:pt>
                  <c:pt idx="102">
                    <c:v>803</c:v>
                  </c:pt>
                  <c:pt idx="103">
                    <c:v>804</c:v>
                  </c:pt>
                  <c:pt idx="104">
                    <c:v>805</c:v>
                  </c:pt>
                  <c:pt idx="105">
                    <c:v>806</c:v>
                  </c:pt>
                  <c:pt idx="106">
                    <c:v>807</c:v>
                  </c:pt>
                  <c:pt idx="107">
                    <c:v>808</c:v>
                  </c:pt>
                  <c:pt idx="108">
                    <c:v>809</c:v>
                  </c:pt>
                  <c:pt idx="109">
                    <c:v>810</c:v>
                  </c:pt>
                  <c:pt idx="110">
                    <c:v>811</c:v>
                  </c:pt>
                  <c:pt idx="111">
                    <c:v>812</c:v>
                  </c:pt>
                  <c:pt idx="112">
                    <c:v>813</c:v>
                  </c:pt>
                  <c:pt idx="113">
                    <c:v>814</c:v>
                  </c:pt>
                  <c:pt idx="114">
                    <c:v>815</c:v>
                  </c:pt>
                  <c:pt idx="115">
                    <c:v>816</c:v>
                  </c:pt>
                  <c:pt idx="116">
                    <c:v>817</c:v>
                  </c:pt>
                  <c:pt idx="117">
                    <c:v>818</c:v>
                  </c:pt>
                  <c:pt idx="118">
                    <c:v>819</c:v>
                  </c:pt>
                  <c:pt idx="119">
                    <c:v>820</c:v>
                  </c:pt>
                  <c:pt idx="120">
                    <c:v>821</c:v>
                  </c:pt>
                  <c:pt idx="121">
                    <c:v>822</c:v>
                  </c:pt>
                  <c:pt idx="122">
                    <c:v>823</c:v>
                  </c:pt>
                  <c:pt idx="123">
                    <c:v>824</c:v>
                  </c:pt>
                  <c:pt idx="124">
                    <c:v>825</c:v>
                  </c:pt>
                  <c:pt idx="125">
                    <c:v>826</c:v>
                  </c:pt>
                  <c:pt idx="126">
                    <c:v>827</c:v>
                  </c:pt>
                  <c:pt idx="127">
                    <c:v>828</c:v>
                  </c:pt>
                  <c:pt idx="128">
                    <c:v>829</c:v>
                  </c:pt>
                  <c:pt idx="129">
                    <c:v>830</c:v>
                  </c:pt>
                  <c:pt idx="130">
                    <c:v>831</c:v>
                  </c:pt>
                  <c:pt idx="131">
                    <c:v>832</c:v>
                  </c:pt>
                  <c:pt idx="132">
                    <c:v>833</c:v>
                  </c:pt>
                  <c:pt idx="133">
                    <c:v>834</c:v>
                  </c:pt>
                  <c:pt idx="134">
                    <c:v>835</c:v>
                  </c:pt>
                  <c:pt idx="135">
                    <c:v>836</c:v>
                  </c:pt>
                  <c:pt idx="136">
                    <c:v>837</c:v>
                  </c:pt>
                  <c:pt idx="137">
                    <c:v>838</c:v>
                  </c:pt>
                  <c:pt idx="138">
                    <c:v>839</c:v>
                  </c:pt>
                  <c:pt idx="139">
                    <c:v>840</c:v>
                  </c:pt>
                  <c:pt idx="140">
                    <c:v>841</c:v>
                  </c:pt>
                  <c:pt idx="141">
                    <c:v>842</c:v>
                  </c:pt>
                  <c:pt idx="142">
                    <c:v>843</c:v>
                  </c:pt>
                  <c:pt idx="143">
                    <c:v>844</c:v>
                  </c:pt>
                  <c:pt idx="144">
                    <c:v>845</c:v>
                  </c:pt>
                  <c:pt idx="145">
                    <c:v>846</c:v>
                  </c:pt>
                  <c:pt idx="146">
                    <c:v>847</c:v>
                  </c:pt>
                  <c:pt idx="147">
                    <c:v>848</c:v>
                  </c:pt>
                  <c:pt idx="148">
                    <c:v>849</c:v>
                  </c:pt>
                  <c:pt idx="149">
                    <c:v>850</c:v>
                  </c:pt>
                  <c:pt idx="150">
                    <c:v>851</c:v>
                  </c:pt>
                  <c:pt idx="151">
                    <c:v>852</c:v>
                  </c:pt>
                  <c:pt idx="152">
                    <c:v>853</c:v>
                  </c:pt>
                  <c:pt idx="153">
                    <c:v>854</c:v>
                  </c:pt>
                  <c:pt idx="154">
                    <c:v>855</c:v>
                  </c:pt>
                  <c:pt idx="155">
                    <c:v>856</c:v>
                  </c:pt>
                  <c:pt idx="156">
                    <c:v>857</c:v>
                  </c:pt>
                  <c:pt idx="157">
                    <c:v>858</c:v>
                  </c:pt>
                  <c:pt idx="158">
                    <c:v>859</c:v>
                  </c:pt>
                  <c:pt idx="159">
                    <c:v>860</c:v>
                  </c:pt>
                  <c:pt idx="160">
                    <c:v>861</c:v>
                  </c:pt>
                  <c:pt idx="161">
                    <c:v>862</c:v>
                  </c:pt>
                  <c:pt idx="162">
                    <c:v>863</c:v>
                  </c:pt>
                  <c:pt idx="163">
                    <c:v>864</c:v>
                  </c:pt>
                  <c:pt idx="164">
                    <c:v>865</c:v>
                  </c:pt>
                  <c:pt idx="165">
                    <c:v>866</c:v>
                  </c:pt>
                  <c:pt idx="166">
                    <c:v>867</c:v>
                  </c:pt>
                  <c:pt idx="167">
                    <c:v>868</c:v>
                  </c:pt>
                  <c:pt idx="168">
                    <c:v>869</c:v>
                  </c:pt>
                  <c:pt idx="169">
                    <c:v>870</c:v>
                  </c:pt>
                  <c:pt idx="170">
                    <c:v>871</c:v>
                  </c:pt>
                  <c:pt idx="171">
                    <c:v>872</c:v>
                  </c:pt>
                  <c:pt idx="172">
                    <c:v>873</c:v>
                  </c:pt>
                  <c:pt idx="173">
                    <c:v>874</c:v>
                  </c:pt>
                  <c:pt idx="174">
                    <c:v>875</c:v>
                  </c:pt>
                  <c:pt idx="175">
                    <c:v>876</c:v>
                  </c:pt>
                  <c:pt idx="176">
                    <c:v>877</c:v>
                  </c:pt>
                  <c:pt idx="177">
                    <c:v>878</c:v>
                  </c:pt>
                  <c:pt idx="178">
                    <c:v>879</c:v>
                  </c:pt>
                  <c:pt idx="179">
                    <c:v>880</c:v>
                  </c:pt>
                  <c:pt idx="180">
                    <c:v>881</c:v>
                  </c:pt>
                  <c:pt idx="181">
                    <c:v>882</c:v>
                  </c:pt>
                  <c:pt idx="182">
                    <c:v>883</c:v>
                  </c:pt>
                  <c:pt idx="183">
                    <c:v>884</c:v>
                  </c:pt>
                  <c:pt idx="184">
                    <c:v>885</c:v>
                  </c:pt>
                  <c:pt idx="185">
                    <c:v>886</c:v>
                  </c:pt>
                  <c:pt idx="186">
                    <c:v>887</c:v>
                  </c:pt>
                  <c:pt idx="187">
                    <c:v>888</c:v>
                  </c:pt>
                  <c:pt idx="188">
                    <c:v>889</c:v>
                  </c:pt>
                  <c:pt idx="189">
                    <c:v>890</c:v>
                  </c:pt>
                  <c:pt idx="190">
                    <c:v>891</c:v>
                  </c:pt>
                  <c:pt idx="191">
                    <c:v>892</c:v>
                  </c:pt>
                  <c:pt idx="192">
                    <c:v>893</c:v>
                  </c:pt>
                  <c:pt idx="193">
                    <c:v>894</c:v>
                  </c:pt>
                  <c:pt idx="194">
                    <c:v>895</c:v>
                  </c:pt>
                  <c:pt idx="195">
                    <c:v>896</c:v>
                  </c:pt>
                  <c:pt idx="196">
                    <c:v>897</c:v>
                  </c:pt>
                  <c:pt idx="197">
                    <c:v>898</c:v>
                  </c:pt>
                  <c:pt idx="198">
                    <c:v>899</c:v>
                  </c:pt>
                  <c:pt idx="199">
                    <c:v>900</c:v>
                  </c:pt>
                </c:lvl>
              </c:multiLvlStrCache>
            </c:multiLvlStrRef>
          </c:cat>
          <c:val>
            <c:numRef>
              <c:f>Sheet1!$B$2:$B$201</c:f>
              <c:numCache>
                <c:formatCode>General</c:formatCode>
                <c:ptCount val="200"/>
                <c:pt idx="0">
                  <c:v>1.19</c:v>
                </c:pt>
                <c:pt idx="1">
                  <c:v>1.16</c:v>
                </c:pt>
                <c:pt idx="2">
                  <c:v>1.18</c:v>
                </c:pt>
                <c:pt idx="3">
                  <c:v>1.2</c:v>
                </c:pt>
                <c:pt idx="4">
                  <c:v>1.16</c:v>
                </c:pt>
                <c:pt idx="5">
                  <c:v>1.19</c:v>
                </c:pt>
                <c:pt idx="6">
                  <c:v>1.05</c:v>
                </c:pt>
                <c:pt idx="7">
                  <c:v>1.13</c:v>
                </c:pt>
                <c:pt idx="8">
                  <c:v>1.13</c:v>
                </c:pt>
                <c:pt idx="9">
                  <c:v>1.06</c:v>
                </c:pt>
                <c:pt idx="10">
                  <c:v>1.05</c:v>
                </c:pt>
                <c:pt idx="11">
                  <c:v>1.05</c:v>
                </c:pt>
                <c:pt idx="12">
                  <c:v>1.09</c:v>
                </c:pt>
                <c:pt idx="13">
                  <c:v>1.09</c:v>
                </c:pt>
                <c:pt idx="14">
                  <c:v>1.01</c:v>
                </c:pt>
                <c:pt idx="15">
                  <c:v>0.91</c:v>
                </c:pt>
                <c:pt idx="16">
                  <c:v>0.91</c:v>
                </c:pt>
                <c:pt idx="17">
                  <c:v>1.04</c:v>
                </c:pt>
                <c:pt idx="18">
                  <c:v>1.04</c:v>
                </c:pt>
                <c:pt idx="19">
                  <c:v>1</c:v>
                </c:pt>
                <c:pt idx="20">
                  <c:v>1.03</c:v>
                </c:pt>
                <c:pt idx="21">
                  <c:v>1.03</c:v>
                </c:pt>
                <c:pt idx="22">
                  <c:v>1.07</c:v>
                </c:pt>
                <c:pt idx="23">
                  <c:v>1.05</c:v>
                </c:pt>
                <c:pt idx="24">
                  <c:v>1.04</c:v>
                </c:pt>
                <c:pt idx="25">
                  <c:v>1.04</c:v>
                </c:pt>
                <c:pt idx="26">
                  <c:v>1.06</c:v>
                </c:pt>
                <c:pt idx="27">
                  <c:v>0.99</c:v>
                </c:pt>
                <c:pt idx="28">
                  <c:v>1.02</c:v>
                </c:pt>
                <c:pt idx="29">
                  <c:v>1.01</c:v>
                </c:pt>
                <c:pt idx="30">
                  <c:v>1.01</c:v>
                </c:pt>
                <c:pt idx="31">
                  <c:v>1.02</c:v>
                </c:pt>
                <c:pt idx="32">
                  <c:v>1.23</c:v>
                </c:pt>
                <c:pt idx="33">
                  <c:v>1.25</c:v>
                </c:pt>
                <c:pt idx="34">
                  <c:v>1.25</c:v>
                </c:pt>
                <c:pt idx="35">
                  <c:v>1.26</c:v>
                </c:pt>
                <c:pt idx="36">
                  <c:v>1.32</c:v>
                </c:pt>
                <c:pt idx="37">
                  <c:v>1.25</c:v>
                </c:pt>
                <c:pt idx="38">
                  <c:v>1.33</c:v>
                </c:pt>
                <c:pt idx="39">
                  <c:v>1.37</c:v>
                </c:pt>
                <c:pt idx="40">
                  <c:v>1.36</c:v>
                </c:pt>
                <c:pt idx="41">
                  <c:v>1.36</c:v>
                </c:pt>
                <c:pt idx="42">
                  <c:v>1.33</c:v>
                </c:pt>
                <c:pt idx="43">
                  <c:v>1.32</c:v>
                </c:pt>
                <c:pt idx="44">
                  <c:v>1.33</c:v>
                </c:pt>
                <c:pt idx="45">
                  <c:v>1.37</c:v>
                </c:pt>
                <c:pt idx="46">
                  <c:v>1.38</c:v>
                </c:pt>
                <c:pt idx="47">
                  <c:v>1.34</c:v>
                </c:pt>
                <c:pt idx="48">
                  <c:v>1.34</c:v>
                </c:pt>
                <c:pt idx="49">
                  <c:v>1.36</c:v>
                </c:pt>
                <c:pt idx="50">
                  <c:v>1.36</c:v>
                </c:pt>
                <c:pt idx="51">
                  <c:v>1.38</c:v>
                </c:pt>
                <c:pt idx="52">
                  <c:v>1.16</c:v>
                </c:pt>
                <c:pt idx="53">
                  <c:v>1.2</c:v>
                </c:pt>
                <c:pt idx="54">
                  <c:v>1.22</c:v>
                </c:pt>
                <c:pt idx="55">
                  <c:v>1.21</c:v>
                </c:pt>
                <c:pt idx="56">
                  <c:v>1.17</c:v>
                </c:pt>
                <c:pt idx="57">
                  <c:v>1.16</c:v>
                </c:pt>
                <c:pt idx="58">
                  <c:v>1.61</c:v>
                </c:pt>
                <c:pt idx="59">
                  <c:v>1.57</c:v>
                </c:pt>
                <c:pt idx="60">
                  <c:v>1.57</c:v>
                </c:pt>
                <c:pt idx="61">
                  <c:v>1.65</c:v>
                </c:pt>
                <c:pt idx="62">
                  <c:v>1.63</c:v>
                </c:pt>
                <c:pt idx="63">
                  <c:v>1.66</c:v>
                </c:pt>
                <c:pt idx="64">
                  <c:v>1.66</c:v>
                </c:pt>
                <c:pt idx="65">
                  <c:v>1.65</c:v>
                </c:pt>
                <c:pt idx="66">
                  <c:v>1.65</c:v>
                </c:pt>
                <c:pt idx="67">
                  <c:v>1.64</c:v>
                </c:pt>
                <c:pt idx="68">
                  <c:v>1.64</c:v>
                </c:pt>
                <c:pt idx="69">
                  <c:v>1.64</c:v>
                </c:pt>
                <c:pt idx="70">
                  <c:v>1.64</c:v>
                </c:pt>
                <c:pt idx="71">
                  <c:v>1.62</c:v>
                </c:pt>
                <c:pt idx="72">
                  <c:v>1.61</c:v>
                </c:pt>
                <c:pt idx="73">
                  <c:v>1.58</c:v>
                </c:pt>
                <c:pt idx="74">
                  <c:v>1.58</c:v>
                </c:pt>
                <c:pt idx="75">
                  <c:v>1.54</c:v>
                </c:pt>
                <c:pt idx="76">
                  <c:v>1.62</c:v>
                </c:pt>
                <c:pt idx="77">
                  <c:v>1.65</c:v>
                </c:pt>
                <c:pt idx="78">
                  <c:v>1.34</c:v>
                </c:pt>
                <c:pt idx="79">
                  <c:v>1.33</c:v>
                </c:pt>
                <c:pt idx="80">
                  <c:v>1.34</c:v>
                </c:pt>
                <c:pt idx="81">
                  <c:v>1.37</c:v>
                </c:pt>
                <c:pt idx="82">
                  <c:v>1.37</c:v>
                </c:pt>
                <c:pt idx="83">
                  <c:v>1.29</c:v>
                </c:pt>
                <c:pt idx="84">
                  <c:v>1.29</c:v>
                </c:pt>
                <c:pt idx="85">
                  <c:v>1.29</c:v>
                </c:pt>
                <c:pt idx="86">
                  <c:v>1.28</c:v>
                </c:pt>
                <c:pt idx="87">
                  <c:v>1.39</c:v>
                </c:pt>
                <c:pt idx="88">
                  <c:v>1.7</c:v>
                </c:pt>
                <c:pt idx="89">
                  <c:v>1.69</c:v>
                </c:pt>
                <c:pt idx="90">
                  <c:v>1.68</c:v>
                </c:pt>
                <c:pt idx="91">
                  <c:v>1.66</c:v>
                </c:pt>
                <c:pt idx="92">
                  <c:v>1.65</c:v>
                </c:pt>
                <c:pt idx="93">
                  <c:v>1.64</c:v>
                </c:pt>
                <c:pt idx="94">
                  <c:v>1.65</c:v>
                </c:pt>
                <c:pt idx="95">
                  <c:v>1.62</c:v>
                </c:pt>
                <c:pt idx="96">
                  <c:v>1.6</c:v>
                </c:pt>
                <c:pt idx="97">
                  <c:v>1.59</c:v>
                </c:pt>
                <c:pt idx="98">
                  <c:v>1.5</c:v>
                </c:pt>
                <c:pt idx="99">
                  <c:v>1.49</c:v>
                </c:pt>
                <c:pt idx="100">
                  <c:v>1.56</c:v>
                </c:pt>
                <c:pt idx="101">
                  <c:v>1.48</c:v>
                </c:pt>
                <c:pt idx="102">
                  <c:v>1.52</c:v>
                </c:pt>
                <c:pt idx="103">
                  <c:v>1.54</c:v>
                </c:pt>
                <c:pt idx="104">
                  <c:v>1.54</c:v>
                </c:pt>
                <c:pt idx="105">
                  <c:v>1.53</c:v>
                </c:pt>
                <c:pt idx="106">
                  <c:v>1.55</c:v>
                </c:pt>
                <c:pt idx="107">
                  <c:v>1.45</c:v>
                </c:pt>
                <c:pt idx="108">
                  <c:v>1.08</c:v>
                </c:pt>
                <c:pt idx="109">
                  <c:v>1.11</c:v>
                </c:pt>
                <c:pt idx="110">
                  <c:v>1.08</c:v>
                </c:pt>
                <c:pt idx="111">
                  <c:v>1.24</c:v>
                </c:pt>
                <c:pt idx="112">
                  <c:v>1.25</c:v>
                </c:pt>
                <c:pt idx="113">
                  <c:v>1.33</c:v>
                </c:pt>
                <c:pt idx="114">
                  <c:v>1.38</c:v>
                </c:pt>
                <c:pt idx="115">
                  <c:v>1.42</c:v>
                </c:pt>
                <c:pt idx="116">
                  <c:v>1.42</c:v>
                </c:pt>
                <c:pt idx="117">
                  <c:v>1.43</c:v>
                </c:pt>
                <c:pt idx="118">
                  <c:v>1.35</c:v>
                </c:pt>
                <c:pt idx="119">
                  <c:v>1.35</c:v>
                </c:pt>
                <c:pt idx="120">
                  <c:v>1.27</c:v>
                </c:pt>
                <c:pt idx="121">
                  <c:v>1.28</c:v>
                </c:pt>
                <c:pt idx="122">
                  <c:v>1.23</c:v>
                </c:pt>
                <c:pt idx="123">
                  <c:v>1.2</c:v>
                </c:pt>
                <c:pt idx="124">
                  <c:v>1.24</c:v>
                </c:pt>
                <c:pt idx="125">
                  <c:v>1.32</c:v>
                </c:pt>
                <c:pt idx="126">
                  <c:v>1.3</c:v>
                </c:pt>
                <c:pt idx="127">
                  <c:v>1.25</c:v>
                </c:pt>
                <c:pt idx="128">
                  <c:v>1.2</c:v>
                </c:pt>
                <c:pt idx="129">
                  <c:v>1.49</c:v>
                </c:pt>
                <c:pt idx="130">
                  <c:v>1.47</c:v>
                </c:pt>
                <c:pt idx="131">
                  <c:v>1.35</c:v>
                </c:pt>
                <c:pt idx="132">
                  <c:v>1.33</c:v>
                </c:pt>
                <c:pt idx="133">
                  <c:v>1.48</c:v>
                </c:pt>
                <c:pt idx="134">
                  <c:v>1.45</c:v>
                </c:pt>
                <c:pt idx="135">
                  <c:v>1.51</c:v>
                </c:pt>
                <c:pt idx="136">
                  <c:v>1.51</c:v>
                </c:pt>
                <c:pt idx="137">
                  <c:v>1.51</c:v>
                </c:pt>
                <c:pt idx="138">
                  <c:v>1.51</c:v>
                </c:pt>
                <c:pt idx="139">
                  <c:v>1.59</c:v>
                </c:pt>
                <c:pt idx="140">
                  <c:v>1.58</c:v>
                </c:pt>
                <c:pt idx="141">
                  <c:v>1.57</c:v>
                </c:pt>
                <c:pt idx="142">
                  <c:v>2.08</c:v>
                </c:pt>
                <c:pt idx="143">
                  <c:v>2.15</c:v>
                </c:pt>
                <c:pt idx="144">
                  <c:v>2.16</c:v>
                </c:pt>
                <c:pt idx="145">
                  <c:v>2.1</c:v>
                </c:pt>
                <c:pt idx="146">
                  <c:v>2.11</c:v>
                </c:pt>
                <c:pt idx="147">
                  <c:v>2.1</c:v>
                </c:pt>
                <c:pt idx="148">
                  <c:v>2.11</c:v>
                </c:pt>
                <c:pt idx="149">
                  <c:v>1.96</c:v>
                </c:pt>
                <c:pt idx="150">
                  <c:v>2.01</c:v>
                </c:pt>
                <c:pt idx="151">
                  <c:v>2.18</c:v>
                </c:pt>
                <c:pt idx="152">
                  <c:v>2.22</c:v>
                </c:pt>
                <c:pt idx="153">
                  <c:v>2.16</c:v>
                </c:pt>
                <c:pt idx="154">
                  <c:v>2.17</c:v>
                </c:pt>
                <c:pt idx="155">
                  <c:v>2.62</c:v>
                </c:pt>
                <c:pt idx="156">
                  <c:v>2.62</c:v>
                </c:pt>
                <c:pt idx="157">
                  <c:v>2.64</c:v>
                </c:pt>
                <c:pt idx="158">
                  <c:v>2.73</c:v>
                </c:pt>
                <c:pt idx="159">
                  <c:v>2.89</c:v>
                </c:pt>
                <c:pt idx="160">
                  <c:v>3.09</c:v>
                </c:pt>
                <c:pt idx="161">
                  <c:v>3.1</c:v>
                </c:pt>
                <c:pt idx="162">
                  <c:v>2.94</c:v>
                </c:pt>
                <c:pt idx="163">
                  <c:v>3.08</c:v>
                </c:pt>
                <c:pt idx="164">
                  <c:v>3.19</c:v>
                </c:pt>
                <c:pt idx="165">
                  <c:v>3.33</c:v>
                </c:pt>
                <c:pt idx="166">
                  <c:v>3.28</c:v>
                </c:pt>
                <c:pt idx="167">
                  <c:v>3.25</c:v>
                </c:pt>
                <c:pt idx="168">
                  <c:v>3.34</c:v>
                </c:pt>
                <c:pt idx="169">
                  <c:v>3.11</c:v>
                </c:pt>
                <c:pt idx="170">
                  <c:v>3.32</c:v>
                </c:pt>
                <c:pt idx="171">
                  <c:v>3.32</c:v>
                </c:pt>
                <c:pt idx="172">
                  <c:v>3.22</c:v>
                </c:pt>
                <c:pt idx="173">
                  <c:v>3.21</c:v>
                </c:pt>
                <c:pt idx="174">
                  <c:v>3.2</c:v>
                </c:pt>
                <c:pt idx="175">
                  <c:v>3.14</c:v>
                </c:pt>
                <c:pt idx="176">
                  <c:v>3.14</c:v>
                </c:pt>
                <c:pt idx="177">
                  <c:v>3.35</c:v>
                </c:pt>
                <c:pt idx="178">
                  <c:v>3.27</c:v>
                </c:pt>
                <c:pt idx="179">
                  <c:v>3.42</c:v>
                </c:pt>
                <c:pt idx="180">
                  <c:v>3.16</c:v>
                </c:pt>
                <c:pt idx="181">
                  <c:v>3.1</c:v>
                </c:pt>
                <c:pt idx="182">
                  <c:v>3.15</c:v>
                </c:pt>
                <c:pt idx="183">
                  <c:v>2.95</c:v>
                </c:pt>
                <c:pt idx="184">
                  <c:v>2.65</c:v>
                </c:pt>
                <c:pt idx="185">
                  <c:v>2.24</c:v>
                </c:pt>
                <c:pt idx="186">
                  <c:v>2.24</c:v>
                </c:pt>
                <c:pt idx="187">
                  <c:v>2.24</c:v>
                </c:pt>
                <c:pt idx="188">
                  <c:v>2.27</c:v>
                </c:pt>
                <c:pt idx="189">
                  <c:v>2.22</c:v>
                </c:pt>
                <c:pt idx="190">
                  <c:v>2.25</c:v>
                </c:pt>
                <c:pt idx="191">
                  <c:v>2.27</c:v>
                </c:pt>
                <c:pt idx="192">
                  <c:v>2.82</c:v>
                </c:pt>
                <c:pt idx="193">
                  <c:v>2.9</c:v>
                </c:pt>
                <c:pt idx="194">
                  <c:v>2.95</c:v>
                </c:pt>
                <c:pt idx="195">
                  <c:v>2.94</c:v>
                </c:pt>
                <c:pt idx="196">
                  <c:v>3.32</c:v>
                </c:pt>
                <c:pt idx="197">
                  <c:v>3.19</c:v>
                </c:pt>
                <c:pt idx="198">
                  <c:v>3.4</c:v>
                </c:pt>
                <c:pt idx="199">
                  <c:v>3.28</c:v>
                </c:pt>
              </c:numCache>
            </c:numRef>
          </c:val>
          <c:smooth val="0"/>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B8C4D6"/>
                </a:solidFill>
                <a:latin typeface="+mn-lt"/>
              </a:defRPr>
            </a:pPr>
            <a:endParaRPr lang="en-US"/>
          </a:p>
        </c:txPr>
        <c:crossAx val="2094734552"/>
        <c:crosses val="autoZero"/>
        <c:auto val="1"/>
        <c:lblAlgn val="ctr"/>
        <c:noMultiLvlLbl val="1"/>
        <c:tickLblSkip val="40"/>
      </c:catAx>
      <c:valAx>
        <c:axId val="2094734552"/>
        <c:scaling>
          <c:orientation val="minMax"/>
        </c:scaling>
        <c:delete val="0"/>
        <c:axPos val="l"/>
        <c:majorGridlines>
          <c:spPr>
            <a:ln w="9525" cap="flat">
              <a:solidFill>
                <a:srgbClr val="2A3550"/>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B8C4D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Correlation with next-day return</a:t>
            </a:r>
          </a:p>
        </c:rich>
      </c:tx>
      <c:layout/>
      <c:overlay val="0"/>
    </c:title>
    <c:autoTitleDeleted val="0"/>
    <c:plotArea>
      <c:layout/>
      <c:barChart>
        <c:barDir val="col"/>
        <c:grouping val="clustered"/>
        <c:varyColors val="0"/>
        <c:ser>
          <c:idx val="0"/>
          <c:order val="0"/>
          <c:tx>
            <c:strRef>
              <c:f>Sheet1!$B$1</c:f>
              <c:strCache>
                <c:ptCount val="1"/>
                <c:pt idx="0">
                  <c:v>Calm (days 1–850)</c:v>
                </c:pt>
              </c:strCache>
            </c:strRef>
          </c:tx>
          <c:spPr>
            <a:solidFill>
              <a:srgbClr val="5AA9E6"/>
            </a:solidFill>
            <a:effectLst/>
          </c:spPr>
          <c:invertIfNegative val="0"/>
          <c:dLbls>
            <c:numFmt formatCode="+0.00;-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Today's return</c:v>
                  </c:pt>
                  <c:pt idx="1">
                    <c:v>Yesterday's return</c:v>
                  </c:pt>
                </c:lvl>
              </c:multiLvlStrCache>
            </c:multiLvlStrRef>
          </c:cat>
          <c:val>
            <c:numRef>
              <c:f>Sheet1!$B$2:$B$3</c:f>
              <c:numCache>
                <c:formatCode>General</c:formatCode>
                <c:ptCount val="2"/>
                <c:pt idx="0">
                  <c:v>-0.106</c:v>
                </c:pt>
                <c:pt idx="1">
                  <c:v>0.13</c:v>
                </c:pt>
              </c:numCache>
            </c:numRef>
          </c:val>
        </c:ser>
        <c:ser>
          <c:idx val="1"/>
          <c:order val="1"/>
          <c:tx>
            <c:strRef>
              <c:f>Sheet1!$C$1</c:f>
              <c:strCache>
                <c:ptCount val="1"/>
                <c:pt idx="0">
                  <c:v>Crash (days 851–899)</c:v>
                </c:pt>
              </c:strCache>
            </c:strRef>
          </c:tx>
          <c:spPr>
            <a:solidFill>
              <a:srgbClr val="FF5A5F"/>
            </a:solidFill>
            <a:effectLst/>
          </c:spPr>
          <c:invertIfNegative val="0"/>
          <c:dLbls>
            <c:numFmt formatCode="+0.00;-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Sheet1!$A$2:$A$3</c:f>
              <c:multiLvlStrCache>
                <c:ptCount val="2"/>
                <c:lvl>
                  <c:pt idx="0">
                    <c:v>Today's return</c:v>
                  </c:pt>
                  <c:pt idx="1">
                    <c:v>Yesterday's return</c:v>
                  </c:pt>
                </c:lvl>
              </c:multiLvlStrCache>
            </c:multiLvlStrRef>
          </c:cat>
          <c:val>
            <c:numRef>
              <c:f>Sheet1!$C$2:$C$3</c:f>
              <c:numCache>
                <c:formatCode>General</c:formatCode>
                <c:ptCount val="2"/>
                <c:pt idx="0">
                  <c:v>0.049</c:v>
                </c:pt>
                <c:pt idx="1">
                  <c:v>-0.093</c:v>
                </c:pt>
              </c:numCache>
            </c:numRef>
          </c:val>
        </c:ser>
        <c:dLbls>
          <c:numFmt formatCode="+0.00;-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B8C4D6"/>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2A355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B8C4D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B8C4D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Cumulative return (%), crash window days 851–899</a:t>
            </a:r>
          </a:p>
        </c:rich>
      </c:tx>
      <c:layout/>
      <c:overlay val="0"/>
    </c:title>
    <c:autoTitleDeleted val="0"/>
    <c:plotArea>
      <c:layout/>
      <c:lineChart>
        <c:varyColors val="0"/>
        <c:ser>
          <c:idx val="0"/>
          <c:order val="0"/>
          <c:tx>
            <c:strRef>
              <c:f>Sheet1!$B$1</c:f>
              <c:strCache>
                <c:ptCount val="1"/>
                <c:pt idx="0">
                  <c:v>Our book (submitted v4)</c:v>
                </c:pt>
              </c:strCache>
            </c:strRef>
          </c:tx>
          <c:spPr>
            <a:solidFill>
              <a:srgbClr val="2BD9A0"/>
            </a:solidFill>
            <a:ln w="31750" cap="flat">
              <a:solidFill>
                <a:srgbClr val="2BD9A0"/>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2BD9A0"/>
              </a:solidFill>
              <a:ln w="9525" cap="flat">
                <a:solidFill>
                  <a:srgbClr val="2BD9A0"/>
                </a:solidFill>
                <a:prstDash val="solid"/>
                <a:round/>
              </a:ln>
              <a:effectLst/>
            </c:spPr>
          </c:marker>
          <c:cat>
            <c:multiLvlStrRef>
              <c:f>Sheet1!$A$2:$A$50</c:f>
              <c:multiLvlStrCache>
                <c:ptCount val="49"/>
                <c:lvl>
                  <c:pt idx="0">
                    <c:v>851</c:v>
                  </c:pt>
                  <c:pt idx="1">
                    <c:v>852</c:v>
                  </c:pt>
                  <c:pt idx="2">
                    <c:v>853</c:v>
                  </c:pt>
                  <c:pt idx="3">
                    <c:v>854</c:v>
                  </c:pt>
                  <c:pt idx="4">
                    <c:v>855</c:v>
                  </c:pt>
                  <c:pt idx="5">
                    <c:v>856</c:v>
                  </c:pt>
                  <c:pt idx="6">
                    <c:v>857</c:v>
                  </c:pt>
                  <c:pt idx="7">
                    <c:v>858</c:v>
                  </c:pt>
                  <c:pt idx="8">
                    <c:v>859</c:v>
                  </c:pt>
                  <c:pt idx="9">
                    <c:v>860</c:v>
                  </c:pt>
                  <c:pt idx="10">
                    <c:v>861</c:v>
                  </c:pt>
                  <c:pt idx="11">
                    <c:v>862</c:v>
                  </c:pt>
                  <c:pt idx="12">
                    <c:v>863</c:v>
                  </c:pt>
                  <c:pt idx="13">
                    <c:v>864</c:v>
                  </c:pt>
                  <c:pt idx="14">
                    <c:v>865</c:v>
                  </c:pt>
                  <c:pt idx="15">
                    <c:v>866</c:v>
                  </c:pt>
                  <c:pt idx="16">
                    <c:v>867</c:v>
                  </c:pt>
                  <c:pt idx="17">
                    <c:v>868</c:v>
                  </c:pt>
                  <c:pt idx="18">
                    <c:v>869</c:v>
                  </c:pt>
                  <c:pt idx="19">
                    <c:v>870</c:v>
                  </c:pt>
                  <c:pt idx="20">
                    <c:v>871</c:v>
                  </c:pt>
                  <c:pt idx="21">
                    <c:v>872</c:v>
                  </c:pt>
                  <c:pt idx="22">
                    <c:v>873</c:v>
                  </c:pt>
                  <c:pt idx="23">
                    <c:v>874</c:v>
                  </c:pt>
                  <c:pt idx="24">
                    <c:v>875</c:v>
                  </c:pt>
                  <c:pt idx="25">
                    <c:v>876</c:v>
                  </c:pt>
                  <c:pt idx="26">
                    <c:v>877</c:v>
                  </c:pt>
                  <c:pt idx="27">
                    <c:v>878</c:v>
                  </c:pt>
                  <c:pt idx="28">
                    <c:v>879</c:v>
                  </c:pt>
                  <c:pt idx="29">
                    <c:v>880</c:v>
                  </c:pt>
                  <c:pt idx="30">
                    <c:v>881</c:v>
                  </c:pt>
                  <c:pt idx="31">
                    <c:v>882</c:v>
                  </c:pt>
                  <c:pt idx="32">
                    <c:v>883</c:v>
                  </c:pt>
                  <c:pt idx="33">
                    <c:v>884</c:v>
                  </c:pt>
                  <c:pt idx="34">
                    <c:v>885</c:v>
                  </c:pt>
                  <c:pt idx="35">
                    <c:v>886</c:v>
                  </c:pt>
                  <c:pt idx="36">
                    <c:v>887</c:v>
                  </c:pt>
                  <c:pt idx="37">
                    <c:v>888</c:v>
                  </c:pt>
                  <c:pt idx="38">
                    <c:v>889</c:v>
                  </c:pt>
                  <c:pt idx="39">
                    <c:v>890</c:v>
                  </c:pt>
                  <c:pt idx="40">
                    <c:v>891</c:v>
                  </c:pt>
                  <c:pt idx="41">
                    <c:v>892</c:v>
                  </c:pt>
                  <c:pt idx="42">
                    <c:v>893</c:v>
                  </c:pt>
                  <c:pt idx="43">
                    <c:v>894</c:v>
                  </c:pt>
                  <c:pt idx="44">
                    <c:v>895</c:v>
                  </c:pt>
                  <c:pt idx="45">
                    <c:v>896</c:v>
                  </c:pt>
                  <c:pt idx="46">
                    <c:v>897</c:v>
                  </c:pt>
                  <c:pt idx="47">
                    <c:v>898</c:v>
                  </c:pt>
                  <c:pt idx="48">
                    <c:v>899</c:v>
                  </c:pt>
                </c:lvl>
              </c:multiLvlStrCache>
            </c:multiLvlStrRef>
          </c:cat>
          <c:val>
            <c:numRef>
              <c:f>Sheet1!$B$2:$B$50</c:f>
              <c:numCache>
                <c:formatCode>General</c:formatCode>
                <c:ptCount val="49"/>
                <c:pt idx="0">
                  <c:v>1.32</c:v>
                </c:pt>
                <c:pt idx="1">
                  <c:v>0.52</c:v>
                </c:pt>
                <c:pt idx="2">
                  <c:v>0.25</c:v>
                </c:pt>
                <c:pt idx="3">
                  <c:v>0.52</c:v>
                </c:pt>
                <c:pt idx="4">
                  <c:v>3.79</c:v>
                </c:pt>
                <c:pt idx="5">
                  <c:v>5.01</c:v>
                </c:pt>
                <c:pt idx="6">
                  <c:v>5.57</c:v>
                </c:pt>
                <c:pt idx="7">
                  <c:v>6.86</c:v>
                </c:pt>
                <c:pt idx="8">
                  <c:v>8.4</c:v>
                </c:pt>
                <c:pt idx="9">
                  <c:v>10.24</c:v>
                </c:pt>
                <c:pt idx="10">
                  <c:v>11.25</c:v>
                </c:pt>
                <c:pt idx="11">
                  <c:v>11.81</c:v>
                </c:pt>
                <c:pt idx="12">
                  <c:v>10.54</c:v>
                </c:pt>
                <c:pt idx="13">
                  <c:v>12.47</c:v>
                </c:pt>
                <c:pt idx="14">
                  <c:v>14.44</c:v>
                </c:pt>
                <c:pt idx="15">
                  <c:v>14.64</c:v>
                </c:pt>
                <c:pt idx="16">
                  <c:v>14.96</c:v>
                </c:pt>
                <c:pt idx="17">
                  <c:v>14.57</c:v>
                </c:pt>
                <c:pt idx="18">
                  <c:v>14.97</c:v>
                </c:pt>
                <c:pt idx="19">
                  <c:v>14.52</c:v>
                </c:pt>
                <c:pt idx="20">
                  <c:v>14.5</c:v>
                </c:pt>
                <c:pt idx="21">
                  <c:v>14.82</c:v>
                </c:pt>
                <c:pt idx="22">
                  <c:v>14.67</c:v>
                </c:pt>
                <c:pt idx="23">
                  <c:v>15.46</c:v>
                </c:pt>
                <c:pt idx="24">
                  <c:v>14.78</c:v>
                </c:pt>
                <c:pt idx="25">
                  <c:v>15.06</c:v>
                </c:pt>
                <c:pt idx="26">
                  <c:v>13.95</c:v>
                </c:pt>
                <c:pt idx="27">
                  <c:v>13.94</c:v>
                </c:pt>
                <c:pt idx="28">
                  <c:v>12.89</c:v>
                </c:pt>
                <c:pt idx="29">
                  <c:v>12.9</c:v>
                </c:pt>
                <c:pt idx="30">
                  <c:v>13.25</c:v>
                </c:pt>
                <c:pt idx="31">
                  <c:v>14.16</c:v>
                </c:pt>
                <c:pt idx="32">
                  <c:v>14.54</c:v>
                </c:pt>
                <c:pt idx="33">
                  <c:v>14.25</c:v>
                </c:pt>
                <c:pt idx="34">
                  <c:v>13.96</c:v>
                </c:pt>
                <c:pt idx="35">
                  <c:v>13.59</c:v>
                </c:pt>
                <c:pt idx="36">
                  <c:v>14.46</c:v>
                </c:pt>
                <c:pt idx="37">
                  <c:v>13.26</c:v>
                </c:pt>
                <c:pt idx="38">
                  <c:v>13.16</c:v>
                </c:pt>
                <c:pt idx="39">
                  <c:v>13.66</c:v>
                </c:pt>
                <c:pt idx="40">
                  <c:v>13.91</c:v>
                </c:pt>
                <c:pt idx="41">
                  <c:v>15.37</c:v>
                </c:pt>
                <c:pt idx="42">
                  <c:v>14.81</c:v>
                </c:pt>
                <c:pt idx="43">
                  <c:v>14.94</c:v>
                </c:pt>
                <c:pt idx="44">
                  <c:v>14.86</c:v>
                </c:pt>
                <c:pt idx="45">
                  <c:v>16</c:v>
                </c:pt>
                <c:pt idx="46">
                  <c:v>16.22</c:v>
                </c:pt>
                <c:pt idx="47">
                  <c:v>15.47</c:v>
                </c:pt>
                <c:pt idx="48">
                  <c:v>16.27</c:v>
                </c:pt>
              </c:numCache>
            </c:numRef>
          </c:val>
          <c:smooth val="0"/>
        </c:ser>
        <c:ser>
          <c:idx val="1"/>
          <c:order val="1"/>
          <c:tx>
            <c:strRef>
              <c:f>Sheet1!$C$1</c:f>
              <c:strCache>
                <c:ptCount val="1"/>
                <c:pt idx="0">
                  <c:v>Buy and hold GLACIER_GAS</c:v>
                </c:pt>
              </c:strCache>
            </c:strRef>
          </c:tx>
          <c:spPr>
            <a:solidFill>
              <a:srgbClr val="FF5A5F"/>
            </a:solidFill>
            <a:ln w="31750" cap="flat">
              <a:solidFill>
                <a:srgbClr val="FF5A5F"/>
              </a:solidFill>
              <a:prstDash val="solid"/>
              <a:round/>
            </a:ln>
            <a:effectLst/>
          </c:spPr>
          <c:invertIfNegative val="0"/>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c:symbol val="none"/>
            <c:size val="6"/>
            <c:spPr>
              <a:solidFill>
                <a:srgbClr val="FF5A5F"/>
              </a:solidFill>
              <a:ln w="9525" cap="flat">
                <a:solidFill>
                  <a:srgbClr val="FF5A5F"/>
                </a:solidFill>
                <a:prstDash val="solid"/>
                <a:round/>
              </a:ln>
              <a:effectLst/>
            </c:spPr>
          </c:marker>
          <c:cat>
            <c:multiLvlStrRef>
              <c:f>Sheet1!$A$2:$A$50</c:f>
              <c:multiLvlStrCache>
                <c:ptCount val="49"/>
                <c:lvl>
                  <c:pt idx="0">
                    <c:v>851</c:v>
                  </c:pt>
                  <c:pt idx="1">
                    <c:v>852</c:v>
                  </c:pt>
                  <c:pt idx="2">
                    <c:v>853</c:v>
                  </c:pt>
                  <c:pt idx="3">
                    <c:v>854</c:v>
                  </c:pt>
                  <c:pt idx="4">
                    <c:v>855</c:v>
                  </c:pt>
                  <c:pt idx="5">
                    <c:v>856</c:v>
                  </c:pt>
                  <c:pt idx="6">
                    <c:v>857</c:v>
                  </c:pt>
                  <c:pt idx="7">
                    <c:v>858</c:v>
                  </c:pt>
                  <c:pt idx="8">
                    <c:v>859</c:v>
                  </c:pt>
                  <c:pt idx="9">
                    <c:v>860</c:v>
                  </c:pt>
                  <c:pt idx="10">
                    <c:v>861</c:v>
                  </c:pt>
                  <c:pt idx="11">
                    <c:v>862</c:v>
                  </c:pt>
                  <c:pt idx="12">
                    <c:v>863</c:v>
                  </c:pt>
                  <c:pt idx="13">
                    <c:v>864</c:v>
                  </c:pt>
                  <c:pt idx="14">
                    <c:v>865</c:v>
                  </c:pt>
                  <c:pt idx="15">
                    <c:v>866</c:v>
                  </c:pt>
                  <c:pt idx="16">
                    <c:v>867</c:v>
                  </c:pt>
                  <c:pt idx="17">
                    <c:v>868</c:v>
                  </c:pt>
                  <c:pt idx="18">
                    <c:v>869</c:v>
                  </c:pt>
                  <c:pt idx="19">
                    <c:v>870</c:v>
                  </c:pt>
                  <c:pt idx="20">
                    <c:v>871</c:v>
                  </c:pt>
                  <c:pt idx="21">
                    <c:v>872</c:v>
                  </c:pt>
                  <c:pt idx="22">
                    <c:v>873</c:v>
                  </c:pt>
                  <c:pt idx="23">
                    <c:v>874</c:v>
                  </c:pt>
                  <c:pt idx="24">
                    <c:v>875</c:v>
                  </c:pt>
                  <c:pt idx="25">
                    <c:v>876</c:v>
                  </c:pt>
                  <c:pt idx="26">
                    <c:v>877</c:v>
                  </c:pt>
                  <c:pt idx="27">
                    <c:v>878</c:v>
                  </c:pt>
                  <c:pt idx="28">
                    <c:v>879</c:v>
                  </c:pt>
                  <c:pt idx="29">
                    <c:v>880</c:v>
                  </c:pt>
                  <c:pt idx="30">
                    <c:v>881</c:v>
                  </c:pt>
                  <c:pt idx="31">
                    <c:v>882</c:v>
                  </c:pt>
                  <c:pt idx="32">
                    <c:v>883</c:v>
                  </c:pt>
                  <c:pt idx="33">
                    <c:v>884</c:v>
                  </c:pt>
                  <c:pt idx="34">
                    <c:v>885</c:v>
                  </c:pt>
                  <c:pt idx="35">
                    <c:v>886</c:v>
                  </c:pt>
                  <c:pt idx="36">
                    <c:v>887</c:v>
                  </c:pt>
                  <c:pt idx="37">
                    <c:v>888</c:v>
                  </c:pt>
                  <c:pt idx="38">
                    <c:v>889</c:v>
                  </c:pt>
                  <c:pt idx="39">
                    <c:v>890</c:v>
                  </c:pt>
                  <c:pt idx="40">
                    <c:v>891</c:v>
                  </c:pt>
                  <c:pt idx="41">
                    <c:v>892</c:v>
                  </c:pt>
                  <c:pt idx="42">
                    <c:v>893</c:v>
                  </c:pt>
                  <c:pt idx="43">
                    <c:v>894</c:v>
                  </c:pt>
                  <c:pt idx="44">
                    <c:v>895</c:v>
                  </c:pt>
                  <c:pt idx="45">
                    <c:v>896</c:v>
                  </c:pt>
                  <c:pt idx="46">
                    <c:v>897</c:v>
                  </c:pt>
                  <c:pt idx="47">
                    <c:v>898</c:v>
                  </c:pt>
                  <c:pt idx="48">
                    <c:v>899</c:v>
                  </c:pt>
                </c:lvl>
              </c:multiLvlStrCache>
            </c:multiLvlStrRef>
          </c:cat>
          <c:val>
            <c:numRef>
              <c:f>Sheet1!$C$2:$C$50</c:f>
              <c:numCache>
                <c:formatCode>General</c:formatCode>
                <c:ptCount val="49"/>
                <c:pt idx="0">
                  <c:v>-4.14</c:v>
                </c:pt>
                <c:pt idx="1">
                  <c:v>-2.68</c:v>
                </c:pt>
                <c:pt idx="2">
                  <c:v>-1.57</c:v>
                </c:pt>
                <c:pt idx="3">
                  <c:v>-2.8</c:v>
                </c:pt>
                <c:pt idx="4">
                  <c:v>-9.55</c:v>
                </c:pt>
                <c:pt idx="5">
                  <c:v>-11.79</c:v>
                </c:pt>
                <c:pt idx="6">
                  <c:v>-13.6</c:v>
                </c:pt>
                <c:pt idx="7">
                  <c:v>-17.49</c:v>
                </c:pt>
                <c:pt idx="8">
                  <c:v>-21.88</c:v>
                </c:pt>
                <c:pt idx="9">
                  <c:v>-26.78</c:v>
                </c:pt>
                <c:pt idx="10">
                  <c:v>-29.25</c:v>
                </c:pt>
                <c:pt idx="11">
                  <c:v>-30.56</c:v>
                </c:pt>
                <c:pt idx="12">
                  <c:v>-27.64</c:v>
                </c:pt>
                <c:pt idx="13">
                  <c:v>-32.32</c:v>
                </c:pt>
                <c:pt idx="14">
                  <c:v>-36.68</c:v>
                </c:pt>
                <c:pt idx="15">
                  <c:v>-37.11</c:v>
                </c:pt>
                <c:pt idx="16">
                  <c:v>-38.35</c:v>
                </c:pt>
                <c:pt idx="17">
                  <c:v>-36.93</c:v>
                </c:pt>
                <c:pt idx="18">
                  <c:v>-38.42</c:v>
                </c:pt>
                <c:pt idx="19">
                  <c:v>-36.78</c:v>
                </c:pt>
                <c:pt idx="20">
                  <c:v>-36.72</c:v>
                </c:pt>
                <c:pt idx="21">
                  <c:v>-37.91</c:v>
                </c:pt>
                <c:pt idx="22">
                  <c:v>-37.34</c:v>
                </c:pt>
                <c:pt idx="23">
                  <c:v>-38.94</c:v>
                </c:pt>
                <c:pt idx="24">
                  <c:v>-37.63</c:v>
                </c:pt>
                <c:pt idx="25">
                  <c:v>-38.19</c:v>
                </c:pt>
                <c:pt idx="26">
                  <c:v>-36.03</c:v>
                </c:pt>
                <c:pt idx="27">
                  <c:v>-36.67</c:v>
                </c:pt>
                <c:pt idx="28">
                  <c:v>-33.45</c:v>
                </c:pt>
                <c:pt idx="29">
                  <c:v>-34.21</c:v>
                </c:pt>
                <c:pt idx="30">
                  <c:v>-35.1</c:v>
                </c:pt>
                <c:pt idx="31">
                  <c:v>-37.23</c:v>
                </c:pt>
                <c:pt idx="32">
                  <c:v>-38.06</c:v>
                </c:pt>
                <c:pt idx="33">
                  <c:v>-37.43</c:v>
                </c:pt>
                <c:pt idx="34">
                  <c:v>-36.79</c:v>
                </c:pt>
                <c:pt idx="35">
                  <c:v>-36.27</c:v>
                </c:pt>
                <c:pt idx="36">
                  <c:v>-37.57</c:v>
                </c:pt>
                <c:pt idx="37">
                  <c:v>-35.82</c:v>
                </c:pt>
                <c:pt idx="38">
                  <c:v>-34.71</c:v>
                </c:pt>
                <c:pt idx="39">
                  <c:v>-36.51</c:v>
                </c:pt>
                <c:pt idx="40">
                  <c:v>-37.31</c:v>
                </c:pt>
                <c:pt idx="41">
                  <c:v>-42.12</c:v>
                </c:pt>
                <c:pt idx="42">
                  <c:v>-40.45</c:v>
                </c:pt>
                <c:pt idx="43">
                  <c:v>-38.46</c:v>
                </c:pt>
                <c:pt idx="44">
                  <c:v>-39.57</c:v>
                </c:pt>
                <c:pt idx="45">
                  <c:v>-43.83</c:v>
                </c:pt>
                <c:pt idx="46">
                  <c:v>-44.59</c:v>
                </c:pt>
                <c:pt idx="47">
                  <c:v>-42.08</c:v>
                </c:pt>
                <c:pt idx="48">
                  <c:v>-44.9</c:v>
                </c:pt>
              </c:numCache>
            </c:numRef>
          </c:val>
          <c:smooth val="0"/>
        </c:ser>
        <c:dLbls>
          <c:numFmt formatCode="#,##0"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B8C4D6"/>
                </a:solidFill>
                <a:latin typeface="+mn-lt"/>
              </a:defRPr>
            </a:pPr>
            <a:endParaRPr lang="en-US"/>
          </a:p>
        </c:txPr>
        <c:crossAx val="2094734552"/>
        <c:crosses val="autoZero"/>
        <c:auto val="1"/>
        <c:lblAlgn val="ctr"/>
        <c:noMultiLvlLbl val="1"/>
        <c:tickLblSkip val="8"/>
      </c:catAx>
      <c:valAx>
        <c:axId val="2094734552"/>
        <c:scaling>
          <c:orientation val="minMax"/>
        </c:scaling>
        <c:delete val="0"/>
        <c:axPos val="l"/>
        <c:majorGridlines>
          <c:spPr>
            <a:ln w="9525" cap="flat">
              <a:solidFill>
                <a:srgbClr val="2A355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B8C4D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B8C4D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ABHISHEK (20 s) [Stand centre, look at the judges] Good afternoon. We're team only head no job: I'm Abhishek, with Ashiq and Shaunak. Our stock was GLACIER_GAS. When the organisers' flash crash hit, the stock fell 45 percent. Our Round 3 book made 16 percent, with a Sharpe ratio of 5.8 and a worst drawdown of only 2.2 percent. Here's how we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ABHISHEK (30 s) [Left card, right card, bottom strip] Before building any model, we checked the data itself. In Round 1, the hidden test rows had been computed differently: order flow and volatility used the open price instead of the close, and RSI had noise added. A model trained on those columns sees different inputs at test time, which explains our weak Round 1. In Round 2 we rebuilt every hidden closing price exactly from the 10-day moving average and checked it against every other column. One rule held throughout: a decision for day t only uses data up to day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ABHISHEK (20 s) [Trace one swing, then point at the red line] This is the market we were given. For three years GLACIER_GAS moved in slow swings between 75 and 112. The 10-day and 30-day averages cross at every turn, which is why trend features matter. Right of the red line is the Round 1 test window, where the close was hidden. HANDOFF: Ashiq will now take you through the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ASHIQ (25 s) [Point at the volatility panel, then one dashed line] These are the raw indicators: volume, RSI, momentum, volatility, the volume z-score and order flow. Look at volatility: calm stretches around 1 percent, then bursts above 2. That clustering is why we scale every return by volatility. And right of each dashed line are the hidden Round 1 rows, where momentum is missing and order flow looks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ASHIQ (30 s) [Walk down the four rows, then the top bar of the chart] Our features come in four groups: returns for the last five days scaled by volatility, order flow, changes in RSI, and stress and trend measures such as drawdown and the moving-average gap. Why use past days? In calm markets this stock's returns alternate, so today's move tends to partly reverse tomorrow. The chart shows what the final model learned: order flow three days back and today's RSI change carry the most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ASHIQ (35 s) [Grey bars, green bar, card B] We validated everything in time order: train on the past, test on the next block, move forward. Never shuffled K-fold, because that leaks the future into training. We compared twelve models over more than 500 out-of-sample days. Gradient boosting looked best while we were selecting, with MCC 0.20, then fell to 0.02 on later data. That is a textbook overfit, so we dropped it. Our final model is a regularised logistic ensemble. On days 801 to 850, which it never saw, it scored MCC 0.15 and balanced accuracy 0.58. HANDOFF: Shaunak will show you what happened when the crash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SHAUNAK (40 s) [Volatility spike on the left, flipped bars on the right] Three signals told us the regime had changed, all computed from data available on the day. First, volatility jumped above 1.3 times its normal level and doubled to 3.3 percent. Second, the 10-day average crossed below the 30-day average by day 850. Third, the market's memory flipped. In calm times, today's return predicted a reversal tomorrow. In the crash the signs inverted, as you can see on the right. Our calm model, unchanged, scored 3.38, below a coin flip. Inverting its timing scored 29.96, the exact mirror image, which confirmed the shift was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SHAUNAK (40 s) [Count the four cards, then the green table row] Round 3 scored Sharpe, drawdown and cost, so our positions are built in four steps. One, the signal: 70 percent trend, 30 percent timing. Two, volatility targeting: when volatility doubles, the position halves, so daily risk stays constant. Three, a drawdown guard: if the book falls more than 6 percent from its peak, we halve the size. Four, a trading band: we only trade when the change is bigger than 0.12, so we don't pay costs for noise. Every setting was fixed before the crash. The guard alone lifted Sharpe from 0.55 to 0.64 and cut the worst drawdown by a third. HANDOFF: Abhishek will show you how it played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ABHISHEK (30 s) [Red line first, then green; pause after 'up 16 percent'] Here's the result. The red line is the stock: down 45 percent over the crash. The green line is our book: up 16 percent. That came with an annualised Sharpe of 5.84 and a worst drawdown of 2.2 percent. Because of the trading band we traded only 16 times, so total costs were a third of a percent. The scorer gave us 100 on the public split and 73 on the private split. HANDOFF: Ashiq will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ASHIQ (25 s) [Touch each card, step forward for the last line] Two things broke, and we learned from both. In Round 1 the hidden inputs were altered, so now we audit every file first. In Round 2 our calm-market model broke in the crash, so regime signals now drive the model. Next, we would add automatic change-point detection. One honest limitation: 50-day windows are noisy, so we judged models on hundreds of days, not single scores. Thank you,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10881360" cy="41148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40080" y="1371600"/>
            <a:ext cx="1088136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640080" y="2926080"/>
            <a:ext cx="10881360" cy="5486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GLACIER_GAS  ·  Abhiyantriki 2026 Quant Challenge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5" Type="http://schemas.openxmlformats.org/officeDocument/2006/relationships/chart" Target="/ppt/charts/chart6.xml"/><Relationship Id="rId6" Type="http://schemas.openxmlformats.org/officeDocument/2006/relationships/chart" Target="/ppt/charts/chart7.xml"/><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10881360" cy="411480"/>
          </a:xfrm>
          <a:prstGeom prst="rect">
            <a:avLst/>
          </a:prstGeom>
          <a:noFill/>
          <a:ln/>
        </p:spPr>
        <p:txBody>
          <a:bodyPr wrap="square" rtlCol="0"/>
          <a:lstStyle/>
          <a:p>
            <a:pPr indent="0" marL="0">
              <a:buNone/>
            </a:pPr>
            <a:r>
              <a:rPr lang="en-US" sz="1400" b="1" spc="200" kern="0" dirty="0">
                <a:solidFill>
                  <a:schemeClr val="accent1"/>
                </a:solidFill>
              </a:rPr>
              <a:t>ABHIYANTRIKI 2026  ·  QUANT CHALLENGE  ·  GLACIER_GAS</a:t>
            </a:r>
            <a:endParaRPr lang="en-US" sz="1400" dirty="0"/>
          </a:p>
        </p:txBody>
      </p:sp>
      <p:sp>
        <p:nvSpPr>
          <p:cNvPr id="3" name="Text 0"/>
          <p:cNvSpPr/>
          <p:nvPr>
            <p:ph idx="101" type="title" hasCustomPrompt="1"/>
          </p:nvPr>
        </p:nvSpPr>
        <p:spPr>
          <a:xfrm>
            <a:off x="640080" y="1371600"/>
            <a:ext cx="10881360" cy="1554480"/>
          </a:xfrm>
          <a:prstGeom prst="rect">
            <a:avLst/>
          </a:prstGeom>
          <a:noFill/>
          <a:ln/>
        </p:spPr>
        <p:txBody>
          <a:bodyPr wrap="square" rtlCol="0" anchor="t"/>
          <a:lstStyle/>
          <a:p>
            <a:pPr algn="l" indent="0" marL="0">
              <a:buNone/>
            </a:pPr>
            <a:r>
              <a:rPr lang="en-US" sz="4000" b="1" dirty="0">
                <a:solidFill>
                  <a:schemeClr val="bg1"/>
                </a:solidFill>
              </a:rPr>
              <a:t>Surviving the flash crash with a regime-aware, risk-managed book</a:t>
            </a:r>
            <a:endParaRPr lang="en-US" sz="4000" dirty="0"/>
          </a:p>
        </p:txBody>
      </p:sp>
      <p:sp>
        <p:nvSpPr>
          <p:cNvPr id="4" name="Text 0"/>
          <p:cNvSpPr/>
          <p:nvPr>
            <p:ph idx="102" type="body" hasCustomPrompt="1"/>
          </p:nvPr>
        </p:nvSpPr>
        <p:spPr>
          <a:xfrm>
            <a:off x="640080" y="2926080"/>
            <a:ext cx="10881360" cy="548640"/>
          </a:xfrm>
          <a:prstGeom prst="rect">
            <a:avLst/>
          </a:prstGeom>
          <a:noFill/>
          <a:ln/>
        </p:spPr>
        <p:txBody>
          <a:bodyPr wrap="square" rtlCol="0"/>
          <a:lstStyle/>
          <a:p>
            <a:pPr indent="0" marL="0">
              <a:buNone/>
            </a:pPr>
            <a:r>
              <a:rPr lang="en-US" sz="1800" dirty="0">
                <a:solidFill>
                  <a:schemeClr val="bg2"/>
                </a:solidFill>
              </a:rPr>
              <a:t>Data audit  →  chronological validation  →  crash detection  →  positions sized for Sharpe, drawdown and cost</a:t>
            </a:r>
            <a:endParaRPr lang="en-US" sz="1800" dirty="0"/>
          </a:p>
        </p:txBody>
      </p:sp>
      <p:sp>
        <p:nvSpPr>
          <p:cNvPr id="5" name="Stat return"/>
          <p:cNvSpPr/>
          <p:nvPr/>
        </p:nvSpPr>
        <p:spPr>
          <a:xfrm>
            <a:off x="640080" y="3977640"/>
            <a:ext cx="3429000" cy="1554480"/>
          </a:xfrm>
          <a:prstGeom prst="roundRect">
            <a:avLst>
              <a:gd name="adj" fmla="val 7059"/>
            </a:avLst>
          </a:prstGeom>
          <a:solidFill>
            <a:schemeClr val="tx2"/>
          </a:solidFill>
          <a:ln w="12700">
            <a:solidFill>
              <a:schemeClr val="tx2"/>
            </a:solidFill>
            <a:prstDash val="solid"/>
          </a:ln>
        </p:spPr>
      </p:sp>
      <p:sp>
        <p:nvSpPr>
          <p:cNvPr id="6" name="Stat return value"/>
          <p:cNvSpPr txBox="1"/>
          <p:nvPr/>
        </p:nvSpPr>
        <p:spPr>
          <a:xfrm>
            <a:off x="868680" y="4142232"/>
            <a:ext cx="2971800" cy="77724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+16.27%</a:t>
            </a:r>
            <a:endParaRPr lang="en-US" sz="3000" dirty="0"/>
          </a:p>
        </p:txBody>
      </p:sp>
      <p:sp>
        <p:nvSpPr>
          <p:cNvPr id="7" name="Stat return label"/>
          <p:cNvSpPr txBox="1"/>
          <p:nvPr/>
        </p:nvSpPr>
        <p:spPr>
          <a:xfrm>
            <a:off x="868680" y="4879238"/>
            <a:ext cx="2971800" cy="559613"/>
          </a:xfrm>
          <a:prstGeom prst="rect">
            <a:avLst/>
          </a:prstGeom>
          <a:noFill/>
          <a:ln/>
        </p:spPr>
        <p:txBody>
          <a:bodyPr wrap="square" lIns="0" tIns="0" rIns="0" bIns="0" rtlCol="0" anchor="t"/>
          <a:lstStyle/>
          <a:p>
            <a:pPr indent="0" marL="0">
              <a:buNone/>
            </a:pPr>
            <a:r>
              <a:rPr lang="en-US" sz="1300" dirty="0">
                <a:solidFill>
                  <a:schemeClr val="bg2"/>
                </a:solidFill>
              </a:rPr>
              <a:t>our book in the crash, while the stock fell 44.9%</a:t>
            </a:r>
            <a:endParaRPr lang="en-US" sz="1300" dirty="0"/>
          </a:p>
        </p:txBody>
      </p:sp>
      <p:sp>
        <p:nvSpPr>
          <p:cNvPr id="8" name="Stat sharpe"/>
          <p:cNvSpPr/>
          <p:nvPr/>
        </p:nvSpPr>
        <p:spPr>
          <a:xfrm>
            <a:off x="4389120" y="3977640"/>
            <a:ext cx="3429000" cy="1554480"/>
          </a:xfrm>
          <a:prstGeom prst="roundRect">
            <a:avLst>
              <a:gd name="adj" fmla="val 7059"/>
            </a:avLst>
          </a:prstGeom>
          <a:solidFill>
            <a:schemeClr val="tx2"/>
          </a:solidFill>
          <a:ln w="12700">
            <a:solidFill>
              <a:schemeClr val="tx2"/>
            </a:solidFill>
            <a:prstDash val="solid"/>
          </a:ln>
        </p:spPr>
      </p:sp>
      <p:sp>
        <p:nvSpPr>
          <p:cNvPr id="9" name="Stat sharpe value"/>
          <p:cNvSpPr txBox="1"/>
          <p:nvPr/>
        </p:nvSpPr>
        <p:spPr>
          <a:xfrm>
            <a:off x="4617720" y="4142232"/>
            <a:ext cx="2971800" cy="777240"/>
          </a:xfrm>
          <a:prstGeom prst="rect">
            <a:avLst/>
          </a:prstGeom>
          <a:noFill/>
          <a:ln/>
        </p:spPr>
        <p:txBody>
          <a:bodyPr wrap="square" lIns="0" tIns="0" rIns="0" bIns="0" rtlCol="0" anchor="t"/>
          <a:lstStyle/>
          <a:p>
            <a:pPr indent="0" marL="0">
              <a:buNone/>
            </a:pPr>
            <a:r>
              <a:rPr lang="en-US" sz="3000" b="1" dirty="0">
                <a:solidFill>
                  <a:schemeClr val="accent4"/>
                </a:solidFill>
                <a:latin typeface="Arial" pitchFamily="34" charset="0"/>
                <a:ea typeface="Arial" pitchFamily="34" charset="-122"/>
                <a:cs typeface="Arial" pitchFamily="34" charset="-120"/>
              </a:rPr>
              <a:t>5.84</a:t>
            </a:r>
            <a:endParaRPr lang="en-US" sz="3000" dirty="0"/>
          </a:p>
        </p:txBody>
      </p:sp>
      <p:sp>
        <p:nvSpPr>
          <p:cNvPr id="10" name="Stat sharpe label"/>
          <p:cNvSpPr txBox="1"/>
          <p:nvPr/>
        </p:nvSpPr>
        <p:spPr>
          <a:xfrm>
            <a:off x="4617720" y="4879238"/>
            <a:ext cx="2971800" cy="559613"/>
          </a:xfrm>
          <a:prstGeom prst="rect">
            <a:avLst/>
          </a:prstGeom>
          <a:noFill/>
          <a:ln/>
        </p:spPr>
        <p:txBody>
          <a:bodyPr wrap="square" lIns="0" tIns="0" rIns="0" bIns="0" rtlCol="0" anchor="t"/>
          <a:lstStyle/>
          <a:p>
            <a:pPr indent="0" marL="0">
              <a:buNone/>
            </a:pPr>
            <a:r>
              <a:rPr lang="en-US" sz="1300" dirty="0">
                <a:solidFill>
                  <a:schemeClr val="bg2"/>
                </a:solidFill>
              </a:rPr>
              <a:t>annualised Sharpe ratio over the crash window</a:t>
            </a:r>
            <a:endParaRPr lang="en-US" sz="1300" dirty="0"/>
          </a:p>
        </p:txBody>
      </p:sp>
      <p:sp>
        <p:nvSpPr>
          <p:cNvPr id="11" name="Stat drawdown"/>
          <p:cNvSpPr/>
          <p:nvPr/>
        </p:nvSpPr>
        <p:spPr>
          <a:xfrm>
            <a:off x="8138160" y="3977640"/>
            <a:ext cx="3429000" cy="1554480"/>
          </a:xfrm>
          <a:prstGeom prst="roundRect">
            <a:avLst>
              <a:gd name="adj" fmla="val 7059"/>
            </a:avLst>
          </a:prstGeom>
          <a:solidFill>
            <a:schemeClr val="tx2"/>
          </a:solidFill>
          <a:ln w="12700">
            <a:solidFill>
              <a:schemeClr val="tx2"/>
            </a:solidFill>
            <a:prstDash val="solid"/>
          </a:ln>
        </p:spPr>
      </p:sp>
      <p:sp>
        <p:nvSpPr>
          <p:cNvPr id="12" name="Stat drawdown value"/>
          <p:cNvSpPr txBox="1"/>
          <p:nvPr/>
        </p:nvSpPr>
        <p:spPr>
          <a:xfrm>
            <a:off x="8366760" y="4142232"/>
            <a:ext cx="2971800" cy="7772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-2.23%</a:t>
            </a:r>
            <a:endParaRPr lang="en-US" sz="3000" dirty="0"/>
          </a:p>
        </p:txBody>
      </p:sp>
      <p:sp>
        <p:nvSpPr>
          <p:cNvPr id="13" name="Stat drawdown label"/>
          <p:cNvSpPr txBox="1"/>
          <p:nvPr/>
        </p:nvSpPr>
        <p:spPr>
          <a:xfrm>
            <a:off x="8366760" y="4879238"/>
            <a:ext cx="2971800" cy="559613"/>
          </a:xfrm>
          <a:prstGeom prst="rect">
            <a:avLst/>
          </a:prstGeom>
          <a:noFill/>
          <a:ln/>
        </p:spPr>
        <p:txBody>
          <a:bodyPr wrap="square" lIns="0" tIns="0" rIns="0" bIns="0" rtlCol="0" anchor="t"/>
          <a:lstStyle/>
          <a:p>
            <a:pPr indent="0" marL="0">
              <a:buNone/>
            </a:pPr>
            <a:r>
              <a:rPr lang="en-US" sz="1300" dirty="0">
                <a:solidFill>
                  <a:schemeClr val="bg2"/>
                </a:solidFill>
              </a:rPr>
              <a:t>maximum drawdown, with 16 trades in 50 days</a:t>
            </a:r>
            <a:endParaRPr lang="en-US" sz="1300" dirty="0"/>
          </a:p>
        </p:txBody>
      </p:sp>
      <p:sp>
        <p:nvSpPr>
          <p:cNvPr id="14" name="Team name"/>
          <p:cNvSpPr txBox="1"/>
          <p:nvPr/>
        </p:nvSpPr>
        <p:spPr>
          <a:xfrm>
            <a:off x="640080" y="5715000"/>
            <a:ext cx="5669280" cy="365760"/>
          </a:xfrm>
          <a:prstGeom prst="rect">
            <a:avLst/>
          </a:prstGeom>
          <a:noFill/>
          <a:ln/>
        </p:spPr>
        <p:txBody>
          <a:bodyPr wrap="square" lIns="0" tIns="0" rIns="0" bIns="0" rtlCol="0" anchor="t"/>
          <a:lstStyle/>
          <a:p>
            <a:pPr indent="0" marL="0">
              <a:buNone/>
            </a:pPr>
            <a:r>
              <a:rPr lang="en-US" sz="1800" b="1" dirty="0">
                <a:solidFill>
                  <a:schemeClr val="accent1"/>
                </a:solidFill>
              </a:rPr>
              <a:t>Team only head no job</a:t>
            </a:r>
            <a:endParaRPr lang="en-US" sz="1800" dirty="0"/>
          </a:p>
        </p:txBody>
      </p:sp>
      <p:sp>
        <p:nvSpPr>
          <p:cNvPr id="15" name="Team members"/>
          <p:cNvSpPr txBox="1"/>
          <p:nvPr/>
        </p:nvSpPr>
        <p:spPr>
          <a:xfrm>
            <a:off x="640080" y="6108192"/>
            <a:ext cx="5669280" cy="320040"/>
          </a:xfrm>
          <a:prstGeom prst="rect">
            <a:avLst/>
          </a:prstGeom>
          <a:noFill/>
          <a:ln/>
        </p:spPr>
        <p:txBody>
          <a:bodyPr wrap="square" lIns="0" tIns="0" rIns="0" bIns="0" rtlCol="0" anchor="t"/>
          <a:lstStyle/>
          <a:p>
            <a:pPr indent="0" marL="0">
              <a:buNone/>
            </a:pPr>
            <a:r>
              <a:rPr lang="en-US" sz="1400" dirty="0">
                <a:solidFill>
                  <a:schemeClr val="bg1"/>
                </a:solidFill>
              </a:rPr>
              <a:t>Abhishek Jain  ·  Ashiq Hameed  ·  Shaunak Gulhane</a:t>
            </a:r>
            <a:endParaRPr lang="en-US" sz="1400" dirty="0"/>
          </a:p>
        </p:txBody>
      </p:sp>
      <p:sp>
        <p:nvSpPr>
          <p:cNvPr id="16" name="Round 3 line"/>
          <p:cNvSpPr txBox="1"/>
          <p:nvPr/>
        </p:nvSpPr>
        <p:spPr>
          <a:xfrm>
            <a:off x="6766560" y="5715000"/>
            <a:ext cx="4800600" cy="731520"/>
          </a:xfrm>
          <a:prstGeom prst="rect">
            <a:avLst/>
          </a:prstGeom>
          <a:noFill/>
          <a:ln/>
        </p:spPr>
        <p:txBody>
          <a:bodyPr wrap="square" lIns="0" tIns="0" rIns="0" bIns="0" rtlCol="0" anchor="t"/>
          <a:lstStyle/>
          <a:p>
            <a:pPr algn="r" indent="0" marL="0">
              <a:buNone/>
            </a:pPr>
            <a:r>
              <a:rPr lang="en-US" sz="1400" dirty="0">
                <a:solidFill>
                  <a:schemeClr val="bg2"/>
                </a:solidFill>
              </a:rPr>
              <a:t>Round 3: public 100 · private 73</a:t>
            </a:r>
            <a:endParaRPr lang="en-US" sz="1400" dirty="0"/>
          </a:p>
          <a:p>
            <a:pPr algn="r" indent="0" marL="0">
              <a:buNone/>
            </a:pPr>
            <a:r>
              <a:rPr lang="en-US" sz="1400" dirty="0">
                <a:solidFill>
                  <a:schemeClr val="bg2"/>
                </a:solidFill>
              </a:rPr>
              <a:t>Finalist, 6th of 13 teams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bg1"/>
                </a:solidFill>
              </a:rPr>
              <a:t>We audited every file before building anything</a:t>
            </a:r>
            <a:endParaRPr lang="en-US" sz="3200" dirty="0"/>
          </a:p>
        </p:txBody>
      </p:sp>
      <p:sp>
        <p:nvSpPr>
          <p:cNvPr id="3" name="Round 1 audit card"/>
          <p:cNvSpPr/>
          <p:nvPr/>
        </p:nvSpPr>
        <p:spPr>
          <a:xfrm>
            <a:off x="548640" y="1371600"/>
            <a:ext cx="5440680" cy="3566160"/>
          </a:xfrm>
          <a:prstGeom prst="roundRect">
            <a:avLst>
              <a:gd name="adj" fmla="val 3077"/>
            </a:avLst>
          </a:prstGeom>
          <a:solidFill>
            <a:schemeClr val="tx2"/>
          </a:solidFill>
          <a:ln w="12700">
            <a:solidFill>
              <a:schemeClr val="tx2"/>
            </a:solidFill>
            <a:prstDash val="solid"/>
          </a:ln>
        </p:spPr>
      </p:sp>
      <p:sp>
        <p:nvSpPr>
          <p:cNvPr id="4" name="Round 1 badge"/>
          <p:cNvSpPr/>
          <p:nvPr/>
        </p:nvSpPr>
        <p:spPr>
          <a:xfrm>
            <a:off x="822960" y="1645920"/>
            <a:ext cx="502920" cy="502920"/>
          </a:xfrm>
          <a:prstGeom prst="ellipse">
            <a:avLst/>
          </a:prstGeom>
          <a:solidFill>
            <a:schemeClr val="accent2"/>
          </a:solidFill>
          <a:ln w="12700">
            <a:solidFill>
              <a:schemeClr val="accent2"/>
            </a:solidFill>
            <a:prstDash val="solid"/>
          </a:ln>
        </p:spPr>
      </p:sp>
      <p:sp>
        <p:nvSpPr>
          <p:cNvPr id="5" name="Round 1 badge text"/>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R1</a:t>
            </a:r>
            <a:endParaRPr lang="en-US" sz="1400" dirty="0"/>
          </a:p>
        </p:txBody>
      </p:sp>
      <p:sp>
        <p:nvSpPr>
          <p:cNvPr id="6" name="Round 1 heading"/>
          <p:cNvSpPr txBox="1"/>
          <p:nvPr/>
        </p:nvSpPr>
        <p:spPr>
          <a:xfrm>
            <a:off x="1508760" y="1691640"/>
            <a:ext cx="4297680" cy="457200"/>
          </a:xfrm>
          <a:prstGeom prst="rect">
            <a:avLst/>
          </a:prstGeom>
          <a:noFill/>
          <a:ln/>
        </p:spPr>
        <p:txBody>
          <a:bodyPr wrap="square" lIns="0" tIns="0" rIns="0" bIns="0" rtlCol="0" anchor="t"/>
          <a:lstStyle/>
          <a:p>
            <a:pPr indent="0" marL="0">
              <a:buNone/>
            </a:pPr>
            <a:r>
              <a:rPr lang="en-US" sz="1800" b="1" dirty="0">
                <a:solidFill>
                  <a:schemeClr val="bg1"/>
                </a:solidFill>
              </a:rPr>
              <a:t>Round 1: hidden rows were altered</a:t>
            </a:r>
            <a:endParaRPr lang="en-US" sz="1800" dirty="0"/>
          </a:p>
        </p:txBody>
      </p:sp>
      <p:sp>
        <p:nvSpPr>
          <p:cNvPr id="7" name="Round 1 findings"/>
          <p:cNvSpPr txBox="1"/>
          <p:nvPr/>
        </p:nvSpPr>
        <p:spPr>
          <a:xfrm>
            <a:off x="822960" y="2377440"/>
            <a:ext cx="493776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order_flow was computed from the open, not the close (match error 0.00005)</a:t>
            </a:r>
            <a:endParaRPr lang="en-US" sz="1500" dirty="0"/>
          </a:p>
          <a:p>
            <a:pPr marL="342900" indent="-342900">
              <a:spcAft>
                <a:spcPts val="800"/>
              </a:spcAft>
              <a:buSzPct val="100000"/>
              <a:buChar char="•"/>
            </a:pPr>
            <a:r>
              <a:rPr lang="en-US" sz="1500" dirty="0">
                <a:solidFill>
                  <a:schemeClr val="bg1"/>
                </a:solidFill>
              </a:rPr>
              <a:t>volatility_20 used the open in place of the close</a:t>
            </a:r>
            <a:endParaRPr lang="en-US" sz="1500" dirty="0"/>
          </a:p>
          <a:p>
            <a:pPr marL="342900" indent="-342900">
              <a:spcAft>
                <a:spcPts val="800"/>
              </a:spcAft>
              <a:buSzPct val="100000"/>
              <a:buChar char="•"/>
            </a:pPr>
            <a:r>
              <a:rPr lang="en-US" sz="1500" dirty="0">
                <a:solidFill>
                  <a:schemeClr val="bg1"/>
                </a:solidFill>
              </a:rPr>
              <a:t>rsi_14 was noisy (correlation 0.94 with the true RSI)</a:t>
            </a:r>
            <a:endParaRPr lang="en-US" sz="1500" dirty="0"/>
          </a:p>
          <a:p>
            <a:pPr marL="342900" indent="-342900">
              <a:spcAft>
                <a:spcPts val="800"/>
              </a:spcAft>
              <a:buSzPct val="100000"/>
              <a:buChar char="•"/>
            </a:pPr>
            <a:r>
              <a:rPr lang="en-US" sz="1500" dirty="0">
                <a:solidFill>
                  <a:schemeClr val="accent2"/>
                </a:solidFill>
              </a:rPr>
              <a:t>Response: dropped mismatched columns; this explained our weak Round 1 score</a:t>
            </a:r>
            <a:endParaRPr lang="en-US" sz="1500" dirty="0"/>
          </a:p>
        </p:txBody>
      </p:sp>
      <p:sp>
        <p:nvSpPr>
          <p:cNvPr id="8" name="Round 2 audit card"/>
          <p:cNvSpPr/>
          <p:nvPr/>
        </p:nvSpPr>
        <p:spPr>
          <a:xfrm>
            <a:off x="6217920" y="1371600"/>
            <a:ext cx="5394960" cy="3566160"/>
          </a:xfrm>
          <a:prstGeom prst="roundRect">
            <a:avLst>
              <a:gd name="adj" fmla="val 3077"/>
            </a:avLst>
          </a:prstGeom>
          <a:solidFill>
            <a:schemeClr val="tx2"/>
          </a:solidFill>
          <a:ln w="12700">
            <a:solidFill>
              <a:schemeClr val="tx2"/>
            </a:solidFill>
            <a:prstDash val="solid"/>
          </a:ln>
        </p:spPr>
      </p:sp>
      <p:sp>
        <p:nvSpPr>
          <p:cNvPr id="9" name="Round 2 badge"/>
          <p:cNvSpPr/>
          <p:nvPr/>
        </p:nvSpPr>
        <p:spPr>
          <a:xfrm>
            <a:off x="6492240" y="1645920"/>
            <a:ext cx="502920" cy="502920"/>
          </a:xfrm>
          <a:prstGeom prst="ellipse">
            <a:avLst/>
          </a:prstGeom>
          <a:solidFill>
            <a:schemeClr val="accent1"/>
          </a:solidFill>
          <a:ln w="12700">
            <a:solidFill>
              <a:schemeClr val="accent1"/>
            </a:solidFill>
            <a:prstDash val="solid"/>
          </a:ln>
        </p:spPr>
      </p:sp>
      <p:sp>
        <p:nvSpPr>
          <p:cNvPr id="10" name="Round 2 badge text"/>
          <p:cNvSpPr txBox="1"/>
          <p:nvPr/>
        </p:nvSpPr>
        <p:spPr>
          <a:xfrm>
            <a:off x="6492240" y="164592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R2</a:t>
            </a:r>
            <a:endParaRPr lang="en-US" sz="1400" dirty="0"/>
          </a:p>
        </p:txBody>
      </p:sp>
      <p:sp>
        <p:nvSpPr>
          <p:cNvPr id="11" name="Round 2 heading"/>
          <p:cNvSpPr txBox="1"/>
          <p:nvPr/>
        </p:nvSpPr>
        <p:spPr>
          <a:xfrm>
            <a:off x="7178040" y="1691640"/>
            <a:ext cx="4297680" cy="457200"/>
          </a:xfrm>
          <a:prstGeom prst="rect">
            <a:avLst/>
          </a:prstGeom>
          <a:noFill/>
          <a:ln/>
        </p:spPr>
        <p:txBody>
          <a:bodyPr wrap="square" lIns="0" tIns="0" rIns="0" bIns="0" rtlCol="0" anchor="t"/>
          <a:lstStyle/>
          <a:p>
            <a:pPr indent="0" marL="0">
              <a:buNone/>
            </a:pPr>
            <a:r>
              <a:rPr lang="en-US" sz="1800" b="1" dirty="0">
                <a:solidFill>
                  <a:schemeClr val="bg1"/>
                </a:solidFill>
              </a:rPr>
              <a:t>Rounds 2–3: hidden closes rebuilt exactly</a:t>
            </a:r>
            <a:endParaRPr lang="en-US" sz="1800" dirty="0"/>
          </a:p>
        </p:txBody>
      </p:sp>
      <p:sp>
        <p:nvSpPr>
          <p:cNvPr id="12" name="Close formula"/>
          <p:cNvSpPr txBox="1"/>
          <p:nvPr/>
        </p:nvSpPr>
        <p:spPr>
          <a:xfrm>
            <a:off x="6492240" y="2377440"/>
            <a:ext cx="4937760" cy="457200"/>
          </a:xfrm>
          <a:prstGeom prst="rect">
            <a:avLst/>
          </a:prstGeom>
          <a:noFill/>
          <a:ln/>
        </p:spPr>
        <p:txBody>
          <a:bodyPr wrap="square" lIns="0" tIns="0" rIns="0" bIns="0" rtlCol="0" anchor="t"/>
          <a:lstStyle/>
          <a:p>
            <a:pPr indent="0" marL="0">
              <a:buNone/>
            </a:pPr>
            <a:r>
              <a:rPr lang="en-US" sz="1800" b="1" dirty="0">
                <a:solidFill>
                  <a:schemeClr val="accent1"/>
                </a:solidFill>
              </a:rPr>
              <a:t>Cₜ = 10 · (SMA10ₜ − SMA10ₜ₋₁) + Cₜ₋₁₀</a:t>
            </a:r>
            <a:endParaRPr lang="en-US" sz="1800" dirty="0"/>
          </a:p>
        </p:txBody>
      </p:sp>
      <p:sp>
        <p:nvSpPr>
          <p:cNvPr id="13" name="Round 2 findings"/>
          <p:cNvSpPr txBox="1"/>
          <p:nvPr/>
        </p:nvSpPr>
        <p:spPr>
          <a:xfrm>
            <a:off x="6492240" y="2971800"/>
            <a:ext cx="493776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Cross-checked against RSI, volatility, order flow and momentum: max error 0.005</a:t>
            </a:r>
            <a:endParaRPr lang="en-US" sz="1500" dirty="0"/>
          </a:p>
          <a:p>
            <a:pPr marL="342900" indent="-342900">
              <a:spcAft>
                <a:spcPts val="800"/>
              </a:spcAft>
              <a:buSzPct val="100000"/>
              <a:buChar char="•"/>
            </a:pPr>
            <a:r>
              <a:rPr lang="en-US" sz="1500" dirty="0">
                <a:solidFill>
                  <a:schemeClr val="bg1"/>
                </a:solidFill>
              </a:rPr>
              <a:t>Every feature now means the same thing in training and test rows</a:t>
            </a:r>
            <a:endParaRPr lang="en-US" sz="1500" dirty="0"/>
          </a:p>
        </p:txBody>
      </p:sp>
      <p:sp>
        <p:nvSpPr>
          <p:cNvPr id="14" name="No lookahead rule card"/>
          <p:cNvSpPr/>
          <p:nvPr/>
        </p:nvSpPr>
        <p:spPr>
          <a:xfrm>
            <a:off x="548640" y="5166360"/>
            <a:ext cx="11064240" cy="914400"/>
          </a:xfrm>
          <a:prstGeom prst="roundRect">
            <a:avLst>
              <a:gd name="adj" fmla="val 12000"/>
            </a:avLst>
          </a:prstGeom>
          <a:solidFill>
            <a:schemeClr val="tx2"/>
          </a:solidFill>
          <a:ln w="12700">
            <a:solidFill>
              <a:schemeClr val="tx2"/>
            </a:solidFill>
            <a:prstDash val="solid"/>
          </a:ln>
        </p:spPr>
      </p:sp>
      <p:sp>
        <p:nvSpPr>
          <p:cNvPr id="15" name="Rule badge"/>
          <p:cNvSpPr/>
          <p:nvPr/>
        </p:nvSpPr>
        <p:spPr>
          <a:xfrm>
            <a:off x="822960" y="5376672"/>
            <a:ext cx="502920" cy="502920"/>
          </a:xfrm>
          <a:prstGeom prst="ellipse">
            <a:avLst/>
          </a:prstGeom>
          <a:solidFill>
            <a:schemeClr val="accent3"/>
          </a:solidFill>
          <a:ln w="12700">
            <a:solidFill>
              <a:schemeClr val="accent3"/>
            </a:solidFill>
            <a:prstDash val="solid"/>
          </a:ln>
        </p:spPr>
      </p:sp>
      <p:sp>
        <p:nvSpPr>
          <p:cNvPr id="16" name="Rule badge text"/>
          <p:cNvSpPr txBox="1"/>
          <p:nvPr/>
        </p:nvSpPr>
        <p:spPr>
          <a:xfrm>
            <a:off x="822960" y="5376672"/>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≤t</a:t>
            </a:r>
            <a:endParaRPr lang="en-US" sz="1400" dirty="0"/>
          </a:p>
        </p:txBody>
      </p:sp>
      <p:sp>
        <p:nvSpPr>
          <p:cNvPr id="17" name="No lookahead rule"/>
          <p:cNvSpPr txBox="1"/>
          <p:nvPr/>
        </p:nvSpPr>
        <p:spPr>
          <a:xfrm>
            <a:off x="1508760" y="5349240"/>
            <a:ext cx="9875520" cy="548640"/>
          </a:xfrm>
          <a:prstGeom prst="rect">
            <a:avLst/>
          </a:prstGeom>
          <a:noFill/>
          <a:ln/>
        </p:spPr>
        <p:txBody>
          <a:bodyPr wrap="square" lIns="0" tIns="0" rIns="0" bIns="0" rtlCol="0" anchor="ctr"/>
          <a:lstStyle/>
          <a:p>
            <a:pPr indent="0" marL="0">
              <a:buNone/>
            </a:pPr>
            <a:r>
              <a:rPr lang="en-US" sz="1500" dirty="0">
                <a:solidFill>
                  <a:schemeClr val="bg1"/>
                </a:solidFill>
              </a:rPr>
              <a:t>No-lookahead rule: the decision for day t uses only data up to and including day t, never row t+1. Validation is always chronological.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bg1"/>
                </a:solidFill>
              </a:rPr>
              <a:t>Slow price cycles before the test window</a:t>
            </a:r>
            <a:endParaRPr lang="en-US" sz="3200" dirty="0"/>
          </a:p>
        </p:txBody>
      </p:sp>
      <p:sp>
        <p:nvSpPr>
          <p:cNvPr id="3" name="Price chart card"/>
          <p:cNvSpPr/>
          <p:nvPr/>
        </p:nvSpPr>
        <p:spPr>
          <a:xfrm>
            <a:off x="548640" y="1325880"/>
            <a:ext cx="11064240" cy="4114800"/>
          </a:xfrm>
          <a:prstGeom prst="roundRect">
            <a:avLst>
              <a:gd name="adj" fmla="val 2667"/>
            </a:avLst>
          </a:prstGeom>
          <a:solidFill>
            <a:schemeClr val="tx2"/>
          </a:solidFill>
          <a:ln w="12700">
            <a:solidFill>
              <a:schemeClr val="tx2"/>
            </a:solidFill>
            <a:prstDash val="solid"/>
          </a:ln>
        </p:spPr>
      </p:sp>
      <p:graphicFrame>
        <p:nvGraphicFramePr>
          <p:cNvPr id="4" name="Price chart" descr=""/>
          <p:cNvGraphicFramePr/>
          <p:nvPr/>
        </p:nvGraphicFramePr>
        <p:xfrm>
          <a:off x="685800" y="1417320"/>
          <a:ext cx="10789920" cy="3931920"/>
        </p:xfrm>
        <a:graphic xmlns:a="http://schemas.openxmlformats.org/drawingml/2006/main">
          <a:graphicData uri="http://schemas.openxmlformats.org/drawingml/2006/chart">
            <c:chart xmlns:c="http://schemas.openxmlformats.org/drawingml/2006/chart" r:id="rId1"/>
          </a:graphicData>
        </a:graphic>
      </p:graphicFrame>
      <p:sp>
        <p:nvSpPr>
          <p:cNvPr id="5" name="Round 1 boundary"/>
          <p:cNvSpPr/>
          <p:nvPr/>
        </p:nvSpPr>
        <p:spPr>
          <a:xfrm>
            <a:off x="10723599" y="1928470"/>
            <a:ext cx="0" cy="2673706"/>
          </a:xfrm>
          <a:prstGeom prst="line">
            <a:avLst/>
          </a:prstGeom>
          <a:noFill/>
          <a:ln w="15875">
            <a:solidFill>
              <a:schemeClr val="accent2"/>
            </a:solidFill>
            <a:prstDash val="dash"/>
          </a:ln>
        </p:spPr>
      </p:sp>
      <p:sp>
        <p:nvSpPr>
          <p:cNvPr id="6" name="Boundary label"/>
          <p:cNvSpPr txBox="1"/>
          <p:nvPr/>
        </p:nvSpPr>
        <p:spPr>
          <a:xfrm>
            <a:off x="9123399" y="1974190"/>
            <a:ext cx="1508760" cy="274320"/>
          </a:xfrm>
          <a:prstGeom prst="rect">
            <a:avLst/>
          </a:prstGeom>
          <a:noFill/>
          <a:ln/>
        </p:spPr>
        <p:txBody>
          <a:bodyPr wrap="square" lIns="0" tIns="0" rIns="0" bIns="0" rtlCol="0" anchor="t"/>
          <a:lstStyle/>
          <a:p>
            <a:pPr algn="r" indent="0" marL="0">
              <a:buNone/>
            </a:pPr>
            <a:r>
              <a:rPr lang="en-US" sz="1100" dirty="0">
                <a:solidFill>
                  <a:schemeClr val="accent2"/>
                </a:solidFill>
              </a:rPr>
              <a:t>Round 1 test days</a:t>
            </a:r>
            <a:endParaRPr lang="en-US" sz="1100" dirty="0"/>
          </a:p>
        </p:txBody>
      </p:sp>
      <p:sp>
        <p:nvSpPr>
          <p:cNvPr id="7" name="Overview 1 badge"/>
          <p:cNvSpPr/>
          <p:nvPr/>
        </p:nvSpPr>
        <p:spPr>
          <a:xfrm>
            <a:off x="548640" y="5596128"/>
            <a:ext cx="502920" cy="502920"/>
          </a:xfrm>
          <a:prstGeom prst="ellipse">
            <a:avLst/>
          </a:prstGeom>
          <a:solidFill>
            <a:schemeClr val="accent5"/>
          </a:solidFill>
          <a:ln w="12700">
            <a:solidFill>
              <a:schemeClr val="accent5"/>
            </a:solidFill>
            <a:prstDash val="solid"/>
          </a:ln>
        </p:spPr>
      </p:sp>
      <p:sp>
        <p:nvSpPr>
          <p:cNvPr id="8" name="Overview 1 badge text"/>
          <p:cNvSpPr txBox="1"/>
          <p:nvPr/>
        </p:nvSpPr>
        <p:spPr>
          <a:xfrm>
            <a:off x="548640" y="5596128"/>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9" name="Overview 1 heading"/>
          <p:cNvSpPr txBox="1"/>
          <p:nvPr/>
        </p:nvSpPr>
        <p:spPr>
          <a:xfrm>
            <a:off x="1188720" y="5559552"/>
            <a:ext cx="3017520" cy="292608"/>
          </a:xfrm>
          <a:prstGeom prst="rect">
            <a:avLst/>
          </a:prstGeom>
          <a:noFill/>
          <a:ln/>
        </p:spPr>
        <p:txBody>
          <a:bodyPr wrap="square" lIns="0" tIns="0" rIns="0" bIns="0" rtlCol="0" anchor="t"/>
          <a:lstStyle/>
          <a:p>
            <a:pPr indent="0" marL="0">
              <a:buNone/>
            </a:pPr>
            <a:r>
              <a:rPr lang="en-US" sz="1400" b="1" dirty="0">
                <a:solidFill>
                  <a:schemeClr val="bg1"/>
                </a:solidFill>
              </a:rPr>
              <a:t>Range 75 to 112</a:t>
            </a:r>
            <a:endParaRPr lang="en-US" sz="1400" dirty="0"/>
          </a:p>
        </p:txBody>
      </p:sp>
      <p:sp>
        <p:nvSpPr>
          <p:cNvPr id="10" name="Overview 1 text"/>
          <p:cNvSpPr txBox="1"/>
          <p:nvPr/>
        </p:nvSpPr>
        <p:spPr>
          <a:xfrm>
            <a:off x="1188720" y="5852160"/>
            <a:ext cx="3017520" cy="411480"/>
          </a:xfrm>
          <a:prstGeom prst="rect">
            <a:avLst/>
          </a:prstGeom>
          <a:noFill/>
          <a:ln/>
        </p:spPr>
        <p:txBody>
          <a:bodyPr wrap="square" lIns="0" tIns="0" rIns="0" bIns="0" rtlCol="0" anchor="t"/>
          <a:lstStyle/>
          <a:p>
            <a:pPr indent="0" marL="0">
              <a:buNone/>
            </a:pPr>
            <a:r>
              <a:rPr lang="en-US" sz="1100" dirty="0">
                <a:solidFill>
                  <a:schemeClr val="bg2"/>
                </a:solidFill>
              </a:rPr>
              <a:t>four slow up-and-down swings in three years</a:t>
            </a:r>
            <a:endParaRPr lang="en-US" sz="1100" dirty="0"/>
          </a:p>
        </p:txBody>
      </p:sp>
      <p:sp>
        <p:nvSpPr>
          <p:cNvPr id="11" name="Overview 2 badge"/>
          <p:cNvSpPr/>
          <p:nvPr/>
        </p:nvSpPr>
        <p:spPr>
          <a:xfrm>
            <a:off x="4297680" y="5596128"/>
            <a:ext cx="502920" cy="502920"/>
          </a:xfrm>
          <a:prstGeom prst="ellipse">
            <a:avLst/>
          </a:prstGeom>
          <a:solidFill>
            <a:schemeClr val="accent4"/>
          </a:solidFill>
          <a:ln w="12700">
            <a:solidFill>
              <a:schemeClr val="accent4"/>
            </a:solidFill>
            <a:prstDash val="solid"/>
          </a:ln>
        </p:spPr>
      </p:sp>
      <p:sp>
        <p:nvSpPr>
          <p:cNvPr id="12" name="Overview 2 badge text"/>
          <p:cNvSpPr txBox="1"/>
          <p:nvPr/>
        </p:nvSpPr>
        <p:spPr>
          <a:xfrm>
            <a:off x="4297680" y="5596128"/>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3" name="Overview 2 heading"/>
          <p:cNvSpPr txBox="1"/>
          <p:nvPr/>
        </p:nvSpPr>
        <p:spPr>
          <a:xfrm>
            <a:off x="4937760" y="5559552"/>
            <a:ext cx="3017520" cy="292608"/>
          </a:xfrm>
          <a:prstGeom prst="rect">
            <a:avLst/>
          </a:prstGeom>
          <a:noFill/>
          <a:ln/>
        </p:spPr>
        <p:txBody>
          <a:bodyPr wrap="square" lIns="0" tIns="0" rIns="0" bIns="0" rtlCol="0" anchor="t"/>
          <a:lstStyle/>
          <a:p>
            <a:pPr indent="0" marL="0">
              <a:buNone/>
            </a:pPr>
            <a:r>
              <a:rPr lang="en-US" sz="1400" b="1" dirty="0">
                <a:solidFill>
                  <a:schemeClr val="bg1"/>
                </a:solidFill>
              </a:rPr>
              <a:t>Averages mark the turns</a:t>
            </a:r>
            <a:endParaRPr lang="en-US" sz="1400" dirty="0"/>
          </a:p>
        </p:txBody>
      </p:sp>
      <p:sp>
        <p:nvSpPr>
          <p:cNvPr id="14" name="Overview 2 text"/>
          <p:cNvSpPr txBox="1"/>
          <p:nvPr/>
        </p:nvSpPr>
        <p:spPr>
          <a:xfrm>
            <a:off x="4937760" y="5852160"/>
            <a:ext cx="3017520" cy="411480"/>
          </a:xfrm>
          <a:prstGeom prst="rect">
            <a:avLst/>
          </a:prstGeom>
          <a:noFill/>
          <a:ln/>
        </p:spPr>
        <p:txBody>
          <a:bodyPr wrap="square" lIns="0" tIns="0" rIns="0" bIns="0" rtlCol="0" anchor="t"/>
          <a:lstStyle/>
          <a:p>
            <a:pPr indent="0" marL="0">
              <a:buNone/>
            </a:pPr>
            <a:r>
              <a:rPr lang="en-US" sz="1100" dirty="0">
                <a:solidFill>
                  <a:schemeClr val="bg2"/>
                </a:solidFill>
              </a:rPr>
              <a:t>the 10-day average crossing the 30-day average flags each trend change</a:t>
            </a:r>
            <a:endParaRPr lang="en-US" sz="1100" dirty="0"/>
          </a:p>
        </p:txBody>
      </p:sp>
      <p:sp>
        <p:nvSpPr>
          <p:cNvPr id="15" name="Overview 3 badge"/>
          <p:cNvSpPr/>
          <p:nvPr/>
        </p:nvSpPr>
        <p:spPr>
          <a:xfrm>
            <a:off x="8046720" y="5596128"/>
            <a:ext cx="502920" cy="502920"/>
          </a:xfrm>
          <a:prstGeom prst="ellipse">
            <a:avLst/>
          </a:prstGeom>
          <a:solidFill>
            <a:schemeClr val="accent2"/>
          </a:solidFill>
          <a:ln w="12700">
            <a:solidFill>
              <a:schemeClr val="accent2"/>
            </a:solidFill>
            <a:prstDash val="solid"/>
          </a:ln>
        </p:spPr>
      </p:sp>
      <p:sp>
        <p:nvSpPr>
          <p:cNvPr id="16" name="Overview 3 badge text"/>
          <p:cNvSpPr txBox="1"/>
          <p:nvPr/>
        </p:nvSpPr>
        <p:spPr>
          <a:xfrm>
            <a:off x="8046720" y="5596128"/>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Overview 3 heading"/>
          <p:cNvSpPr txBox="1"/>
          <p:nvPr/>
        </p:nvSpPr>
        <p:spPr>
          <a:xfrm>
            <a:off x="8686800" y="5559552"/>
            <a:ext cx="3017520" cy="292608"/>
          </a:xfrm>
          <a:prstGeom prst="rect">
            <a:avLst/>
          </a:prstGeom>
          <a:noFill/>
          <a:ln/>
        </p:spPr>
        <p:txBody>
          <a:bodyPr wrap="square" lIns="0" tIns="0" rIns="0" bIns="0" rtlCol="0" anchor="t"/>
          <a:lstStyle/>
          <a:p>
            <a:pPr indent="0" marL="0">
              <a:buNone/>
            </a:pPr>
            <a:r>
              <a:rPr lang="en-US" sz="1400" b="1" dirty="0">
                <a:solidFill>
                  <a:schemeClr val="bg1"/>
                </a:solidFill>
              </a:rPr>
              <a:t>Hidden test window</a:t>
            </a:r>
            <a:endParaRPr lang="en-US" sz="1400" dirty="0"/>
          </a:p>
        </p:txBody>
      </p:sp>
      <p:sp>
        <p:nvSpPr>
          <p:cNvPr id="18" name="Overview 3 text"/>
          <p:cNvSpPr txBox="1"/>
          <p:nvPr/>
        </p:nvSpPr>
        <p:spPr>
          <a:xfrm>
            <a:off x="8686800" y="5852160"/>
            <a:ext cx="3017520" cy="411480"/>
          </a:xfrm>
          <a:prstGeom prst="rect">
            <a:avLst/>
          </a:prstGeom>
          <a:noFill/>
          <a:ln/>
        </p:spPr>
        <p:txBody>
          <a:bodyPr wrap="square" lIns="0" tIns="0" rIns="0" bIns="0" rtlCol="0" anchor="t"/>
          <a:lstStyle/>
          <a:p>
            <a:pPr indent="0" marL="0">
              <a:buNone/>
            </a:pPr>
            <a:r>
              <a:rPr lang="en-US" sz="1100" dirty="0">
                <a:solidFill>
                  <a:schemeClr val="bg2"/>
                </a:solidFill>
              </a:rPr>
              <a:t>days 801–850: close, returns, averages and target blank</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bg1"/>
                </a:solidFill>
              </a:rPr>
              <a:t>The raw indicators behind our features</a:t>
            </a:r>
            <a:endParaRPr lang="en-US" sz="3200" dirty="0"/>
          </a:p>
        </p:txBody>
      </p:sp>
      <p:sp>
        <p:nvSpPr>
          <p:cNvPr id="3" name="Indicator card 1"/>
          <p:cNvSpPr/>
          <p:nvPr/>
        </p:nvSpPr>
        <p:spPr>
          <a:xfrm>
            <a:off x="548640" y="1325880"/>
            <a:ext cx="3566160" cy="2267712"/>
          </a:xfrm>
          <a:prstGeom prst="roundRect">
            <a:avLst>
              <a:gd name="adj" fmla="val 4839"/>
            </a:avLst>
          </a:prstGeom>
          <a:solidFill>
            <a:schemeClr val="tx2"/>
          </a:solidFill>
          <a:ln w="12700">
            <a:solidFill>
              <a:schemeClr val="tx2"/>
            </a:solidFill>
            <a:prstDash val="solid"/>
          </a:ln>
        </p:spPr>
      </p:sp>
      <p:graphicFrame>
        <p:nvGraphicFramePr>
          <p:cNvPr id="4" name="Indicator chart 1" descr=""/>
          <p:cNvGraphicFramePr/>
          <p:nvPr/>
        </p:nvGraphicFramePr>
        <p:xfrm>
          <a:off x="621792" y="1362456"/>
          <a:ext cx="3419856" cy="2194560"/>
        </p:xfrm>
        <a:graphic xmlns:a="http://schemas.openxmlformats.org/drawingml/2006/main">
          <a:graphicData uri="http://schemas.openxmlformats.org/drawingml/2006/chart">
            <c:chart xmlns:c="http://schemas.openxmlformats.org/drawingml/2006/chart" r:id="rId1"/>
          </a:graphicData>
        </a:graphic>
      </p:graphicFrame>
      <p:sp>
        <p:nvSpPr>
          <p:cNvPr id="5" name="Round 1 boundary 1"/>
          <p:cNvSpPr/>
          <p:nvPr/>
        </p:nvSpPr>
        <p:spPr>
          <a:xfrm>
            <a:off x="3737884" y="1801368"/>
            <a:ext cx="0" cy="1360627"/>
          </a:xfrm>
          <a:prstGeom prst="line">
            <a:avLst/>
          </a:prstGeom>
          <a:noFill/>
          <a:ln w="15875">
            <a:solidFill>
              <a:schemeClr val="accent2"/>
            </a:solidFill>
            <a:prstDash val="dash"/>
          </a:ln>
        </p:spPr>
      </p:sp>
      <p:sp>
        <p:nvSpPr>
          <p:cNvPr id="6" name="Indicator card 2"/>
          <p:cNvSpPr/>
          <p:nvPr/>
        </p:nvSpPr>
        <p:spPr>
          <a:xfrm>
            <a:off x="4297680" y="1325880"/>
            <a:ext cx="3566160" cy="2267712"/>
          </a:xfrm>
          <a:prstGeom prst="roundRect">
            <a:avLst>
              <a:gd name="adj" fmla="val 4839"/>
            </a:avLst>
          </a:prstGeom>
          <a:solidFill>
            <a:schemeClr val="tx2"/>
          </a:solidFill>
          <a:ln w="12700">
            <a:solidFill>
              <a:schemeClr val="tx2"/>
            </a:solidFill>
            <a:prstDash val="solid"/>
          </a:ln>
        </p:spPr>
      </p:sp>
      <p:graphicFrame>
        <p:nvGraphicFramePr>
          <p:cNvPr id="7" name="Indicator chart 2" descr=""/>
          <p:cNvGraphicFramePr/>
          <p:nvPr/>
        </p:nvGraphicFramePr>
        <p:xfrm>
          <a:off x="4370832" y="1362456"/>
          <a:ext cx="3419856" cy="2194560"/>
        </p:xfrm>
        <a:graphic xmlns:a="http://schemas.openxmlformats.org/drawingml/2006/main">
          <a:graphicData uri="http://schemas.openxmlformats.org/drawingml/2006/chart">
            <c:chart xmlns:c="http://schemas.openxmlformats.org/drawingml/2006/chart" r:id="rId2"/>
          </a:graphicData>
        </a:graphic>
      </p:graphicFrame>
      <p:sp>
        <p:nvSpPr>
          <p:cNvPr id="8" name="Round 1 boundary 2"/>
          <p:cNvSpPr/>
          <p:nvPr/>
        </p:nvSpPr>
        <p:spPr>
          <a:xfrm>
            <a:off x="7486924" y="1801368"/>
            <a:ext cx="0" cy="1360627"/>
          </a:xfrm>
          <a:prstGeom prst="line">
            <a:avLst/>
          </a:prstGeom>
          <a:noFill/>
          <a:ln w="15875">
            <a:solidFill>
              <a:schemeClr val="accent2"/>
            </a:solidFill>
            <a:prstDash val="dash"/>
          </a:ln>
        </p:spPr>
      </p:sp>
      <p:sp>
        <p:nvSpPr>
          <p:cNvPr id="9" name="Indicator card 3"/>
          <p:cNvSpPr/>
          <p:nvPr/>
        </p:nvSpPr>
        <p:spPr>
          <a:xfrm>
            <a:off x="8046720" y="1325880"/>
            <a:ext cx="3566160" cy="2267712"/>
          </a:xfrm>
          <a:prstGeom prst="roundRect">
            <a:avLst>
              <a:gd name="adj" fmla="val 4839"/>
            </a:avLst>
          </a:prstGeom>
          <a:solidFill>
            <a:schemeClr val="tx2"/>
          </a:solidFill>
          <a:ln w="12700">
            <a:solidFill>
              <a:schemeClr val="tx2"/>
            </a:solidFill>
            <a:prstDash val="solid"/>
          </a:ln>
        </p:spPr>
      </p:sp>
      <p:graphicFrame>
        <p:nvGraphicFramePr>
          <p:cNvPr id="10" name="Indicator chart 3" descr=""/>
          <p:cNvGraphicFramePr/>
          <p:nvPr/>
        </p:nvGraphicFramePr>
        <p:xfrm>
          <a:off x="8119872" y="1362456"/>
          <a:ext cx="3419856" cy="2194560"/>
        </p:xfrm>
        <a:graphic xmlns:a="http://schemas.openxmlformats.org/drawingml/2006/main">
          <a:graphicData uri="http://schemas.openxmlformats.org/drawingml/2006/chart">
            <c:chart xmlns:c="http://schemas.openxmlformats.org/drawingml/2006/chart" r:id="rId3"/>
          </a:graphicData>
        </a:graphic>
      </p:graphicFrame>
      <p:sp>
        <p:nvSpPr>
          <p:cNvPr id="11" name="Round 1 boundary 3"/>
          <p:cNvSpPr/>
          <p:nvPr/>
        </p:nvSpPr>
        <p:spPr>
          <a:xfrm>
            <a:off x="11235964" y="1801368"/>
            <a:ext cx="0" cy="1360627"/>
          </a:xfrm>
          <a:prstGeom prst="line">
            <a:avLst/>
          </a:prstGeom>
          <a:noFill/>
          <a:ln w="15875">
            <a:solidFill>
              <a:schemeClr val="accent2"/>
            </a:solidFill>
            <a:prstDash val="dash"/>
          </a:ln>
        </p:spPr>
      </p:sp>
      <p:sp>
        <p:nvSpPr>
          <p:cNvPr id="12" name="Indicator card 4"/>
          <p:cNvSpPr/>
          <p:nvPr/>
        </p:nvSpPr>
        <p:spPr>
          <a:xfrm>
            <a:off x="548640" y="3721608"/>
            <a:ext cx="3566160" cy="2267712"/>
          </a:xfrm>
          <a:prstGeom prst="roundRect">
            <a:avLst>
              <a:gd name="adj" fmla="val 4839"/>
            </a:avLst>
          </a:prstGeom>
          <a:solidFill>
            <a:schemeClr val="tx2"/>
          </a:solidFill>
          <a:ln w="12700">
            <a:solidFill>
              <a:schemeClr val="tx2"/>
            </a:solidFill>
            <a:prstDash val="solid"/>
          </a:ln>
        </p:spPr>
      </p:sp>
      <p:graphicFrame>
        <p:nvGraphicFramePr>
          <p:cNvPr id="13" name="Indicator chart 4" descr=""/>
          <p:cNvGraphicFramePr/>
          <p:nvPr/>
        </p:nvGraphicFramePr>
        <p:xfrm>
          <a:off x="621792" y="3758184"/>
          <a:ext cx="3419856" cy="2194560"/>
        </p:xfrm>
        <a:graphic xmlns:a="http://schemas.openxmlformats.org/drawingml/2006/main">
          <a:graphicData uri="http://schemas.openxmlformats.org/drawingml/2006/chart">
            <c:chart xmlns:c="http://schemas.openxmlformats.org/drawingml/2006/chart" r:id="rId4"/>
          </a:graphicData>
        </a:graphic>
      </p:graphicFrame>
      <p:sp>
        <p:nvSpPr>
          <p:cNvPr id="14" name="Round 1 boundary 4"/>
          <p:cNvSpPr/>
          <p:nvPr/>
        </p:nvSpPr>
        <p:spPr>
          <a:xfrm>
            <a:off x="3737884" y="4197096"/>
            <a:ext cx="0" cy="1360627"/>
          </a:xfrm>
          <a:prstGeom prst="line">
            <a:avLst/>
          </a:prstGeom>
          <a:noFill/>
          <a:ln w="15875">
            <a:solidFill>
              <a:schemeClr val="accent2"/>
            </a:solidFill>
            <a:prstDash val="dash"/>
          </a:ln>
        </p:spPr>
      </p:sp>
      <p:sp>
        <p:nvSpPr>
          <p:cNvPr id="15" name="Indicator card 5"/>
          <p:cNvSpPr/>
          <p:nvPr/>
        </p:nvSpPr>
        <p:spPr>
          <a:xfrm>
            <a:off x="4297680" y="3721608"/>
            <a:ext cx="3566160" cy="2267712"/>
          </a:xfrm>
          <a:prstGeom prst="roundRect">
            <a:avLst>
              <a:gd name="adj" fmla="val 4839"/>
            </a:avLst>
          </a:prstGeom>
          <a:solidFill>
            <a:schemeClr val="tx2"/>
          </a:solidFill>
          <a:ln w="12700">
            <a:solidFill>
              <a:schemeClr val="tx2"/>
            </a:solidFill>
            <a:prstDash val="solid"/>
          </a:ln>
        </p:spPr>
      </p:sp>
      <p:graphicFrame>
        <p:nvGraphicFramePr>
          <p:cNvPr id="16" name="Indicator chart 5" descr=""/>
          <p:cNvGraphicFramePr/>
          <p:nvPr/>
        </p:nvGraphicFramePr>
        <p:xfrm>
          <a:off x="4370832" y="3758184"/>
          <a:ext cx="3419856" cy="2194560"/>
        </p:xfrm>
        <a:graphic xmlns:a="http://schemas.openxmlformats.org/drawingml/2006/main">
          <a:graphicData uri="http://schemas.openxmlformats.org/drawingml/2006/chart">
            <c:chart xmlns:c="http://schemas.openxmlformats.org/drawingml/2006/chart" r:id="rId5"/>
          </a:graphicData>
        </a:graphic>
      </p:graphicFrame>
      <p:sp>
        <p:nvSpPr>
          <p:cNvPr id="17" name="Round 1 boundary 5"/>
          <p:cNvSpPr/>
          <p:nvPr/>
        </p:nvSpPr>
        <p:spPr>
          <a:xfrm>
            <a:off x="7486924" y="4197096"/>
            <a:ext cx="0" cy="1360627"/>
          </a:xfrm>
          <a:prstGeom prst="line">
            <a:avLst/>
          </a:prstGeom>
          <a:noFill/>
          <a:ln w="15875">
            <a:solidFill>
              <a:schemeClr val="accent2"/>
            </a:solidFill>
            <a:prstDash val="dash"/>
          </a:ln>
        </p:spPr>
      </p:sp>
      <p:sp>
        <p:nvSpPr>
          <p:cNvPr id="18" name="Indicator card 6"/>
          <p:cNvSpPr/>
          <p:nvPr/>
        </p:nvSpPr>
        <p:spPr>
          <a:xfrm>
            <a:off x="8046720" y="3721608"/>
            <a:ext cx="3566160" cy="2267712"/>
          </a:xfrm>
          <a:prstGeom prst="roundRect">
            <a:avLst>
              <a:gd name="adj" fmla="val 4839"/>
            </a:avLst>
          </a:prstGeom>
          <a:solidFill>
            <a:schemeClr val="tx2"/>
          </a:solidFill>
          <a:ln w="12700">
            <a:solidFill>
              <a:schemeClr val="tx2"/>
            </a:solidFill>
            <a:prstDash val="solid"/>
          </a:ln>
        </p:spPr>
      </p:sp>
      <p:graphicFrame>
        <p:nvGraphicFramePr>
          <p:cNvPr id="19" name="Indicator chart 6" descr=""/>
          <p:cNvGraphicFramePr/>
          <p:nvPr/>
        </p:nvGraphicFramePr>
        <p:xfrm>
          <a:off x="8119872" y="3758184"/>
          <a:ext cx="3419856" cy="2194560"/>
        </p:xfrm>
        <a:graphic xmlns:a="http://schemas.openxmlformats.org/drawingml/2006/main">
          <a:graphicData uri="http://schemas.openxmlformats.org/drawingml/2006/chart">
            <c:chart xmlns:c="http://schemas.openxmlformats.org/drawingml/2006/chart" r:id="rId6"/>
          </a:graphicData>
        </a:graphic>
      </p:graphicFrame>
      <p:sp>
        <p:nvSpPr>
          <p:cNvPr id="20" name="Round 1 boundary 6"/>
          <p:cNvSpPr/>
          <p:nvPr/>
        </p:nvSpPr>
        <p:spPr>
          <a:xfrm>
            <a:off x="11235964" y="4197096"/>
            <a:ext cx="0" cy="1360627"/>
          </a:xfrm>
          <a:prstGeom prst="line">
            <a:avLst/>
          </a:prstGeom>
          <a:noFill/>
          <a:ln w="15875">
            <a:solidFill>
              <a:schemeClr val="accent2"/>
            </a:solidFill>
            <a:prstDash val="dash"/>
          </a:ln>
        </p:spPr>
      </p:sp>
      <p:sp>
        <p:nvSpPr>
          <p:cNvPr id="21" name="Indicator caption"/>
          <p:cNvSpPr txBox="1"/>
          <p:nvPr/>
        </p:nvSpPr>
        <p:spPr>
          <a:xfrm>
            <a:off x="548640" y="6053328"/>
            <a:ext cx="11064240" cy="256032"/>
          </a:xfrm>
          <a:prstGeom prst="rect">
            <a:avLst/>
          </a:prstGeom>
          <a:noFill/>
          <a:ln/>
        </p:spPr>
        <p:txBody>
          <a:bodyPr wrap="square" lIns="0" tIns="0" rIns="0" bIns="0" rtlCol="0" anchor="t"/>
          <a:lstStyle/>
          <a:p>
            <a:pPr indent="0" marL="0">
              <a:buNone/>
            </a:pPr>
            <a:r>
              <a:rPr lang="en-US" sz="1100" i="1" dirty="0">
                <a:solidFill>
                  <a:schemeClr val="bg2"/>
                </a:solidFill>
              </a:rPr>
              <a:t>Dashed line: day 801, the start of the Round 1 hidden rows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bg1"/>
                </a:solidFill>
              </a:rPr>
              <a:t>Features encode reversal, order flow and market stress</a:t>
            </a:r>
            <a:endParaRPr lang="en-US" sz="3200" dirty="0"/>
          </a:p>
        </p:txBody>
      </p:sp>
      <p:sp>
        <p:nvSpPr>
          <p:cNvPr id="3" name="Feature 1 badge"/>
          <p:cNvSpPr/>
          <p:nvPr/>
        </p:nvSpPr>
        <p:spPr>
          <a:xfrm>
            <a:off x="548640" y="1417320"/>
            <a:ext cx="502920" cy="502920"/>
          </a:xfrm>
          <a:prstGeom prst="ellipse">
            <a:avLst/>
          </a:prstGeom>
          <a:solidFill>
            <a:schemeClr val="accent1"/>
          </a:solidFill>
          <a:ln w="12700">
            <a:solidFill>
              <a:schemeClr val="accent1"/>
            </a:solidFill>
            <a:prstDash val="solid"/>
          </a:ln>
        </p:spPr>
      </p:sp>
      <p:sp>
        <p:nvSpPr>
          <p:cNvPr id="4" name="Feature 1 badge text"/>
          <p:cNvSpPr txBox="1"/>
          <p:nvPr/>
        </p:nvSpPr>
        <p:spPr>
          <a:xfrm>
            <a:off x="548640" y="141732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Feature 1 name"/>
          <p:cNvSpPr txBox="1"/>
          <p:nvPr/>
        </p:nvSpPr>
        <p:spPr>
          <a:xfrm>
            <a:off x="1234440" y="1399032"/>
            <a:ext cx="4572000" cy="365760"/>
          </a:xfrm>
          <a:prstGeom prst="rect">
            <a:avLst/>
          </a:prstGeom>
          <a:noFill/>
          <a:ln/>
        </p:spPr>
        <p:txBody>
          <a:bodyPr wrap="square" lIns="0" tIns="0" rIns="0" bIns="0" rtlCol="0" anchor="t"/>
          <a:lstStyle/>
          <a:p>
            <a:pPr indent="0" marL="0">
              <a:buNone/>
            </a:pPr>
            <a:r>
              <a:rPr lang="en-US" sz="1700" b="1" dirty="0">
                <a:solidFill>
                  <a:schemeClr val="bg1"/>
                </a:solidFill>
              </a:rPr>
              <a:t>Vol-scaled returns, lags 0–4</a:t>
            </a:r>
            <a:endParaRPr lang="en-US" sz="1700" dirty="0"/>
          </a:p>
        </p:txBody>
      </p:sp>
      <p:sp>
        <p:nvSpPr>
          <p:cNvPr id="6" name="Feature 1 formula"/>
          <p:cNvSpPr txBox="1"/>
          <p:nvPr/>
        </p:nvSpPr>
        <p:spPr>
          <a:xfrm>
            <a:off x="1234440" y="1783080"/>
            <a:ext cx="4572000" cy="594360"/>
          </a:xfrm>
          <a:prstGeom prst="rect">
            <a:avLst/>
          </a:prstGeom>
          <a:noFill/>
          <a:ln/>
        </p:spPr>
        <p:txBody>
          <a:bodyPr wrap="square" lIns="0" tIns="0" rIns="0" bIns="0" rtlCol="0" anchor="t"/>
          <a:lstStyle/>
          <a:p>
            <a:pPr indent="0" marL="0">
              <a:buNone/>
            </a:pPr>
            <a:r>
              <a:rPr lang="en-US" sz="1400" dirty="0">
                <a:solidFill>
                  <a:schemeClr val="bg2"/>
                </a:solidFill>
              </a:rPr>
              <a:t>zₜ = rₜ / σ₂₀ keeps the same meaning in calm and crash markets</a:t>
            </a:r>
            <a:endParaRPr lang="en-US" sz="1400" dirty="0"/>
          </a:p>
        </p:txBody>
      </p:sp>
      <p:sp>
        <p:nvSpPr>
          <p:cNvPr id="7" name="Feature 2 badge"/>
          <p:cNvSpPr/>
          <p:nvPr/>
        </p:nvSpPr>
        <p:spPr>
          <a:xfrm>
            <a:off x="548640" y="2496312"/>
            <a:ext cx="502920" cy="502920"/>
          </a:xfrm>
          <a:prstGeom prst="ellipse">
            <a:avLst/>
          </a:prstGeom>
          <a:solidFill>
            <a:schemeClr val="accent5"/>
          </a:solidFill>
          <a:ln w="12700">
            <a:solidFill>
              <a:schemeClr val="accent5"/>
            </a:solidFill>
            <a:prstDash val="solid"/>
          </a:ln>
        </p:spPr>
      </p:sp>
      <p:sp>
        <p:nvSpPr>
          <p:cNvPr id="8" name="Feature 2 badge text"/>
          <p:cNvSpPr txBox="1"/>
          <p:nvPr/>
        </p:nvSpPr>
        <p:spPr>
          <a:xfrm>
            <a:off x="548640" y="2496312"/>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9" name="Feature 2 name"/>
          <p:cNvSpPr txBox="1"/>
          <p:nvPr/>
        </p:nvSpPr>
        <p:spPr>
          <a:xfrm>
            <a:off x="1234440" y="2478024"/>
            <a:ext cx="4572000" cy="365760"/>
          </a:xfrm>
          <a:prstGeom prst="rect">
            <a:avLst/>
          </a:prstGeom>
          <a:noFill/>
          <a:ln/>
        </p:spPr>
        <p:txBody>
          <a:bodyPr wrap="square" lIns="0" tIns="0" rIns="0" bIns="0" rtlCol="0" anchor="t"/>
          <a:lstStyle/>
          <a:p>
            <a:pPr indent="0" marL="0">
              <a:buNone/>
            </a:pPr>
            <a:r>
              <a:rPr lang="en-US" sz="1700" b="1" dirty="0">
                <a:solidFill>
                  <a:schemeClr val="bg1"/>
                </a:solidFill>
              </a:rPr>
              <a:t>Order flow, lags 0–4</a:t>
            </a:r>
            <a:endParaRPr lang="en-US" sz="1700" dirty="0"/>
          </a:p>
        </p:txBody>
      </p:sp>
      <p:sp>
        <p:nvSpPr>
          <p:cNvPr id="10" name="Feature 2 formula"/>
          <p:cNvSpPr txBox="1"/>
          <p:nvPr/>
        </p:nvSpPr>
        <p:spPr>
          <a:xfrm>
            <a:off x="1234440" y="2862072"/>
            <a:ext cx="4572000" cy="594360"/>
          </a:xfrm>
          <a:prstGeom prst="rect">
            <a:avLst/>
          </a:prstGeom>
          <a:noFill/>
          <a:ln/>
        </p:spPr>
        <p:txBody>
          <a:bodyPr wrap="square" lIns="0" tIns="0" rIns="0" bIns="0" rtlCol="0" anchor="t"/>
          <a:lstStyle/>
          <a:p>
            <a:pPr indent="0" marL="0">
              <a:buNone/>
            </a:pPr>
            <a:r>
              <a:rPr lang="en-US" sz="1400" dirty="0">
                <a:solidFill>
                  <a:schemeClr val="bg2"/>
                </a:solidFill>
              </a:rPr>
              <a:t>close location in the day's range: (2C − H − L) / (H − L)</a:t>
            </a:r>
            <a:endParaRPr lang="en-US" sz="1400" dirty="0"/>
          </a:p>
        </p:txBody>
      </p:sp>
      <p:sp>
        <p:nvSpPr>
          <p:cNvPr id="11" name="Feature 3 badge"/>
          <p:cNvSpPr/>
          <p:nvPr/>
        </p:nvSpPr>
        <p:spPr>
          <a:xfrm>
            <a:off x="548640" y="3575304"/>
            <a:ext cx="502920" cy="502920"/>
          </a:xfrm>
          <a:prstGeom prst="ellipse">
            <a:avLst/>
          </a:prstGeom>
          <a:solidFill>
            <a:schemeClr val="accent3"/>
          </a:solidFill>
          <a:ln w="12700">
            <a:solidFill>
              <a:schemeClr val="accent3"/>
            </a:solidFill>
            <a:prstDash val="solid"/>
          </a:ln>
        </p:spPr>
      </p:sp>
      <p:sp>
        <p:nvSpPr>
          <p:cNvPr id="12" name="Feature 3 badge text"/>
          <p:cNvSpPr txBox="1"/>
          <p:nvPr/>
        </p:nvSpPr>
        <p:spPr>
          <a:xfrm>
            <a:off x="548640" y="3575304"/>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3" name="Feature 3 name"/>
          <p:cNvSpPr txBox="1"/>
          <p:nvPr/>
        </p:nvSpPr>
        <p:spPr>
          <a:xfrm>
            <a:off x="1234440" y="3557016"/>
            <a:ext cx="4572000" cy="365760"/>
          </a:xfrm>
          <a:prstGeom prst="rect">
            <a:avLst/>
          </a:prstGeom>
          <a:noFill/>
          <a:ln/>
        </p:spPr>
        <p:txBody>
          <a:bodyPr wrap="square" lIns="0" tIns="0" rIns="0" bIns="0" rtlCol="0" anchor="t"/>
          <a:lstStyle/>
          <a:p>
            <a:pPr indent="0" marL="0">
              <a:buNone/>
            </a:pPr>
            <a:r>
              <a:rPr lang="en-US" sz="1700" b="1" dirty="0">
                <a:solidFill>
                  <a:schemeClr val="bg1"/>
                </a:solidFill>
              </a:rPr>
              <a:t>RSI momentum, lags 0–4</a:t>
            </a:r>
            <a:endParaRPr lang="en-US" sz="1700" dirty="0"/>
          </a:p>
        </p:txBody>
      </p:sp>
      <p:sp>
        <p:nvSpPr>
          <p:cNvPr id="14" name="Feature 3 formula"/>
          <p:cNvSpPr txBox="1"/>
          <p:nvPr/>
        </p:nvSpPr>
        <p:spPr>
          <a:xfrm>
            <a:off x="1234440" y="3941064"/>
            <a:ext cx="4572000" cy="594360"/>
          </a:xfrm>
          <a:prstGeom prst="rect">
            <a:avLst/>
          </a:prstGeom>
          <a:noFill/>
          <a:ln/>
        </p:spPr>
        <p:txBody>
          <a:bodyPr wrap="square" lIns="0" tIns="0" rIns="0" bIns="0" rtlCol="0" anchor="t"/>
          <a:lstStyle/>
          <a:p>
            <a:pPr indent="0" marL="0">
              <a:buNone/>
            </a:pPr>
            <a:r>
              <a:rPr lang="en-US" sz="1400" dirty="0">
                <a:solidFill>
                  <a:schemeClr val="bg2"/>
                </a:solidFill>
              </a:rPr>
              <a:t>ΔRSI₁₄ captures acceleration of buying or selling</a:t>
            </a:r>
            <a:endParaRPr lang="en-US" sz="1400" dirty="0"/>
          </a:p>
        </p:txBody>
      </p:sp>
      <p:sp>
        <p:nvSpPr>
          <p:cNvPr id="15" name="Feature 4 badge"/>
          <p:cNvSpPr/>
          <p:nvPr/>
        </p:nvSpPr>
        <p:spPr>
          <a:xfrm>
            <a:off x="548640" y="4654296"/>
            <a:ext cx="502920" cy="502920"/>
          </a:xfrm>
          <a:prstGeom prst="ellipse">
            <a:avLst/>
          </a:prstGeom>
          <a:solidFill>
            <a:schemeClr val="accent4"/>
          </a:solidFill>
          <a:ln w="12700">
            <a:solidFill>
              <a:schemeClr val="accent4"/>
            </a:solidFill>
            <a:prstDash val="solid"/>
          </a:ln>
        </p:spPr>
      </p:sp>
      <p:sp>
        <p:nvSpPr>
          <p:cNvPr id="16" name="Feature 4 badge text"/>
          <p:cNvSpPr txBox="1"/>
          <p:nvPr/>
        </p:nvSpPr>
        <p:spPr>
          <a:xfrm>
            <a:off x="548640" y="4654296"/>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7" name="Feature 4 name"/>
          <p:cNvSpPr txBox="1"/>
          <p:nvPr/>
        </p:nvSpPr>
        <p:spPr>
          <a:xfrm>
            <a:off x="1234440" y="4636008"/>
            <a:ext cx="4572000" cy="365760"/>
          </a:xfrm>
          <a:prstGeom prst="rect">
            <a:avLst/>
          </a:prstGeom>
          <a:noFill/>
          <a:ln/>
        </p:spPr>
        <p:txBody>
          <a:bodyPr wrap="square" lIns="0" tIns="0" rIns="0" bIns="0" rtlCol="0" anchor="t"/>
          <a:lstStyle/>
          <a:p>
            <a:pPr indent="0" marL="0">
              <a:buNone/>
            </a:pPr>
            <a:r>
              <a:rPr lang="en-US" sz="1700" b="1" dirty="0">
                <a:solidFill>
                  <a:schemeClr val="bg1"/>
                </a:solidFill>
              </a:rPr>
              <a:t>Stress and trend</a:t>
            </a:r>
            <a:endParaRPr lang="en-US" sz="1700" dirty="0"/>
          </a:p>
        </p:txBody>
      </p:sp>
      <p:sp>
        <p:nvSpPr>
          <p:cNvPr id="18" name="Feature 4 formula"/>
          <p:cNvSpPr txBox="1"/>
          <p:nvPr/>
        </p:nvSpPr>
        <p:spPr>
          <a:xfrm>
            <a:off x="1234440" y="5020056"/>
            <a:ext cx="4572000" cy="594360"/>
          </a:xfrm>
          <a:prstGeom prst="rect">
            <a:avLst/>
          </a:prstGeom>
          <a:noFill/>
          <a:ln/>
        </p:spPr>
        <p:txBody>
          <a:bodyPr wrap="square" lIns="0" tIns="0" rIns="0" bIns="0" rtlCol="0" anchor="t"/>
          <a:lstStyle/>
          <a:p>
            <a:pPr indent="0" marL="0">
              <a:buNone/>
            </a:pPr>
            <a:r>
              <a:rPr lang="en-US" sz="1400" dirty="0">
                <a:solidFill>
                  <a:schemeClr val="bg2"/>
                </a:solidFill>
              </a:rPr>
              <a:t>drawdown (C / max₂₀C − 1) / σ₂₀ and trend gap (SMA10 / SMA30 − 1) / σ₂₀</a:t>
            </a:r>
            <a:endParaRPr lang="en-US" sz="1400" dirty="0"/>
          </a:p>
        </p:txBody>
      </p:sp>
      <p:sp>
        <p:nvSpPr>
          <p:cNvPr id="19" name="Feature rationale"/>
          <p:cNvSpPr txBox="1"/>
          <p:nvPr/>
        </p:nvSpPr>
        <p:spPr>
          <a:xfrm>
            <a:off x="548640" y="5715000"/>
            <a:ext cx="5394960" cy="548640"/>
          </a:xfrm>
          <a:prstGeom prst="rect">
            <a:avLst/>
          </a:prstGeom>
          <a:noFill/>
          <a:ln/>
        </p:spPr>
        <p:txBody>
          <a:bodyPr wrap="square" lIns="0" tIns="0" rIns="0" bIns="0" rtlCol="0" anchor="t"/>
          <a:lstStyle/>
          <a:p>
            <a:pPr indent="0" marL="0">
              <a:buNone/>
            </a:pPr>
            <a:r>
              <a:rPr lang="en-US" sz="1300" i="1" dirty="0">
                <a:solidFill>
                  <a:schemeClr val="bg2"/>
                </a:solidFill>
              </a:rPr>
              <a:t>Why lags work: in calm markets returns alternate (today vs tomorrow −0.11, yesterday vs tomorrow +0.13)</a:t>
            </a:r>
            <a:endParaRPr lang="en-US" sz="1300" dirty="0"/>
          </a:p>
        </p:txBody>
      </p:sp>
      <p:sp>
        <p:nvSpPr>
          <p:cNvPr id="20" name="Importance chart card"/>
          <p:cNvSpPr/>
          <p:nvPr/>
        </p:nvSpPr>
        <p:spPr>
          <a:xfrm>
            <a:off x="6217920" y="1371600"/>
            <a:ext cx="5394960" cy="4800600"/>
          </a:xfrm>
          <a:prstGeom prst="roundRect">
            <a:avLst>
              <a:gd name="adj" fmla="val 2286"/>
            </a:avLst>
          </a:prstGeom>
          <a:solidFill>
            <a:schemeClr val="tx2"/>
          </a:solidFill>
          <a:ln w="12700">
            <a:solidFill>
              <a:schemeClr val="tx2"/>
            </a:solidFill>
            <a:prstDash val="solid"/>
          </a:ln>
        </p:spPr>
      </p:sp>
      <p:graphicFrame>
        <p:nvGraphicFramePr>
          <p:cNvPr id="21" name="Feature importance chart" descr=""/>
          <p:cNvGraphicFramePr/>
          <p:nvPr/>
        </p:nvGraphicFramePr>
        <p:xfrm>
          <a:off x="6355080" y="1463040"/>
          <a:ext cx="5120640" cy="4617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bg1"/>
                </a:solidFill>
              </a:rPr>
              <a:t>Chronological validation chose a simple, robust model</a:t>
            </a:r>
            <a:endParaRPr lang="en-US" sz="3200" dirty="0"/>
          </a:p>
        </p:txBody>
      </p:sp>
      <p:sp>
        <p:nvSpPr>
          <p:cNvPr id="3" name="Model chart card"/>
          <p:cNvSpPr/>
          <p:nvPr/>
        </p:nvSpPr>
        <p:spPr>
          <a:xfrm>
            <a:off x="548640" y="1371600"/>
            <a:ext cx="6035040" cy="4800600"/>
          </a:xfrm>
          <a:prstGeom prst="roundRect">
            <a:avLst>
              <a:gd name="adj" fmla="val 2286"/>
            </a:avLst>
          </a:prstGeom>
          <a:solidFill>
            <a:schemeClr val="tx2"/>
          </a:solidFill>
          <a:ln w="12700">
            <a:solidFill>
              <a:schemeClr val="tx2"/>
            </a:solidFill>
            <a:prstDash val="solid"/>
          </a:ln>
        </p:spPr>
      </p:sp>
      <p:graphicFrame>
        <p:nvGraphicFramePr>
          <p:cNvPr id="4" name="Model comparison chart" descr=""/>
          <p:cNvGraphicFramePr/>
          <p:nvPr/>
        </p:nvGraphicFramePr>
        <p:xfrm>
          <a:off x="685800" y="1463040"/>
          <a:ext cx="5760720" cy="4617720"/>
        </p:xfrm>
        <a:graphic xmlns:a="http://schemas.openxmlformats.org/drawingml/2006/main">
          <a:graphicData uri="http://schemas.openxmlformats.org/drawingml/2006/chart">
            <c:chart xmlns:c="http://schemas.openxmlformats.org/drawingml/2006/chart" r:id="rId1"/>
          </a:graphicData>
        </a:graphic>
      </p:graphicFrame>
      <p:sp>
        <p:nvSpPr>
          <p:cNvPr id="5" name="Validation card A"/>
          <p:cNvSpPr/>
          <p:nvPr/>
        </p:nvSpPr>
        <p:spPr>
          <a:xfrm>
            <a:off x="6812280" y="1371600"/>
            <a:ext cx="4800600" cy="1463040"/>
          </a:xfrm>
          <a:prstGeom prst="roundRect">
            <a:avLst>
              <a:gd name="adj" fmla="val 7500"/>
            </a:avLst>
          </a:prstGeom>
          <a:solidFill>
            <a:schemeClr val="tx2"/>
          </a:solidFill>
          <a:ln w="12700">
            <a:solidFill>
              <a:schemeClr val="tx2"/>
            </a:solidFill>
            <a:prstDash val="solid"/>
          </a:ln>
        </p:spPr>
      </p:sp>
      <p:sp>
        <p:nvSpPr>
          <p:cNvPr id="6" name="Validation A badge"/>
          <p:cNvSpPr/>
          <p:nvPr/>
        </p:nvSpPr>
        <p:spPr>
          <a:xfrm>
            <a:off x="6995160" y="1554480"/>
            <a:ext cx="502920" cy="502920"/>
          </a:xfrm>
          <a:prstGeom prst="ellipse">
            <a:avLst/>
          </a:prstGeom>
          <a:solidFill>
            <a:schemeClr val="accent5"/>
          </a:solidFill>
          <a:ln w="12700">
            <a:solidFill>
              <a:schemeClr val="accent5"/>
            </a:solidFill>
            <a:prstDash val="solid"/>
          </a:ln>
        </p:spPr>
      </p:sp>
      <p:sp>
        <p:nvSpPr>
          <p:cNvPr id="7" name="Validation A badge text"/>
          <p:cNvSpPr txBox="1"/>
          <p:nvPr/>
        </p:nvSpPr>
        <p:spPr>
          <a:xfrm>
            <a:off x="6995160" y="155448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A</a:t>
            </a:r>
            <a:endParaRPr lang="en-US" sz="1400" dirty="0"/>
          </a:p>
        </p:txBody>
      </p:sp>
      <p:sp>
        <p:nvSpPr>
          <p:cNvPr id="8" name="Validation A heading"/>
          <p:cNvSpPr txBox="1"/>
          <p:nvPr/>
        </p:nvSpPr>
        <p:spPr>
          <a:xfrm>
            <a:off x="7635240" y="1554480"/>
            <a:ext cx="3840480" cy="365760"/>
          </a:xfrm>
          <a:prstGeom prst="rect">
            <a:avLst/>
          </a:prstGeom>
          <a:noFill/>
          <a:ln/>
        </p:spPr>
        <p:txBody>
          <a:bodyPr wrap="square" lIns="0" tIns="0" rIns="0" bIns="0" rtlCol="0" anchor="t"/>
          <a:lstStyle/>
          <a:p>
            <a:pPr indent="0" marL="0">
              <a:buNone/>
            </a:pPr>
            <a:r>
              <a:rPr lang="en-US" sz="1600" b="1" dirty="0">
                <a:solidFill>
                  <a:schemeClr val="bg1"/>
                </a:solidFill>
              </a:rPr>
              <a:t>Walk-forward, never shuffled</a:t>
            </a:r>
            <a:endParaRPr lang="en-US" sz="1600" dirty="0"/>
          </a:p>
        </p:txBody>
      </p:sp>
      <p:sp>
        <p:nvSpPr>
          <p:cNvPr id="9" name="Validation A text"/>
          <p:cNvSpPr txBox="1"/>
          <p:nvPr/>
        </p:nvSpPr>
        <p:spPr>
          <a:xfrm>
            <a:off x="7635240" y="1938528"/>
            <a:ext cx="3840480" cy="822960"/>
          </a:xfrm>
          <a:prstGeom prst="rect">
            <a:avLst/>
          </a:prstGeom>
          <a:noFill/>
          <a:ln/>
        </p:spPr>
        <p:txBody>
          <a:bodyPr wrap="square" lIns="0" tIns="0" rIns="0" bIns="0" rtlCol="0" anchor="t"/>
          <a:lstStyle/>
          <a:p>
            <a:pPr indent="0" marL="0">
              <a:buNone/>
            </a:pPr>
            <a:r>
              <a:rPr lang="en-US" sz="1300" dirty="0">
                <a:solidFill>
                  <a:schemeClr val="bg2"/>
                </a:solidFill>
              </a:rPr>
              <a:t>Expanding window, 1-row purge, 50-row test blocks like the real test. Scored on balanced accuracy and MCC, not raw accuracy.</a:t>
            </a:r>
            <a:endParaRPr lang="en-US" sz="1300" dirty="0"/>
          </a:p>
        </p:txBody>
      </p:sp>
      <p:sp>
        <p:nvSpPr>
          <p:cNvPr id="10" name="Validation card B"/>
          <p:cNvSpPr/>
          <p:nvPr/>
        </p:nvSpPr>
        <p:spPr>
          <a:xfrm>
            <a:off x="6812280" y="2999232"/>
            <a:ext cx="4800600" cy="1463040"/>
          </a:xfrm>
          <a:prstGeom prst="roundRect">
            <a:avLst>
              <a:gd name="adj" fmla="val 7500"/>
            </a:avLst>
          </a:prstGeom>
          <a:solidFill>
            <a:schemeClr val="tx2"/>
          </a:solidFill>
          <a:ln w="12700">
            <a:solidFill>
              <a:schemeClr val="tx2"/>
            </a:solidFill>
            <a:prstDash val="solid"/>
          </a:ln>
        </p:spPr>
      </p:sp>
      <p:sp>
        <p:nvSpPr>
          <p:cNvPr id="11" name="Validation B badge"/>
          <p:cNvSpPr/>
          <p:nvPr/>
        </p:nvSpPr>
        <p:spPr>
          <a:xfrm>
            <a:off x="6995160" y="3182112"/>
            <a:ext cx="502920" cy="502920"/>
          </a:xfrm>
          <a:prstGeom prst="ellipse">
            <a:avLst/>
          </a:prstGeom>
          <a:solidFill>
            <a:schemeClr val="accent2"/>
          </a:solidFill>
          <a:ln w="12700">
            <a:solidFill>
              <a:schemeClr val="accent2"/>
            </a:solidFill>
            <a:prstDash val="solid"/>
          </a:ln>
        </p:spPr>
      </p:sp>
      <p:sp>
        <p:nvSpPr>
          <p:cNvPr id="12" name="Validation B badge text"/>
          <p:cNvSpPr txBox="1"/>
          <p:nvPr/>
        </p:nvSpPr>
        <p:spPr>
          <a:xfrm>
            <a:off x="6995160" y="3182112"/>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B</a:t>
            </a:r>
            <a:endParaRPr lang="en-US" sz="1400" dirty="0"/>
          </a:p>
        </p:txBody>
      </p:sp>
      <p:sp>
        <p:nvSpPr>
          <p:cNvPr id="13" name="Validation B heading"/>
          <p:cNvSpPr txBox="1"/>
          <p:nvPr/>
        </p:nvSpPr>
        <p:spPr>
          <a:xfrm>
            <a:off x="7635240" y="3182112"/>
            <a:ext cx="3840480" cy="365760"/>
          </a:xfrm>
          <a:prstGeom prst="rect">
            <a:avLst/>
          </a:prstGeom>
          <a:noFill/>
          <a:ln/>
        </p:spPr>
        <p:txBody>
          <a:bodyPr wrap="square" lIns="0" tIns="0" rIns="0" bIns="0" rtlCol="0" anchor="t"/>
          <a:lstStyle/>
          <a:p>
            <a:pPr indent="0" marL="0">
              <a:buNone/>
            </a:pPr>
            <a:r>
              <a:rPr lang="en-US" sz="1600" b="1" dirty="0">
                <a:solidFill>
                  <a:schemeClr val="bg1"/>
                </a:solidFill>
              </a:rPr>
              <a:t>Overfitting caught</a:t>
            </a:r>
            <a:endParaRPr lang="en-US" sz="1600" dirty="0"/>
          </a:p>
        </p:txBody>
      </p:sp>
      <p:sp>
        <p:nvSpPr>
          <p:cNvPr id="14" name="Validation B text"/>
          <p:cNvSpPr txBox="1"/>
          <p:nvPr/>
        </p:nvSpPr>
        <p:spPr>
          <a:xfrm>
            <a:off x="7635240" y="3566160"/>
            <a:ext cx="3840480" cy="822960"/>
          </a:xfrm>
          <a:prstGeom prst="rect">
            <a:avLst/>
          </a:prstGeom>
          <a:noFill/>
          <a:ln/>
        </p:spPr>
        <p:txBody>
          <a:bodyPr wrap="square" lIns="0" tIns="0" rIns="0" bIns="0" rtlCol="0" anchor="t"/>
          <a:lstStyle/>
          <a:p>
            <a:pPr indent="0" marL="0">
              <a:buNone/>
            </a:pPr>
            <a:r>
              <a:rPr lang="en-US" sz="1300" dirty="0">
                <a:solidFill>
                  <a:schemeClr val="bg2"/>
                </a:solidFill>
              </a:rPr>
              <a:t>Gradient boosting scored MCC 0.20 when selecting, then 0.02 on later untouched folds, so we rejected it.</a:t>
            </a:r>
            <a:endParaRPr lang="en-US" sz="1300" dirty="0"/>
          </a:p>
        </p:txBody>
      </p:sp>
      <p:sp>
        <p:nvSpPr>
          <p:cNvPr id="15" name="Validation card C"/>
          <p:cNvSpPr/>
          <p:nvPr/>
        </p:nvSpPr>
        <p:spPr>
          <a:xfrm>
            <a:off x="6812280" y="4626864"/>
            <a:ext cx="4800600" cy="1463040"/>
          </a:xfrm>
          <a:prstGeom prst="roundRect">
            <a:avLst>
              <a:gd name="adj" fmla="val 7500"/>
            </a:avLst>
          </a:prstGeom>
          <a:solidFill>
            <a:schemeClr val="tx2"/>
          </a:solidFill>
          <a:ln w="12700">
            <a:solidFill>
              <a:schemeClr val="tx2"/>
            </a:solidFill>
            <a:prstDash val="solid"/>
          </a:ln>
        </p:spPr>
      </p:sp>
      <p:sp>
        <p:nvSpPr>
          <p:cNvPr id="16" name="Validation C badge"/>
          <p:cNvSpPr/>
          <p:nvPr/>
        </p:nvSpPr>
        <p:spPr>
          <a:xfrm>
            <a:off x="6995160" y="4809744"/>
            <a:ext cx="502920" cy="502920"/>
          </a:xfrm>
          <a:prstGeom prst="ellipse">
            <a:avLst/>
          </a:prstGeom>
          <a:solidFill>
            <a:schemeClr val="accent1"/>
          </a:solidFill>
          <a:ln w="12700">
            <a:solidFill>
              <a:schemeClr val="accent1"/>
            </a:solidFill>
            <a:prstDash val="solid"/>
          </a:ln>
        </p:spPr>
      </p:sp>
      <p:sp>
        <p:nvSpPr>
          <p:cNvPr id="17" name="Validation C badge text"/>
          <p:cNvSpPr txBox="1"/>
          <p:nvPr/>
        </p:nvSpPr>
        <p:spPr>
          <a:xfrm>
            <a:off x="6995160" y="4809744"/>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C</a:t>
            </a:r>
            <a:endParaRPr lang="en-US" sz="1400" dirty="0"/>
          </a:p>
        </p:txBody>
      </p:sp>
      <p:sp>
        <p:nvSpPr>
          <p:cNvPr id="18" name="Validation C heading"/>
          <p:cNvSpPr txBox="1"/>
          <p:nvPr/>
        </p:nvSpPr>
        <p:spPr>
          <a:xfrm>
            <a:off x="7635240" y="4809744"/>
            <a:ext cx="3840480" cy="365760"/>
          </a:xfrm>
          <a:prstGeom prst="rect">
            <a:avLst/>
          </a:prstGeom>
          <a:noFill/>
          <a:ln/>
        </p:spPr>
        <p:txBody>
          <a:bodyPr wrap="square" lIns="0" tIns="0" rIns="0" bIns="0" rtlCol="0" anchor="t"/>
          <a:lstStyle/>
          <a:p>
            <a:pPr indent="0" marL="0">
              <a:buNone/>
            </a:pPr>
            <a:r>
              <a:rPr lang="en-US" sz="1600" b="1" dirty="0">
                <a:solidFill>
                  <a:schemeClr val="bg1"/>
                </a:solidFill>
              </a:rPr>
              <a:t>Final: regularised logistic ensemble</a:t>
            </a:r>
            <a:endParaRPr lang="en-US" sz="1600" dirty="0"/>
          </a:p>
        </p:txBody>
      </p:sp>
      <p:sp>
        <p:nvSpPr>
          <p:cNvPr id="19" name="Validation C text"/>
          <p:cNvSpPr txBox="1"/>
          <p:nvPr/>
        </p:nvSpPr>
        <p:spPr>
          <a:xfrm>
            <a:off x="7635240" y="5193792"/>
            <a:ext cx="3840480" cy="822960"/>
          </a:xfrm>
          <a:prstGeom prst="rect">
            <a:avLst/>
          </a:prstGeom>
          <a:noFill/>
          <a:ln/>
        </p:spPr>
        <p:txBody>
          <a:bodyPr wrap="square" lIns="0" tIns="0" rIns="0" bIns="0" rtlCol="0" anchor="t"/>
          <a:lstStyle/>
          <a:p>
            <a:pPr indent="0" marL="0">
              <a:buNone/>
            </a:pPr>
            <a:r>
              <a:rPr lang="en-US" sz="1300" dirty="0">
                <a:solidFill>
                  <a:schemeClr val="bg2"/>
                </a:solidFill>
              </a:rPr>
              <a:t>6 settings averaged. On untouched rows 801–850: MCC 0.15, balanced accuracy 0.58.</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bg1"/>
                </a:solidFill>
              </a:rPr>
              <a:t>Crash: volatility doubled, market memory flipped</a:t>
            </a:r>
            <a:endParaRPr lang="en-US" sz="3200" dirty="0"/>
          </a:p>
        </p:txBody>
      </p:sp>
      <p:sp>
        <p:nvSpPr>
          <p:cNvPr id="3" name="Volatility chart card"/>
          <p:cNvSpPr/>
          <p:nvPr/>
        </p:nvSpPr>
        <p:spPr>
          <a:xfrm>
            <a:off x="548640" y="1371600"/>
            <a:ext cx="5852160" cy="3749040"/>
          </a:xfrm>
          <a:prstGeom prst="roundRect">
            <a:avLst>
              <a:gd name="adj" fmla="val 2927"/>
            </a:avLst>
          </a:prstGeom>
          <a:solidFill>
            <a:schemeClr val="tx2"/>
          </a:solidFill>
          <a:ln w="12700">
            <a:solidFill>
              <a:schemeClr val="tx2"/>
            </a:solidFill>
            <a:prstDash val="solid"/>
          </a:ln>
        </p:spPr>
      </p:sp>
      <p:graphicFrame>
        <p:nvGraphicFramePr>
          <p:cNvPr id="4" name="Volatility chart" descr=""/>
          <p:cNvGraphicFramePr/>
          <p:nvPr/>
        </p:nvGraphicFramePr>
        <p:xfrm>
          <a:off x="685800" y="1463040"/>
          <a:ext cx="5577840" cy="3566160"/>
        </p:xfrm>
        <a:graphic xmlns:a="http://schemas.openxmlformats.org/drawingml/2006/main">
          <a:graphicData uri="http://schemas.openxmlformats.org/drawingml/2006/chart">
            <c:chart xmlns:c="http://schemas.openxmlformats.org/drawingml/2006/chart" r:id="rId1"/>
          </a:graphicData>
        </a:graphic>
      </p:graphicFrame>
      <p:sp>
        <p:nvSpPr>
          <p:cNvPr id="5" name="Autocorrelation chart card"/>
          <p:cNvSpPr/>
          <p:nvPr/>
        </p:nvSpPr>
        <p:spPr>
          <a:xfrm>
            <a:off x="6629400" y="1371600"/>
            <a:ext cx="4983480" cy="3749040"/>
          </a:xfrm>
          <a:prstGeom prst="roundRect">
            <a:avLst>
              <a:gd name="adj" fmla="val 2927"/>
            </a:avLst>
          </a:prstGeom>
          <a:solidFill>
            <a:schemeClr val="tx2"/>
          </a:solidFill>
          <a:ln w="12700">
            <a:solidFill>
              <a:schemeClr val="tx2"/>
            </a:solidFill>
            <a:prstDash val="solid"/>
          </a:ln>
        </p:spPr>
      </p:sp>
      <p:graphicFrame>
        <p:nvGraphicFramePr>
          <p:cNvPr id="6" name="Autocorrelation chart" descr=""/>
          <p:cNvGraphicFramePr/>
          <p:nvPr/>
        </p:nvGraphicFramePr>
        <p:xfrm>
          <a:off x="6766560" y="1463040"/>
          <a:ext cx="4709160" cy="3566160"/>
        </p:xfrm>
        <a:graphic xmlns:a="http://schemas.openxmlformats.org/drawingml/2006/main">
          <a:graphicData uri="http://schemas.openxmlformats.org/drawingml/2006/chart">
            <c:chart xmlns:c="http://schemas.openxmlformats.org/drawingml/2006/chart" r:id="rId2"/>
          </a:graphicData>
        </a:graphic>
      </p:graphicFrame>
      <p:sp>
        <p:nvSpPr>
          <p:cNvPr id="7" name="Flag 1 badge"/>
          <p:cNvSpPr/>
          <p:nvPr/>
        </p:nvSpPr>
        <p:spPr>
          <a:xfrm>
            <a:off x="548640" y="5349240"/>
            <a:ext cx="502920" cy="502920"/>
          </a:xfrm>
          <a:prstGeom prst="ellipse">
            <a:avLst/>
          </a:prstGeom>
          <a:solidFill>
            <a:schemeClr val="accent2"/>
          </a:solidFill>
          <a:ln w="12700">
            <a:solidFill>
              <a:schemeClr val="accent2"/>
            </a:solidFill>
            <a:prstDash val="solid"/>
          </a:ln>
        </p:spPr>
      </p:sp>
      <p:sp>
        <p:nvSpPr>
          <p:cNvPr id="8" name="Flag 1 badge text"/>
          <p:cNvSpPr txBox="1"/>
          <p:nvPr/>
        </p:nvSpPr>
        <p:spPr>
          <a:xfrm>
            <a:off x="548640" y="534924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9" name="Flag 1 heading"/>
          <p:cNvSpPr txBox="1"/>
          <p:nvPr/>
        </p:nvSpPr>
        <p:spPr>
          <a:xfrm>
            <a:off x="1188720" y="5303520"/>
            <a:ext cx="2971800" cy="320040"/>
          </a:xfrm>
          <a:prstGeom prst="rect">
            <a:avLst/>
          </a:prstGeom>
          <a:noFill/>
          <a:ln/>
        </p:spPr>
        <p:txBody>
          <a:bodyPr wrap="square" lIns="0" tIns="0" rIns="0" bIns="0" rtlCol="0" anchor="t"/>
          <a:lstStyle/>
          <a:p>
            <a:pPr indent="0" marL="0">
              <a:buNone/>
            </a:pPr>
            <a:r>
              <a:rPr lang="en-US" sz="1500" b="1" dirty="0">
                <a:solidFill>
                  <a:schemeClr val="bg1"/>
                </a:solidFill>
              </a:rPr>
              <a:t>Volatility spike</a:t>
            </a:r>
            <a:endParaRPr lang="en-US" sz="1500" dirty="0"/>
          </a:p>
        </p:txBody>
      </p:sp>
      <p:sp>
        <p:nvSpPr>
          <p:cNvPr id="10" name="Flag 1 text"/>
          <p:cNvSpPr txBox="1"/>
          <p:nvPr/>
        </p:nvSpPr>
        <p:spPr>
          <a:xfrm>
            <a:off x="1188720" y="5623560"/>
            <a:ext cx="2971800" cy="685800"/>
          </a:xfrm>
          <a:prstGeom prst="rect">
            <a:avLst/>
          </a:prstGeom>
          <a:noFill/>
          <a:ln/>
        </p:spPr>
        <p:txBody>
          <a:bodyPr wrap="square" lIns="0" tIns="0" rIns="0" bIns="0" rtlCol="0" anchor="t"/>
          <a:lstStyle/>
          <a:p>
            <a:pPr indent="0" marL="0">
              <a:buNone/>
            </a:pPr>
            <a:r>
              <a:rPr lang="en-US" sz="1200" dirty="0">
                <a:solidFill>
                  <a:schemeClr val="bg2"/>
                </a:solidFill>
              </a:rPr>
              <a:t>σ₂₀ above 1.3× its 250-day median; it doubled from 1.5% to 3.3%</a:t>
            </a:r>
            <a:endParaRPr lang="en-US" sz="1200" dirty="0"/>
          </a:p>
        </p:txBody>
      </p:sp>
      <p:sp>
        <p:nvSpPr>
          <p:cNvPr id="11" name="Flag 2 badge"/>
          <p:cNvSpPr/>
          <p:nvPr/>
        </p:nvSpPr>
        <p:spPr>
          <a:xfrm>
            <a:off x="4297680" y="5349240"/>
            <a:ext cx="502920" cy="502920"/>
          </a:xfrm>
          <a:prstGeom prst="ellipse">
            <a:avLst/>
          </a:prstGeom>
          <a:solidFill>
            <a:schemeClr val="accent4"/>
          </a:solidFill>
          <a:ln w="12700">
            <a:solidFill>
              <a:schemeClr val="accent4"/>
            </a:solidFill>
            <a:prstDash val="solid"/>
          </a:ln>
        </p:spPr>
      </p:sp>
      <p:sp>
        <p:nvSpPr>
          <p:cNvPr id="12" name="Flag 2 badge text"/>
          <p:cNvSpPr txBox="1"/>
          <p:nvPr/>
        </p:nvSpPr>
        <p:spPr>
          <a:xfrm>
            <a:off x="4297680" y="534924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3" name="Flag 2 heading"/>
          <p:cNvSpPr txBox="1"/>
          <p:nvPr/>
        </p:nvSpPr>
        <p:spPr>
          <a:xfrm>
            <a:off x="4937760" y="5303520"/>
            <a:ext cx="2971800" cy="320040"/>
          </a:xfrm>
          <a:prstGeom prst="rect">
            <a:avLst/>
          </a:prstGeom>
          <a:noFill/>
          <a:ln/>
        </p:spPr>
        <p:txBody>
          <a:bodyPr wrap="square" lIns="0" tIns="0" rIns="0" bIns="0" rtlCol="0" anchor="t"/>
          <a:lstStyle/>
          <a:p>
            <a:pPr indent="0" marL="0">
              <a:buNone/>
            </a:pPr>
            <a:r>
              <a:rPr lang="en-US" sz="1500" b="1" dirty="0">
                <a:solidFill>
                  <a:schemeClr val="bg1"/>
                </a:solidFill>
              </a:rPr>
              <a:t>Trend break</a:t>
            </a:r>
            <a:endParaRPr lang="en-US" sz="1500" dirty="0"/>
          </a:p>
        </p:txBody>
      </p:sp>
      <p:sp>
        <p:nvSpPr>
          <p:cNvPr id="14" name="Flag 2 text"/>
          <p:cNvSpPr txBox="1"/>
          <p:nvPr/>
        </p:nvSpPr>
        <p:spPr>
          <a:xfrm>
            <a:off x="4937760" y="5623560"/>
            <a:ext cx="2971800" cy="685800"/>
          </a:xfrm>
          <a:prstGeom prst="rect">
            <a:avLst/>
          </a:prstGeom>
          <a:noFill/>
          <a:ln/>
        </p:spPr>
        <p:txBody>
          <a:bodyPr wrap="square" lIns="0" tIns="0" rIns="0" bIns="0" rtlCol="0" anchor="t"/>
          <a:lstStyle/>
          <a:p>
            <a:pPr indent="0" marL="0">
              <a:buNone/>
            </a:pPr>
            <a:r>
              <a:rPr lang="en-US" sz="1200" dirty="0">
                <a:solidFill>
                  <a:schemeClr val="bg2"/>
                </a:solidFill>
              </a:rPr>
              <a:t>SMA10 crossed below SMA30 by day 850</a:t>
            </a:r>
            <a:endParaRPr lang="en-US" sz="1200" dirty="0"/>
          </a:p>
        </p:txBody>
      </p:sp>
      <p:sp>
        <p:nvSpPr>
          <p:cNvPr id="15" name="Flag 3 badge"/>
          <p:cNvSpPr/>
          <p:nvPr/>
        </p:nvSpPr>
        <p:spPr>
          <a:xfrm>
            <a:off x="8046720" y="5349240"/>
            <a:ext cx="502920" cy="502920"/>
          </a:xfrm>
          <a:prstGeom prst="ellipse">
            <a:avLst/>
          </a:prstGeom>
          <a:solidFill>
            <a:schemeClr val="accent1"/>
          </a:solidFill>
          <a:ln w="12700">
            <a:solidFill>
              <a:schemeClr val="accent1"/>
            </a:solidFill>
            <a:prstDash val="solid"/>
          </a:ln>
        </p:spPr>
      </p:sp>
      <p:sp>
        <p:nvSpPr>
          <p:cNvPr id="16" name="Flag 3 badge text"/>
          <p:cNvSpPr txBox="1"/>
          <p:nvPr/>
        </p:nvSpPr>
        <p:spPr>
          <a:xfrm>
            <a:off x="8046720" y="534924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Flag 3 heading"/>
          <p:cNvSpPr txBox="1"/>
          <p:nvPr/>
        </p:nvSpPr>
        <p:spPr>
          <a:xfrm>
            <a:off x="8686800" y="5303520"/>
            <a:ext cx="2971800" cy="320040"/>
          </a:xfrm>
          <a:prstGeom prst="rect">
            <a:avLst/>
          </a:prstGeom>
          <a:noFill/>
          <a:ln/>
        </p:spPr>
        <p:txBody>
          <a:bodyPr wrap="square" lIns="0" tIns="0" rIns="0" bIns="0" rtlCol="0" anchor="t"/>
          <a:lstStyle/>
          <a:p>
            <a:pPr indent="0" marL="0">
              <a:buNone/>
            </a:pPr>
            <a:r>
              <a:rPr lang="en-US" sz="1500" b="1" dirty="0">
                <a:solidFill>
                  <a:schemeClr val="bg1"/>
                </a:solidFill>
              </a:rPr>
              <a:t>Concept drift</a:t>
            </a:r>
            <a:endParaRPr lang="en-US" sz="1500" dirty="0"/>
          </a:p>
        </p:txBody>
      </p:sp>
      <p:sp>
        <p:nvSpPr>
          <p:cNvPr id="18" name="Flag 3 text"/>
          <p:cNvSpPr txBox="1"/>
          <p:nvPr/>
        </p:nvSpPr>
        <p:spPr>
          <a:xfrm>
            <a:off x="8686800" y="5623560"/>
            <a:ext cx="2971800" cy="685800"/>
          </a:xfrm>
          <a:prstGeom prst="rect">
            <a:avLst/>
          </a:prstGeom>
          <a:noFill/>
          <a:ln/>
        </p:spPr>
        <p:txBody>
          <a:bodyPr wrap="square" lIns="0" tIns="0" rIns="0" bIns="0" rtlCol="0" anchor="t"/>
          <a:lstStyle/>
          <a:p>
            <a:pPr indent="0" marL="0">
              <a:buNone/>
            </a:pPr>
            <a:r>
              <a:rPr lang="en-US" sz="1200" dirty="0">
                <a:solidFill>
                  <a:schemeClr val="bg2"/>
                </a:solidFill>
              </a:rPr>
              <a:t>reversal turned into momentum; we inverted the timing model (Round 2: 3.38 → 29.96)</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bg1"/>
                </a:solidFill>
              </a:rPr>
              <a:t>Positions sized for Sharpe, drawdown and cost</a:t>
            </a:r>
            <a:endParaRPr lang="en-US" sz="3200" dirty="0"/>
          </a:p>
        </p:txBody>
      </p:sp>
      <p:sp>
        <p:nvSpPr>
          <p:cNvPr id="3" name="Step 1 card"/>
          <p:cNvSpPr/>
          <p:nvPr/>
        </p:nvSpPr>
        <p:spPr>
          <a:xfrm>
            <a:off x="548640" y="1371600"/>
            <a:ext cx="2560320" cy="2103120"/>
          </a:xfrm>
          <a:prstGeom prst="roundRect">
            <a:avLst>
              <a:gd name="adj" fmla="val 5217"/>
            </a:avLst>
          </a:prstGeom>
          <a:solidFill>
            <a:schemeClr val="tx2"/>
          </a:solidFill>
          <a:ln w="12700">
            <a:solidFill>
              <a:schemeClr val="tx2"/>
            </a:solidFill>
            <a:prstDash val="solid"/>
          </a:ln>
        </p:spPr>
      </p:sp>
      <p:sp>
        <p:nvSpPr>
          <p:cNvPr id="4" name="Step 1 badge"/>
          <p:cNvSpPr/>
          <p:nvPr/>
        </p:nvSpPr>
        <p:spPr>
          <a:xfrm>
            <a:off x="731520" y="1554480"/>
            <a:ext cx="502920" cy="502920"/>
          </a:xfrm>
          <a:prstGeom prst="ellipse">
            <a:avLst/>
          </a:prstGeom>
          <a:solidFill>
            <a:schemeClr val="accent4"/>
          </a:solidFill>
          <a:ln w="12700">
            <a:solidFill>
              <a:schemeClr val="accent4"/>
            </a:solidFill>
            <a:prstDash val="solid"/>
          </a:ln>
        </p:spPr>
      </p:sp>
      <p:sp>
        <p:nvSpPr>
          <p:cNvPr id="5" name="Step 1 badge text"/>
          <p:cNvSpPr txBox="1"/>
          <p:nvPr/>
        </p:nvSpPr>
        <p:spPr>
          <a:xfrm>
            <a:off x="731520" y="155448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Step 1 heading"/>
          <p:cNvSpPr txBox="1"/>
          <p:nvPr/>
        </p:nvSpPr>
        <p:spPr>
          <a:xfrm>
            <a:off x="731520" y="2148840"/>
            <a:ext cx="2194560" cy="365760"/>
          </a:xfrm>
          <a:prstGeom prst="rect">
            <a:avLst/>
          </a:prstGeom>
          <a:noFill/>
          <a:ln/>
        </p:spPr>
        <p:txBody>
          <a:bodyPr wrap="square" lIns="0" tIns="0" rIns="0" bIns="0" rtlCol="0" anchor="t"/>
          <a:lstStyle/>
          <a:p>
            <a:pPr indent="0" marL="0">
              <a:buNone/>
            </a:pPr>
            <a:r>
              <a:rPr lang="en-US" sz="1700" b="1" dirty="0">
                <a:solidFill>
                  <a:schemeClr val="bg1"/>
                </a:solidFill>
              </a:rPr>
              <a:t>Signal</a:t>
            </a:r>
            <a:endParaRPr lang="en-US" sz="1700" dirty="0"/>
          </a:p>
        </p:txBody>
      </p:sp>
      <p:sp>
        <p:nvSpPr>
          <p:cNvPr id="7" name="Step 1 text"/>
          <p:cNvSpPr txBox="1"/>
          <p:nvPr/>
        </p:nvSpPr>
        <p:spPr>
          <a:xfrm>
            <a:off x="731520" y="2560320"/>
            <a:ext cx="2194560" cy="868680"/>
          </a:xfrm>
          <a:prstGeom prst="rect">
            <a:avLst/>
          </a:prstGeom>
          <a:noFill/>
          <a:ln/>
        </p:spPr>
        <p:txBody>
          <a:bodyPr wrap="square" lIns="0" tIns="0" rIns="0" bIns="0" rtlCol="0" anchor="t"/>
          <a:lstStyle/>
          <a:p>
            <a:pPr indent="0" marL="0">
              <a:buNone/>
            </a:pPr>
            <a:r>
              <a:rPr lang="en-US" sz="1300" dirty="0">
                <a:solidFill>
                  <a:schemeClr val="bg2"/>
                </a:solidFill>
              </a:rPr>
              <a:t>0.7 × trend + 0.3 × timing, clipped to ±1</a:t>
            </a:r>
            <a:endParaRPr lang="en-US" sz="1300" dirty="0"/>
          </a:p>
        </p:txBody>
      </p:sp>
      <p:sp>
        <p:nvSpPr>
          <p:cNvPr id="8" name="Arrow 1"/>
          <p:cNvSpPr/>
          <p:nvPr/>
        </p:nvSpPr>
        <p:spPr>
          <a:xfrm>
            <a:off x="3145536" y="2286000"/>
            <a:ext cx="201168" cy="274320"/>
          </a:xfrm>
          <a:prstGeom prst="rightArrow">
            <a:avLst/>
          </a:prstGeom>
          <a:solidFill>
            <a:schemeClr val="bg2"/>
          </a:solidFill>
          <a:ln w="12700">
            <a:solidFill>
              <a:schemeClr val="bg2"/>
            </a:solidFill>
            <a:prstDash val="solid"/>
          </a:ln>
        </p:spPr>
      </p:sp>
      <p:sp>
        <p:nvSpPr>
          <p:cNvPr id="9" name="Step 2 card"/>
          <p:cNvSpPr/>
          <p:nvPr/>
        </p:nvSpPr>
        <p:spPr>
          <a:xfrm>
            <a:off x="3383280" y="1371600"/>
            <a:ext cx="2560320" cy="2103120"/>
          </a:xfrm>
          <a:prstGeom prst="roundRect">
            <a:avLst>
              <a:gd name="adj" fmla="val 5217"/>
            </a:avLst>
          </a:prstGeom>
          <a:solidFill>
            <a:schemeClr val="tx2"/>
          </a:solidFill>
          <a:ln w="12700">
            <a:solidFill>
              <a:schemeClr val="tx2"/>
            </a:solidFill>
            <a:prstDash val="solid"/>
          </a:ln>
        </p:spPr>
      </p:sp>
      <p:sp>
        <p:nvSpPr>
          <p:cNvPr id="10" name="Step 2 badge"/>
          <p:cNvSpPr/>
          <p:nvPr/>
        </p:nvSpPr>
        <p:spPr>
          <a:xfrm>
            <a:off x="3566160" y="1554480"/>
            <a:ext cx="502920" cy="502920"/>
          </a:xfrm>
          <a:prstGeom prst="ellipse">
            <a:avLst/>
          </a:prstGeom>
          <a:solidFill>
            <a:schemeClr val="accent5"/>
          </a:solidFill>
          <a:ln w="12700">
            <a:solidFill>
              <a:schemeClr val="accent5"/>
            </a:solidFill>
            <a:prstDash val="solid"/>
          </a:ln>
        </p:spPr>
      </p:sp>
      <p:sp>
        <p:nvSpPr>
          <p:cNvPr id="11" name="Step 2 badge text"/>
          <p:cNvSpPr txBox="1"/>
          <p:nvPr/>
        </p:nvSpPr>
        <p:spPr>
          <a:xfrm>
            <a:off x="3566160" y="155448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Step 2 heading"/>
          <p:cNvSpPr txBox="1"/>
          <p:nvPr/>
        </p:nvSpPr>
        <p:spPr>
          <a:xfrm>
            <a:off x="3566160" y="2148840"/>
            <a:ext cx="2194560" cy="365760"/>
          </a:xfrm>
          <a:prstGeom prst="rect">
            <a:avLst/>
          </a:prstGeom>
          <a:noFill/>
          <a:ln/>
        </p:spPr>
        <p:txBody>
          <a:bodyPr wrap="square" lIns="0" tIns="0" rIns="0" bIns="0" rtlCol="0" anchor="t"/>
          <a:lstStyle/>
          <a:p>
            <a:pPr indent="0" marL="0">
              <a:buNone/>
            </a:pPr>
            <a:r>
              <a:rPr lang="en-US" sz="1700" b="1" dirty="0">
                <a:solidFill>
                  <a:schemeClr val="bg1"/>
                </a:solidFill>
              </a:rPr>
              <a:t>Vol targeting</a:t>
            </a:r>
            <a:endParaRPr lang="en-US" sz="1700" dirty="0"/>
          </a:p>
        </p:txBody>
      </p:sp>
      <p:sp>
        <p:nvSpPr>
          <p:cNvPr id="13" name="Step 2 text"/>
          <p:cNvSpPr txBox="1"/>
          <p:nvPr/>
        </p:nvSpPr>
        <p:spPr>
          <a:xfrm>
            <a:off x="3566160" y="2560320"/>
            <a:ext cx="2194560" cy="868680"/>
          </a:xfrm>
          <a:prstGeom prst="rect">
            <a:avLst/>
          </a:prstGeom>
          <a:noFill/>
          <a:ln/>
        </p:spPr>
        <p:txBody>
          <a:bodyPr wrap="square" lIns="0" tIns="0" rIns="0" bIns="0" rtlCol="0" anchor="t"/>
          <a:lstStyle/>
          <a:p>
            <a:pPr indent="0" marL="0">
              <a:buNone/>
            </a:pPr>
            <a:r>
              <a:rPr lang="en-US" sz="1300" dirty="0">
                <a:solidFill>
                  <a:schemeClr val="bg2"/>
                </a:solidFill>
              </a:rPr>
              <a:t>× min(1, 1.2% / σ₂₀): constant daily risk</a:t>
            </a:r>
            <a:endParaRPr lang="en-US" sz="1300" dirty="0"/>
          </a:p>
        </p:txBody>
      </p:sp>
      <p:sp>
        <p:nvSpPr>
          <p:cNvPr id="14" name="Arrow 2"/>
          <p:cNvSpPr/>
          <p:nvPr/>
        </p:nvSpPr>
        <p:spPr>
          <a:xfrm>
            <a:off x="5980176" y="2286000"/>
            <a:ext cx="201168" cy="274320"/>
          </a:xfrm>
          <a:prstGeom prst="rightArrow">
            <a:avLst/>
          </a:prstGeom>
          <a:solidFill>
            <a:schemeClr val="bg2"/>
          </a:solidFill>
          <a:ln w="12700">
            <a:solidFill>
              <a:schemeClr val="bg2"/>
            </a:solidFill>
            <a:prstDash val="solid"/>
          </a:ln>
        </p:spPr>
      </p:sp>
      <p:sp>
        <p:nvSpPr>
          <p:cNvPr id="15" name="Step 3 card"/>
          <p:cNvSpPr/>
          <p:nvPr/>
        </p:nvSpPr>
        <p:spPr>
          <a:xfrm>
            <a:off x="6217920" y="1371600"/>
            <a:ext cx="2560320" cy="2103120"/>
          </a:xfrm>
          <a:prstGeom prst="roundRect">
            <a:avLst>
              <a:gd name="adj" fmla="val 5217"/>
            </a:avLst>
          </a:prstGeom>
          <a:solidFill>
            <a:schemeClr val="tx2"/>
          </a:solidFill>
          <a:ln w="12700">
            <a:solidFill>
              <a:schemeClr val="tx2"/>
            </a:solidFill>
            <a:prstDash val="solid"/>
          </a:ln>
        </p:spPr>
      </p:sp>
      <p:sp>
        <p:nvSpPr>
          <p:cNvPr id="16" name="Step 3 badge"/>
          <p:cNvSpPr/>
          <p:nvPr/>
        </p:nvSpPr>
        <p:spPr>
          <a:xfrm>
            <a:off x="6400800" y="1554480"/>
            <a:ext cx="502920" cy="502920"/>
          </a:xfrm>
          <a:prstGeom prst="ellipse">
            <a:avLst/>
          </a:prstGeom>
          <a:solidFill>
            <a:schemeClr val="accent2"/>
          </a:solidFill>
          <a:ln w="12700">
            <a:solidFill>
              <a:schemeClr val="accent2"/>
            </a:solidFill>
            <a:prstDash val="solid"/>
          </a:ln>
        </p:spPr>
      </p:sp>
      <p:sp>
        <p:nvSpPr>
          <p:cNvPr id="17" name="Step 3 badge text"/>
          <p:cNvSpPr txBox="1"/>
          <p:nvPr/>
        </p:nvSpPr>
        <p:spPr>
          <a:xfrm>
            <a:off x="6400800" y="155448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8" name="Step 3 heading"/>
          <p:cNvSpPr txBox="1"/>
          <p:nvPr/>
        </p:nvSpPr>
        <p:spPr>
          <a:xfrm>
            <a:off x="6400800" y="2148840"/>
            <a:ext cx="2194560" cy="365760"/>
          </a:xfrm>
          <a:prstGeom prst="rect">
            <a:avLst/>
          </a:prstGeom>
          <a:noFill/>
          <a:ln/>
        </p:spPr>
        <p:txBody>
          <a:bodyPr wrap="square" lIns="0" tIns="0" rIns="0" bIns="0" rtlCol="0" anchor="t"/>
          <a:lstStyle/>
          <a:p>
            <a:pPr indent="0" marL="0">
              <a:buNone/>
            </a:pPr>
            <a:r>
              <a:rPr lang="en-US" sz="1700" b="1" dirty="0">
                <a:solidFill>
                  <a:schemeClr val="bg1"/>
                </a:solidFill>
              </a:rPr>
              <a:t>Drawdown guard</a:t>
            </a:r>
            <a:endParaRPr lang="en-US" sz="1700" dirty="0"/>
          </a:p>
        </p:txBody>
      </p:sp>
      <p:sp>
        <p:nvSpPr>
          <p:cNvPr id="19" name="Step 3 text"/>
          <p:cNvSpPr txBox="1"/>
          <p:nvPr/>
        </p:nvSpPr>
        <p:spPr>
          <a:xfrm>
            <a:off x="6400800" y="2560320"/>
            <a:ext cx="2194560" cy="868680"/>
          </a:xfrm>
          <a:prstGeom prst="rect">
            <a:avLst/>
          </a:prstGeom>
          <a:noFill/>
          <a:ln/>
        </p:spPr>
        <p:txBody>
          <a:bodyPr wrap="square" lIns="0" tIns="0" rIns="0" bIns="0" rtlCol="0" anchor="t"/>
          <a:lstStyle/>
          <a:p>
            <a:pPr indent="0" marL="0">
              <a:buNone/>
            </a:pPr>
            <a:r>
              <a:rPr lang="en-US" sz="1300" dirty="0">
                <a:solidFill>
                  <a:schemeClr val="bg2"/>
                </a:solidFill>
              </a:rPr>
              <a:t>halve size while the book is more than 6% below its peak</a:t>
            </a:r>
            <a:endParaRPr lang="en-US" sz="1300" dirty="0"/>
          </a:p>
        </p:txBody>
      </p:sp>
      <p:sp>
        <p:nvSpPr>
          <p:cNvPr id="20" name="Arrow 3"/>
          <p:cNvSpPr/>
          <p:nvPr/>
        </p:nvSpPr>
        <p:spPr>
          <a:xfrm>
            <a:off x="8814816" y="2286000"/>
            <a:ext cx="201168" cy="274320"/>
          </a:xfrm>
          <a:prstGeom prst="rightArrow">
            <a:avLst/>
          </a:prstGeom>
          <a:solidFill>
            <a:schemeClr val="bg2"/>
          </a:solidFill>
          <a:ln w="12700">
            <a:solidFill>
              <a:schemeClr val="bg2"/>
            </a:solidFill>
            <a:prstDash val="solid"/>
          </a:ln>
        </p:spPr>
      </p:sp>
      <p:sp>
        <p:nvSpPr>
          <p:cNvPr id="21" name="Step 4 card"/>
          <p:cNvSpPr/>
          <p:nvPr/>
        </p:nvSpPr>
        <p:spPr>
          <a:xfrm>
            <a:off x="9052560" y="1371600"/>
            <a:ext cx="2560320" cy="2103120"/>
          </a:xfrm>
          <a:prstGeom prst="roundRect">
            <a:avLst>
              <a:gd name="adj" fmla="val 5217"/>
            </a:avLst>
          </a:prstGeom>
          <a:solidFill>
            <a:schemeClr val="tx2"/>
          </a:solidFill>
          <a:ln w="12700">
            <a:solidFill>
              <a:schemeClr val="tx2"/>
            </a:solidFill>
            <a:prstDash val="solid"/>
          </a:ln>
        </p:spPr>
      </p:sp>
      <p:sp>
        <p:nvSpPr>
          <p:cNvPr id="22" name="Step 4 badge"/>
          <p:cNvSpPr/>
          <p:nvPr/>
        </p:nvSpPr>
        <p:spPr>
          <a:xfrm>
            <a:off x="9235440" y="1554480"/>
            <a:ext cx="502920" cy="502920"/>
          </a:xfrm>
          <a:prstGeom prst="ellipse">
            <a:avLst/>
          </a:prstGeom>
          <a:solidFill>
            <a:schemeClr val="accent1"/>
          </a:solidFill>
          <a:ln w="12700">
            <a:solidFill>
              <a:schemeClr val="accent1"/>
            </a:solidFill>
            <a:prstDash val="solid"/>
          </a:ln>
        </p:spPr>
      </p:sp>
      <p:sp>
        <p:nvSpPr>
          <p:cNvPr id="23" name="Step 4 badge text"/>
          <p:cNvSpPr txBox="1"/>
          <p:nvPr/>
        </p:nvSpPr>
        <p:spPr>
          <a:xfrm>
            <a:off x="9235440" y="155448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4" name="Step 4 heading"/>
          <p:cNvSpPr txBox="1"/>
          <p:nvPr/>
        </p:nvSpPr>
        <p:spPr>
          <a:xfrm>
            <a:off x="9235440" y="2148840"/>
            <a:ext cx="2194560" cy="365760"/>
          </a:xfrm>
          <a:prstGeom prst="rect">
            <a:avLst/>
          </a:prstGeom>
          <a:noFill/>
          <a:ln/>
        </p:spPr>
        <p:txBody>
          <a:bodyPr wrap="square" lIns="0" tIns="0" rIns="0" bIns="0" rtlCol="0" anchor="t"/>
          <a:lstStyle/>
          <a:p>
            <a:pPr indent="0" marL="0">
              <a:buNone/>
            </a:pPr>
            <a:r>
              <a:rPr lang="en-US" sz="1700" b="1" dirty="0">
                <a:solidFill>
                  <a:schemeClr val="bg1"/>
                </a:solidFill>
              </a:rPr>
              <a:t>Trading band</a:t>
            </a:r>
            <a:endParaRPr lang="en-US" sz="1700" dirty="0"/>
          </a:p>
        </p:txBody>
      </p:sp>
      <p:sp>
        <p:nvSpPr>
          <p:cNvPr id="25" name="Step 4 text"/>
          <p:cNvSpPr txBox="1"/>
          <p:nvPr/>
        </p:nvSpPr>
        <p:spPr>
          <a:xfrm>
            <a:off x="9235440" y="2560320"/>
            <a:ext cx="2194560" cy="868680"/>
          </a:xfrm>
          <a:prstGeom prst="rect">
            <a:avLst/>
          </a:prstGeom>
          <a:noFill/>
          <a:ln/>
        </p:spPr>
        <p:txBody>
          <a:bodyPr wrap="square" lIns="0" tIns="0" rIns="0" bIns="0" rtlCol="0" anchor="t"/>
          <a:lstStyle/>
          <a:p>
            <a:pPr indent="0" marL="0">
              <a:buNone/>
            </a:pPr>
            <a:r>
              <a:rPr lang="en-US" sz="1300" dirty="0">
                <a:solidFill>
                  <a:schemeClr val="bg2"/>
                </a:solidFill>
              </a:rPr>
              <a:t>trade only if the target moves more than 0.12 (cost 0.001 per unit)</a:t>
            </a:r>
            <a:endParaRPr lang="en-US" sz="1300" dirty="0"/>
          </a:p>
        </p:txBody>
      </p:sp>
      <p:graphicFrame>
        <p:nvGraphicFramePr>
          <p:cNvPr id="9" name="Variant comparison table"/>
          <p:cNvGraphicFramePr>
            <a:graphicFrameLocks noGrp="1"/>
          </p:cNvGraphicFramePr>
          <p:nvPr>
            <p:extLst>
              <p:ext uri="{D42A27DB-BD31-4B8C-83A1-F6EECF244321}">
                <p14:modId xmlns:p14="http://schemas.microsoft.com/office/powerpoint/2010/main" val="1579011935"/>
              </p:ext>
            </p:extLst>
          </p:nvPr>
        </p:nvGraphicFramePr>
        <p:xfrm>
          <a:off x="548640" y="3749040"/>
          <a:ext cx="11064240" cy="914400"/>
        </p:xfrm>
        <a:graphic>
          <a:graphicData uri="http://schemas.openxmlformats.org/drawingml/2006/table">
            <a:tbl>
              <a:tblPr/>
              <a:tblGrid>
                <a:gridCol w="5577840"/>
                <a:gridCol w="1828800"/>
                <a:gridCol w="1828800"/>
                <a:gridCol w="1828800"/>
              </a:tblGrid>
              <a:tr h="38404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Variant (backtest days 300–849, with costs)</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Sharpe</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Max drawdown</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Turnover / day</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Trend only</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0.48</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−19.6%</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0.07</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r>
              <a:tr h="38404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Previous hedged blend</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0.56</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−12.4%</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0.49</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r>
              <a:tr h="384048">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Submitted v4 (signal + all four controls)</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0.64</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−12.3%</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0.13</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r>
              <a:tr h="38404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v4 without the drawdown guard</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0.55</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−17.6%</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0.22</a:t>
                      </a:r>
                      <a:endParaRPr lang="en-US" sz="14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r>
            </a:tbl>
          </a:graphicData>
        </a:graphic>
      </p:graphicFrame>
      <p:sp>
        <p:nvSpPr>
          <p:cNvPr id="27" name="Risk note"/>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300" i="1" dirty="0">
                <a:solidFill>
                  <a:schemeClr val="bg2"/>
                </a:solidFill>
              </a:rPr>
              <a:t>All settings were fixed on days 1–850, before the crash. The drawdown guard alone lifted Sharpe from 0.55 to 0.64 and cut the worst drawdown by a third and turnover by 40%.</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bg1"/>
                </a:solidFill>
              </a:rPr>
              <a:t>Result: +16% while the stock fell 45%</a:t>
            </a:r>
            <a:endParaRPr lang="en-US" sz="3200" dirty="0"/>
          </a:p>
        </p:txBody>
      </p:sp>
      <p:sp>
        <p:nvSpPr>
          <p:cNvPr id="3" name="Equity chart card"/>
          <p:cNvSpPr/>
          <p:nvPr/>
        </p:nvSpPr>
        <p:spPr>
          <a:xfrm>
            <a:off x="548640" y="1371600"/>
            <a:ext cx="6949440" cy="4800600"/>
          </a:xfrm>
          <a:prstGeom prst="roundRect">
            <a:avLst>
              <a:gd name="adj" fmla="val 2286"/>
            </a:avLst>
          </a:prstGeom>
          <a:solidFill>
            <a:schemeClr val="tx2"/>
          </a:solidFill>
          <a:ln w="12700">
            <a:solidFill>
              <a:schemeClr val="tx2"/>
            </a:solidFill>
            <a:prstDash val="solid"/>
          </a:ln>
        </p:spPr>
      </p:sp>
      <p:graphicFrame>
        <p:nvGraphicFramePr>
          <p:cNvPr id="4" name="Equity curve chart" descr=""/>
          <p:cNvGraphicFramePr/>
          <p:nvPr/>
        </p:nvGraphicFramePr>
        <p:xfrm>
          <a:off x="685800" y="1463040"/>
          <a:ext cx="6675120" cy="4617720"/>
        </p:xfrm>
        <a:graphic xmlns:a="http://schemas.openxmlformats.org/drawingml/2006/main">
          <a:graphicData uri="http://schemas.openxmlformats.org/drawingml/2006/chart">
            <c:chart xmlns:c="http://schemas.openxmlformats.org/drawingml/2006/chart" r:id="rId1"/>
          </a:graphicData>
        </a:graphic>
      </p:graphicFrame>
      <p:sp>
        <p:nvSpPr>
          <p:cNvPr id="5" name="Result 1"/>
          <p:cNvSpPr/>
          <p:nvPr/>
        </p:nvSpPr>
        <p:spPr>
          <a:xfrm>
            <a:off x="7726680" y="1371600"/>
            <a:ext cx="3886200" cy="1097280"/>
          </a:xfrm>
          <a:prstGeom prst="roundRect">
            <a:avLst>
              <a:gd name="adj" fmla="val 10000"/>
            </a:avLst>
          </a:prstGeom>
          <a:solidFill>
            <a:schemeClr val="tx2"/>
          </a:solidFill>
          <a:ln w="12700">
            <a:solidFill>
              <a:schemeClr val="tx2"/>
            </a:solidFill>
            <a:prstDash val="solid"/>
          </a:ln>
        </p:spPr>
      </p:sp>
      <p:sp>
        <p:nvSpPr>
          <p:cNvPr id="6" name="Result 1 value"/>
          <p:cNvSpPr txBox="1"/>
          <p:nvPr/>
        </p:nvSpPr>
        <p:spPr>
          <a:xfrm>
            <a:off x="7955280" y="1536192"/>
            <a:ext cx="3429000" cy="548640"/>
          </a:xfrm>
          <a:prstGeom prst="rect">
            <a:avLst/>
          </a:prstGeom>
          <a:noFill/>
          <a:ln/>
        </p:spPr>
        <p:txBody>
          <a:bodyPr wrap="square" lIns="0" tIns="0" rIns="0" bIns="0" rtlCol="0" anchor="t"/>
          <a:lstStyle/>
          <a:p>
            <a:pPr indent="0" marL="0">
              <a:buNone/>
            </a:pPr>
            <a:r>
              <a:rPr lang="en-US" sz="3000" b="1" dirty="0">
                <a:solidFill>
                  <a:schemeClr val="accent4"/>
                </a:solidFill>
                <a:latin typeface="Arial" pitchFamily="34" charset="0"/>
                <a:ea typeface="Arial" pitchFamily="34" charset="-122"/>
                <a:cs typeface="Arial" pitchFamily="34" charset="-120"/>
              </a:rPr>
              <a:t>5.84</a:t>
            </a:r>
            <a:endParaRPr lang="en-US" sz="3000" dirty="0"/>
          </a:p>
        </p:txBody>
      </p:sp>
      <p:sp>
        <p:nvSpPr>
          <p:cNvPr id="7" name="Result 1 label"/>
          <p:cNvSpPr txBox="1"/>
          <p:nvPr/>
        </p:nvSpPr>
        <p:spPr>
          <a:xfrm>
            <a:off x="7955280" y="2008022"/>
            <a:ext cx="3429000" cy="395021"/>
          </a:xfrm>
          <a:prstGeom prst="rect">
            <a:avLst/>
          </a:prstGeom>
          <a:noFill/>
          <a:ln/>
        </p:spPr>
        <p:txBody>
          <a:bodyPr wrap="square" lIns="0" tIns="0" rIns="0" bIns="0" rtlCol="0" anchor="t"/>
          <a:lstStyle/>
          <a:p>
            <a:pPr indent="0" marL="0">
              <a:buNone/>
            </a:pPr>
            <a:r>
              <a:rPr lang="en-US" sz="1300" dirty="0">
                <a:solidFill>
                  <a:schemeClr val="bg2"/>
                </a:solidFill>
              </a:rPr>
              <a:t>annualised Sharpe ratio</a:t>
            </a:r>
            <a:endParaRPr lang="en-US" sz="1300" dirty="0"/>
          </a:p>
        </p:txBody>
      </p:sp>
      <p:sp>
        <p:nvSpPr>
          <p:cNvPr id="8" name="Result 2"/>
          <p:cNvSpPr/>
          <p:nvPr/>
        </p:nvSpPr>
        <p:spPr>
          <a:xfrm>
            <a:off x="7726680" y="2587752"/>
            <a:ext cx="3886200" cy="1097280"/>
          </a:xfrm>
          <a:prstGeom prst="roundRect">
            <a:avLst>
              <a:gd name="adj" fmla="val 10000"/>
            </a:avLst>
          </a:prstGeom>
          <a:solidFill>
            <a:schemeClr val="tx2"/>
          </a:solidFill>
          <a:ln w="12700">
            <a:solidFill>
              <a:schemeClr val="tx2"/>
            </a:solidFill>
            <a:prstDash val="solid"/>
          </a:ln>
        </p:spPr>
      </p:sp>
      <p:sp>
        <p:nvSpPr>
          <p:cNvPr id="9" name="Result 2 value"/>
          <p:cNvSpPr txBox="1"/>
          <p:nvPr/>
        </p:nvSpPr>
        <p:spPr>
          <a:xfrm>
            <a:off x="7955280" y="2752344"/>
            <a:ext cx="3429000" cy="54864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-2.23%</a:t>
            </a:r>
            <a:endParaRPr lang="en-US" sz="3000" dirty="0"/>
          </a:p>
        </p:txBody>
      </p:sp>
      <p:sp>
        <p:nvSpPr>
          <p:cNvPr id="10" name="Result 2 label"/>
          <p:cNvSpPr txBox="1"/>
          <p:nvPr/>
        </p:nvSpPr>
        <p:spPr>
          <a:xfrm>
            <a:off x="7955280" y="3224174"/>
            <a:ext cx="3429000" cy="395021"/>
          </a:xfrm>
          <a:prstGeom prst="rect">
            <a:avLst/>
          </a:prstGeom>
          <a:noFill/>
          <a:ln/>
        </p:spPr>
        <p:txBody>
          <a:bodyPr wrap="square" lIns="0" tIns="0" rIns="0" bIns="0" rtlCol="0" anchor="t"/>
          <a:lstStyle/>
          <a:p>
            <a:pPr indent="0" marL="0">
              <a:buNone/>
            </a:pPr>
            <a:r>
              <a:rPr lang="en-US" sz="1300" dirty="0">
                <a:solidFill>
                  <a:schemeClr val="bg2"/>
                </a:solidFill>
              </a:rPr>
              <a:t>maximum drawdown</a:t>
            </a:r>
            <a:endParaRPr lang="en-US" sz="1300" dirty="0"/>
          </a:p>
        </p:txBody>
      </p:sp>
      <p:sp>
        <p:nvSpPr>
          <p:cNvPr id="11" name="Result 3"/>
          <p:cNvSpPr/>
          <p:nvPr/>
        </p:nvSpPr>
        <p:spPr>
          <a:xfrm>
            <a:off x="7726680" y="3803904"/>
            <a:ext cx="3886200" cy="1097280"/>
          </a:xfrm>
          <a:prstGeom prst="roundRect">
            <a:avLst>
              <a:gd name="adj" fmla="val 10000"/>
            </a:avLst>
          </a:prstGeom>
          <a:solidFill>
            <a:schemeClr val="tx2"/>
          </a:solidFill>
          <a:ln w="12700">
            <a:solidFill>
              <a:schemeClr val="tx2"/>
            </a:solidFill>
            <a:prstDash val="solid"/>
          </a:ln>
        </p:spPr>
      </p:sp>
      <p:sp>
        <p:nvSpPr>
          <p:cNvPr id="12" name="Result 3 value"/>
          <p:cNvSpPr txBox="1"/>
          <p:nvPr/>
        </p:nvSpPr>
        <p:spPr>
          <a:xfrm>
            <a:off x="7955280" y="3968496"/>
            <a:ext cx="3429000" cy="548640"/>
          </a:xfrm>
          <a:prstGeom prst="rect">
            <a:avLst/>
          </a:prstGeom>
          <a:noFill/>
          <a:ln/>
        </p:spPr>
        <p:txBody>
          <a:bodyPr wrap="square" lIns="0" tIns="0" rIns="0" bIns="0" rtlCol="0" anchor="t"/>
          <a:lstStyle/>
          <a:p>
            <a:pPr indent="0" marL="0">
              <a:buNone/>
            </a:pPr>
            <a:r>
              <a:rPr lang="en-US" sz="3000" b="1" dirty="0">
                <a:solidFill>
                  <a:schemeClr val="accent5"/>
                </a:solidFill>
                <a:latin typeface="Arial" pitchFamily="34" charset="0"/>
                <a:ea typeface="Arial" pitchFamily="34" charset="-122"/>
                <a:cs typeface="Arial" pitchFamily="34" charset="-120"/>
              </a:rPr>
              <a:t>0.332%</a:t>
            </a:r>
            <a:endParaRPr lang="en-US" sz="3000" dirty="0"/>
          </a:p>
        </p:txBody>
      </p:sp>
      <p:sp>
        <p:nvSpPr>
          <p:cNvPr id="13" name="Result 3 label"/>
          <p:cNvSpPr txBox="1"/>
          <p:nvPr/>
        </p:nvSpPr>
        <p:spPr>
          <a:xfrm>
            <a:off x="7955280" y="4440326"/>
            <a:ext cx="3429000" cy="395021"/>
          </a:xfrm>
          <a:prstGeom prst="rect">
            <a:avLst/>
          </a:prstGeom>
          <a:noFill/>
          <a:ln/>
        </p:spPr>
        <p:txBody>
          <a:bodyPr wrap="square" lIns="0" tIns="0" rIns="0" bIns="0" rtlCol="0" anchor="t"/>
          <a:lstStyle/>
          <a:p>
            <a:pPr indent="0" marL="0">
              <a:buNone/>
            </a:pPr>
            <a:r>
              <a:rPr lang="en-US" sz="1300" dirty="0">
                <a:solidFill>
                  <a:schemeClr val="bg2"/>
                </a:solidFill>
              </a:rPr>
              <a:t>total trading cost (16 trades, 0.068 turnover/day)</a:t>
            </a:r>
            <a:endParaRPr lang="en-US" sz="1300" dirty="0"/>
          </a:p>
        </p:txBody>
      </p:sp>
      <p:sp>
        <p:nvSpPr>
          <p:cNvPr id="14" name="Result 4"/>
          <p:cNvSpPr/>
          <p:nvPr/>
        </p:nvSpPr>
        <p:spPr>
          <a:xfrm>
            <a:off x="7726680" y="5020056"/>
            <a:ext cx="3886200" cy="1097280"/>
          </a:xfrm>
          <a:prstGeom prst="roundRect">
            <a:avLst>
              <a:gd name="adj" fmla="val 10000"/>
            </a:avLst>
          </a:prstGeom>
          <a:solidFill>
            <a:schemeClr val="tx2"/>
          </a:solidFill>
          <a:ln w="12700">
            <a:solidFill>
              <a:schemeClr val="tx2"/>
            </a:solidFill>
            <a:prstDash val="solid"/>
          </a:ln>
        </p:spPr>
      </p:sp>
      <p:sp>
        <p:nvSpPr>
          <p:cNvPr id="15" name="Result 4 value"/>
          <p:cNvSpPr txBox="1"/>
          <p:nvPr/>
        </p:nvSpPr>
        <p:spPr>
          <a:xfrm>
            <a:off x="7955280" y="5184648"/>
            <a:ext cx="3429000" cy="54864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100 / 73</a:t>
            </a:r>
            <a:endParaRPr lang="en-US" sz="3000" dirty="0"/>
          </a:p>
        </p:txBody>
      </p:sp>
      <p:sp>
        <p:nvSpPr>
          <p:cNvPr id="16" name="Result 4 label"/>
          <p:cNvSpPr txBox="1"/>
          <p:nvPr/>
        </p:nvSpPr>
        <p:spPr>
          <a:xfrm>
            <a:off x="7955280" y="5656478"/>
            <a:ext cx="3429000" cy="395021"/>
          </a:xfrm>
          <a:prstGeom prst="rect">
            <a:avLst/>
          </a:prstGeom>
          <a:noFill/>
          <a:ln/>
        </p:spPr>
        <p:txBody>
          <a:bodyPr wrap="square" lIns="0" tIns="0" rIns="0" bIns="0" rtlCol="0" anchor="t"/>
          <a:lstStyle/>
          <a:p>
            <a:pPr indent="0" marL="0">
              <a:buNone/>
            </a:pPr>
            <a:r>
              <a:rPr lang="en-US" sz="1300" dirty="0">
                <a:solidFill>
                  <a:schemeClr val="bg2"/>
                </a:solidFill>
              </a:rPr>
              <a:t>Round 3 public / private score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3200" b="1" dirty="0">
                <a:solidFill>
                  <a:schemeClr val="bg1"/>
                </a:solidFill>
              </a:rPr>
              <a:t>What broke, what we fixed, what we would do next</a:t>
            </a:r>
            <a:endParaRPr lang="en-US" sz="3200" dirty="0"/>
          </a:p>
        </p:txBody>
      </p:sp>
      <p:sp>
        <p:nvSpPr>
          <p:cNvPr id="3" name="Lesson 1 card"/>
          <p:cNvSpPr/>
          <p:nvPr/>
        </p:nvSpPr>
        <p:spPr>
          <a:xfrm>
            <a:off x="548640" y="1371600"/>
            <a:ext cx="3520440" cy="3749040"/>
          </a:xfrm>
          <a:prstGeom prst="roundRect">
            <a:avLst>
              <a:gd name="adj" fmla="val 3117"/>
            </a:avLst>
          </a:prstGeom>
          <a:solidFill>
            <a:schemeClr val="tx2"/>
          </a:solidFill>
          <a:ln w="12700">
            <a:solidFill>
              <a:schemeClr val="tx2"/>
            </a:solidFill>
            <a:prstDash val="solid"/>
          </a:ln>
        </p:spPr>
      </p:sp>
      <p:sp>
        <p:nvSpPr>
          <p:cNvPr id="4" name="Lesson 1 badge"/>
          <p:cNvSpPr/>
          <p:nvPr/>
        </p:nvSpPr>
        <p:spPr>
          <a:xfrm>
            <a:off x="777240" y="1600200"/>
            <a:ext cx="502920" cy="502920"/>
          </a:xfrm>
          <a:prstGeom prst="ellipse">
            <a:avLst/>
          </a:prstGeom>
          <a:solidFill>
            <a:schemeClr val="accent2"/>
          </a:solidFill>
          <a:ln w="12700">
            <a:solidFill>
              <a:schemeClr val="accent2"/>
            </a:solidFill>
            <a:prstDash val="solid"/>
          </a:ln>
        </p:spPr>
      </p:sp>
      <p:sp>
        <p:nvSpPr>
          <p:cNvPr id="5" name="Lesson 1 badge text"/>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Lesson 1 heading"/>
          <p:cNvSpPr txBox="1"/>
          <p:nvPr/>
        </p:nvSpPr>
        <p:spPr>
          <a:xfrm>
            <a:off x="777240" y="2240280"/>
            <a:ext cx="3063240" cy="457200"/>
          </a:xfrm>
          <a:prstGeom prst="rect">
            <a:avLst/>
          </a:prstGeom>
          <a:noFill/>
          <a:ln/>
        </p:spPr>
        <p:txBody>
          <a:bodyPr wrap="square" lIns="0" tIns="0" rIns="0" bIns="0" rtlCol="0" anchor="t"/>
          <a:lstStyle/>
          <a:p>
            <a:pPr indent="0" marL="0">
              <a:buNone/>
            </a:pPr>
            <a:r>
              <a:rPr lang="en-US" sz="1800" b="1" dirty="0">
                <a:solidFill>
                  <a:schemeClr val="bg1"/>
                </a:solidFill>
              </a:rPr>
              <a:t>Broke: Round 1 inputs</a:t>
            </a:r>
            <a:endParaRPr lang="en-US" sz="1800" dirty="0"/>
          </a:p>
        </p:txBody>
      </p:sp>
      <p:sp>
        <p:nvSpPr>
          <p:cNvPr id="7" name="Lesson 1 problem"/>
          <p:cNvSpPr txBox="1"/>
          <p:nvPr/>
        </p:nvSpPr>
        <p:spPr>
          <a:xfrm>
            <a:off x="777240" y="2788920"/>
            <a:ext cx="3063240" cy="1005840"/>
          </a:xfrm>
          <a:prstGeom prst="rect">
            <a:avLst/>
          </a:prstGeom>
          <a:noFill/>
          <a:ln/>
        </p:spPr>
        <p:txBody>
          <a:bodyPr wrap="square" lIns="0" tIns="0" rIns="0" bIns="0" rtlCol="0" anchor="t"/>
          <a:lstStyle/>
          <a:p>
            <a:pPr indent="0" marL="0">
              <a:buNone/>
            </a:pPr>
            <a:r>
              <a:rPr lang="en-US" sz="1400" dirty="0">
                <a:solidFill>
                  <a:schemeClr val="bg2"/>
                </a:solidFill>
              </a:rPr>
              <a:t>Hidden features were computed differently, so the model saw mismatched inputs.</a:t>
            </a:r>
            <a:endParaRPr lang="en-US" sz="1400" dirty="0"/>
          </a:p>
        </p:txBody>
      </p:sp>
      <p:sp>
        <p:nvSpPr>
          <p:cNvPr id="8" name="Lesson 1 fix"/>
          <p:cNvSpPr txBox="1"/>
          <p:nvPr/>
        </p:nvSpPr>
        <p:spPr>
          <a:xfrm>
            <a:off x="777240" y="3931920"/>
            <a:ext cx="3063240" cy="914400"/>
          </a:xfrm>
          <a:prstGeom prst="rect">
            <a:avLst/>
          </a:prstGeom>
          <a:noFill/>
          <a:ln/>
        </p:spPr>
        <p:txBody>
          <a:bodyPr wrap="square" lIns="0" tIns="0" rIns="0" bIns="0" rtlCol="0" anchor="t"/>
          <a:lstStyle/>
          <a:p>
            <a:pPr indent="0" marL="0">
              <a:buNone/>
            </a:pPr>
            <a:r>
              <a:rPr lang="en-US" sz="1400" dirty="0">
                <a:solidFill>
                  <a:schemeClr val="accent2"/>
                </a:solidFill>
              </a:rPr>
              <a:t>Fix: audit every file; only use verified features.</a:t>
            </a:r>
            <a:endParaRPr lang="en-US" sz="1400" dirty="0"/>
          </a:p>
        </p:txBody>
      </p:sp>
      <p:sp>
        <p:nvSpPr>
          <p:cNvPr id="9" name="Lesson 2 card"/>
          <p:cNvSpPr/>
          <p:nvPr/>
        </p:nvSpPr>
        <p:spPr>
          <a:xfrm>
            <a:off x="4297680" y="1371600"/>
            <a:ext cx="3520440" cy="3749040"/>
          </a:xfrm>
          <a:prstGeom prst="roundRect">
            <a:avLst>
              <a:gd name="adj" fmla="val 3117"/>
            </a:avLst>
          </a:prstGeom>
          <a:solidFill>
            <a:schemeClr val="tx2"/>
          </a:solidFill>
          <a:ln w="12700">
            <a:solidFill>
              <a:schemeClr val="tx2"/>
            </a:solidFill>
            <a:prstDash val="solid"/>
          </a:ln>
        </p:spPr>
      </p:sp>
      <p:sp>
        <p:nvSpPr>
          <p:cNvPr id="10" name="Lesson 2 badge"/>
          <p:cNvSpPr/>
          <p:nvPr/>
        </p:nvSpPr>
        <p:spPr>
          <a:xfrm>
            <a:off x="4526280" y="1600200"/>
            <a:ext cx="502920" cy="502920"/>
          </a:xfrm>
          <a:prstGeom prst="ellipse">
            <a:avLst/>
          </a:prstGeom>
          <a:solidFill>
            <a:schemeClr val="accent4"/>
          </a:solidFill>
          <a:ln w="12700">
            <a:solidFill>
              <a:schemeClr val="accent4"/>
            </a:solidFill>
            <a:prstDash val="solid"/>
          </a:ln>
        </p:spPr>
      </p:sp>
      <p:sp>
        <p:nvSpPr>
          <p:cNvPr id="11" name="Lesson 2 badge text"/>
          <p:cNvSpPr txBox="1"/>
          <p:nvPr/>
        </p:nvSpPr>
        <p:spPr>
          <a:xfrm>
            <a:off x="4526280" y="160020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Lesson 2 heading"/>
          <p:cNvSpPr txBox="1"/>
          <p:nvPr/>
        </p:nvSpPr>
        <p:spPr>
          <a:xfrm>
            <a:off x="4526280" y="2240280"/>
            <a:ext cx="3063240" cy="457200"/>
          </a:xfrm>
          <a:prstGeom prst="rect">
            <a:avLst/>
          </a:prstGeom>
          <a:noFill/>
          <a:ln/>
        </p:spPr>
        <p:txBody>
          <a:bodyPr wrap="square" lIns="0" tIns="0" rIns="0" bIns="0" rtlCol="0" anchor="t"/>
          <a:lstStyle/>
          <a:p>
            <a:pPr indent="0" marL="0">
              <a:buNone/>
            </a:pPr>
            <a:r>
              <a:rPr lang="en-US" sz="1800" b="1" dirty="0">
                <a:solidFill>
                  <a:schemeClr val="bg1"/>
                </a:solidFill>
              </a:rPr>
              <a:t>Broke: calm model in the crash</a:t>
            </a:r>
            <a:endParaRPr lang="en-US" sz="1800" dirty="0"/>
          </a:p>
        </p:txBody>
      </p:sp>
      <p:sp>
        <p:nvSpPr>
          <p:cNvPr id="13" name="Lesson 2 problem"/>
          <p:cNvSpPr txBox="1"/>
          <p:nvPr/>
        </p:nvSpPr>
        <p:spPr>
          <a:xfrm>
            <a:off x="4526280" y="2788920"/>
            <a:ext cx="3063240" cy="1005840"/>
          </a:xfrm>
          <a:prstGeom prst="rect">
            <a:avLst/>
          </a:prstGeom>
          <a:noFill/>
          <a:ln/>
        </p:spPr>
        <p:txBody>
          <a:bodyPr wrap="square" lIns="0" tIns="0" rIns="0" bIns="0" rtlCol="0" anchor="t"/>
          <a:lstStyle/>
          <a:p>
            <a:pPr indent="0" marL="0">
              <a:buNone/>
            </a:pPr>
            <a:r>
              <a:rPr lang="en-US" sz="1400" dirty="0">
                <a:solidFill>
                  <a:schemeClr val="bg2"/>
                </a:solidFill>
              </a:rPr>
              <a:t>The reversal pattern inverted and the unchanged model scored 3.38.</a:t>
            </a:r>
            <a:endParaRPr lang="en-US" sz="1400" dirty="0"/>
          </a:p>
        </p:txBody>
      </p:sp>
      <p:sp>
        <p:nvSpPr>
          <p:cNvPr id="14" name="Lesson 2 fix"/>
          <p:cNvSpPr txBox="1"/>
          <p:nvPr/>
        </p:nvSpPr>
        <p:spPr>
          <a:xfrm>
            <a:off x="4526280" y="3931920"/>
            <a:ext cx="3063240" cy="914400"/>
          </a:xfrm>
          <a:prstGeom prst="rect">
            <a:avLst/>
          </a:prstGeom>
          <a:noFill/>
          <a:ln/>
        </p:spPr>
        <p:txBody>
          <a:bodyPr wrap="square" lIns="0" tIns="0" rIns="0" bIns="0" rtlCol="0" anchor="t"/>
          <a:lstStyle/>
          <a:p>
            <a:pPr indent="0" marL="0">
              <a:buNone/>
            </a:pPr>
            <a:r>
              <a:rPr lang="en-US" sz="1400" dirty="0">
                <a:solidFill>
                  <a:schemeClr val="accent4"/>
                </a:solidFill>
              </a:rPr>
              <a:t>Fix: regime flags drive the model; inverted timing scored 29.96.</a:t>
            </a:r>
            <a:endParaRPr lang="en-US" sz="1400" dirty="0"/>
          </a:p>
        </p:txBody>
      </p:sp>
      <p:sp>
        <p:nvSpPr>
          <p:cNvPr id="15" name="Lesson 3 card"/>
          <p:cNvSpPr/>
          <p:nvPr/>
        </p:nvSpPr>
        <p:spPr>
          <a:xfrm>
            <a:off x="8046720" y="1371600"/>
            <a:ext cx="3520440" cy="3749040"/>
          </a:xfrm>
          <a:prstGeom prst="roundRect">
            <a:avLst>
              <a:gd name="adj" fmla="val 3117"/>
            </a:avLst>
          </a:prstGeom>
          <a:solidFill>
            <a:schemeClr val="tx2"/>
          </a:solidFill>
          <a:ln w="12700">
            <a:solidFill>
              <a:schemeClr val="tx2"/>
            </a:solidFill>
            <a:prstDash val="solid"/>
          </a:ln>
        </p:spPr>
      </p:sp>
      <p:sp>
        <p:nvSpPr>
          <p:cNvPr id="16" name="Lesson 3 badge"/>
          <p:cNvSpPr/>
          <p:nvPr/>
        </p:nvSpPr>
        <p:spPr>
          <a:xfrm>
            <a:off x="8275320" y="1600200"/>
            <a:ext cx="502920" cy="502920"/>
          </a:xfrm>
          <a:prstGeom prst="ellipse">
            <a:avLst/>
          </a:prstGeom>
          <a:solidFill>
            <a:schemeClr val="accent1"/>
          </a:solidFill>
          <a:ln w="12700">
            <a:solidFill>
              <a:schemeClr val="accent1"/>
            </a:solidFill>
            <a:prstDash val="solid"/>
          </a:ln>
        </p:spPr>
      </p:sp>
      <p:sp>
        <p:nvSpPr>
          <p:cNvPr id="17" name="Lesson 3 badge text"/>
          <p:cNvSpPr txBox="1"/>
          <p:nvPr/>
        </p:nvSpPr>
        <p:spPr>
          <a:xfrm>
            <a:off x="8275320" y="1600200"/>
            <a:ext cx="502920" cy="50292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8" name="Lesson 3 heading"/>
          <p:cNvSpPr txBox="1"/>
          <p:nvPr/>
        </p:nvSpPr>
        <p:spPr>
          <a:xfrm>
            <a:off x="8275320" y="2240280"/>
            <a:ext cx="3063240" cy="457200"/>
          </a:xfrm>
          <a:prstGeom prst="rect">
            <a:avLst/>
          </a:prstGeom>
          <a:noFill/>
          <a:ln/>
        </p:spPr>
        <p:txBody>
          <a:bodyPr wrap="square" lIns="0" tIns="0" rIns="0" bIns="0" rtlCol="0" anchor="t"/>
          <a:lstStyle/>
          <a:p>
            <a:pPr indent="0" marL="0">
              <a:buNone/>
            </a:pPr>
            <a:r>
              <a:rPr lang="en-US" sz="1800" b="1" dirty="0">
                <a:solidFill>
                  <a:schemeClr val="bg1"/>
                </a:solidFill>
              </a:rPr>
              <a:t>Next</a:t>
            </a:r>
            <a:endParaRPr lang="en-US" sz="1800" dirty="0"/>
          </a:p>
        </p:txBody>
      </p:sp>
      <p:sp>
        <p:nvSpPr>
          <p:cNvPr id="19" name="Lesson 3 problem"/>
          <p:cNvSpPr txBox="1"/>
          <p:nvPr/>
        </p:nvSpPr>
        <p:spPr>
          <a:xfrm>
            <a:off x="8275320" y="2788920"/>
            <a:ext cx="3063240" cy="1005840"/>
          </a:xfrm>
          <a:prstGeom prst="rect">
            <a:avLst/>
          </a:prstGeom>
          <a:noFill/>
          <a:ln/>
        </p:spPr>
        <p:txBody>
          <a:bodyPr wrap="square" lIns="0" tIns="0" rIns="0" bIns="0" rtlCol="0" anchor="t"/>
          <a:lstStyle/>
          <a:p>
            <a:pPr indent="0" marL="0">
              <a:buNone/>
            </a:pPr>
            <a:r>
              <a:rPr lang="en-US" sz="1400" dirty="0">
                <a:solidFill>
                  <a:schemeClr val="bg2"/>
                </a:solidFill>
              </a:rPr>
              <a:t>Online change-point detection to switch regimes automatically.</a:t>
            </a:r>
            <a:endParaRPr lang="en-US" sz="1400" dirty="0"/>
          </a:p>
        </p:txBody>
      </p:sp>
      <p:sp>
        <p:nvSpPr>
          <p:cNvPr id="20" name="Lesson 3 fix"/>
          <p:cNvSpPr txBox="1"/>
          <p:nvPr/>
        </p:nvSpPr>
        <p:spPr>
          <a:xfrm>
            <a:off x="8275320" y="3931920"/>
            <a:ext cx="3063240" cy="914400"/>
          </a:xfrm>
          <a:prstGeom prst="rect">
            <a:avLst/>
          </a:prstGeom>
          <a:noFill/>
          <a:ln/>
        </p:spPr>
        <p:txBody>
          <a:bodyPr wrap="square" lIns="0" tIns="0" rIns="0" bIns="0" rtlCol="0" anchor="t"/>
          <a:lstStyle/>
          <a:p>
            <a:pPr indent="0" marL="0">
              <a:buNone/>
            </a:pPr>
            <a:r>
              <a:rPr lang="en-US" sz="1400" dirty="0">
                <a:solidFill>
                  <a:schemeClr val="accent1"/>
                </a:solidFill>
              </a:rPr>
              <a:t>Keep vol targeting, the drawdown guard and the band as they are.</a:t>
            </a:r>
            <a:endParaRPr lang="en-US" sz="1400" dirty="0"/>
          </a:p>
        </p:txBody>
      </p:sp>
      <p:sp>
        <p:nvSpPr>
          <p:cNvPr id="21" name="Limitation card"/>
          <p:cNvSpPr/>
          <p:nvPr/>
        </p:nvSpPr>
        <p:spPr>
          <a:xfrm>
            <a:off x="548640" y="5349240"/>
            <a:ext cx="11064240" cy="868680"/>
          </a:xfrm>
          <a:prstGeom prst="roundRect">
            <a:avLst>
              <a:gd name="adj" fmla="val 12632"/>
            </a:avLst>
          </a:prstGeom>
          <a:solidFill>
            <a:schemeClr val="tx2"/>
          </a:solidFill>
          <a:ln w="12700">
            <a:solidFill>
              <a:schemeClr val="tx2"/>
            </a:solidFill>
            <a:prstDash val="solid"/>
          </a:ln>
        </p:spPr>
      </p:sp>
      <p:sp>
        <p:nvSpPr>
          <p:cNvPr id="22" name="Limitation text"/>
          <p:cNvSpPr txBox="1"/>
          <p:nvPr/>
        </p:nvSpPr>
        <p:spPr>
          <a:xfrm>
            <a:off x="822960" y="5440680"/>
            <a:ext cx="10515600" cy="685800"/>
          </a:xfrm>
          <a:prstGeom prst="rect">
            <a:avLst/>
          </a:prstGeom>
          <a:noFill/>
          <a:ln/>
        </p:spPr>
        <p:txBody>
          <a:bodyPr wrap="square" lIns="0" tIns="0" rIns="0" bIns="0" rtlCol="0" anchor="ctr"/>
          <a:lstStyle/>
          <a:p>
            <a:pPr indent="0" marL="0">
              <a:buNone/>
            </a:pPr>
            <a:r>
              <a:rPr lang="en-US" sz="1400" dirty="0">
                <a:solidFill>
                  <a:schemeClr val="bg1"/>
                </a:solidFill>
              </a:rPr>
              <a:t>Limitation: a 50-day test window is noisy (MCC moves about ±0.14 by chance), so we judged models on 500+ walk-forward days rather than single leaderboard scores.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rash Desk">
  <a:themeElements>
    <a:clrScheme name="Crash Desk">
      <a:dk1>
        <a:srgbClr val="0B1220"/>
      </a:dk1>
      <a:lt1>
        <a:srgbClr val="FFFFFF"/>
      </a:lt1>
      <a:dk2>
        <a:srgbClr val="16213A"/>
      </a:dk2>
      <a:lt2>
        <a:srgbClr val="B8C4D6"/>
      </a:lt2>
      <a:accent1>
        <a:srgbClr val="2BD9A0"/>
      </a:accent1>
      <a:accent2>
        <a:srgbClr val="FF5A5F"/>
      </a:accent2>
      <a:accent3>
        <a:srgbClr val="8B7CF6"/>
      </a:accent3>
      <a:accent4>
        <a:srgbClr val="F6C453"/>
      </a:accent4>
      <a:accent5>
        <a:srgbClr val="5AA9E6"/>
      </a:accent5>
      <a:accent6>
        <a:srgbClr val="64748B"/>
      </a:accent6>
      <a:hlink>
        <a:srgbClr val="5AA9E6"/>
      </a:hlink>
      <a:folHlink>
        <a:srgbClr val="8B7CF6"/>
      </a:folHlink>
    </a:clrScheme>
    <a:fontScheme name="Crash Des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GLACIER_GAS crash strategy</dc:title>
  <dc:subject>PptxGenJS Presentation</dc:subject>
  <dc:creator>PptxGenJS</dc:creator>
  <cp:lastModifiedBy>PptxGenJS</cp:lastModifiedBy>
  <cp:revision>1</cp:revision>
  <dcterms:created xsi:type="dcterms:W3CDTF">2026-10-16T10:18:22Z</dcterms:created>
  <dcterms:modified xsi:type="dcterms:W3CDTF">2026-10-16T10:18:22Z</dcterms:modified>
</cp:coreProperties>
</file>